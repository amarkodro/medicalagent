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12"/>
  </p:notesMasterIdLst>
  <p:sldIdLst>
    <p:sldId id="256" r:id="rId2"/>
    <p:sldId id="261" r:id="rId3"/>
    <p:sldId id="262" r:id="rId4"/>
    <p:sldId id="311" r:id="rId5"/>
    <p:sldId id="312" r:id="rId6"/>
    <p:sldId id="289" r:id="rId7"/>
    <p:sldId id="257" r:id="rId8"/>
    <p:sldId id="258" r:id="rId9"/>
    <p:sldId id="274" r:id="rId10"/>
    <p:sldId id="259" r:id="rId11"/>
  </p:sldIdLst>
  <p:sldSz cx="9144000" cy="5143500" type="screen16x9"/>
  <p:notesSz cx="6858000" cy="9144000"/>
  <p:embeddedFontLst>
    <p:embeddedFont>
      <p:font typeface="Anaheim" panose="020B0604020202020204" charset="0"/>
      <p:regular r:id="rId13"/>
      <p:bold r:id="rId14"/>
    </p:embeddedFon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Nunito Light" pitchFamily="2" charset="0"/>
      <p:regular r:id="rId19"/>
      <p:italic r:id="rId20"/>
    </p:embeddedFont>
    <p:embeddedFont>
      <p:font typeface="Raleway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13A5B8-8A5D-4001-BFEC-989BE2722FC5}">
  <a:tblStyle styleId="{D513A5B8-8A5D-4001-BFEC-989BE2722FC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BC1E339-90B3-4E26-BC80-26B0665276C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80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3FADA3-86AE-46CE-B975-F7F63E23C268}" type="doc">
      <dgm:prSet loTypeId="urn:microsoft.com/office/officeart/2005/8/layout/cycle4" loCatId="cycle" qsTypeId="urn:microsoft.com/office/officeart/2005/8/quickstyle/3d3" qsCatId="3D" csTypeId="urn:microsoft.com/office/officeart/2005/8/colors/accent0_3" csCatId="mainScheme" phldr="1"/>
      <dgm:spPr/>
      <dgm:t>
        <a:bodyPr/>
        <a:lstStyle/>
        <a:p>
          <a:endParaRPr lang="bs-Latn-BA"/>
        </a:p>
      </dgm:t>
    </dgm:pt>
    <dgm:pt modelId="{08039F27-28EC-4178-8AB8-B7C94E97C4C3}">
      <dgm:prSet phldrT="[Text]" phldr="0"/>
      <dgm:spPr/>
      <dgm:t>
        <a:bodyPr/>
        <a:lstStyle/>
        <a:p>
          <a:r>
            <a:rPr lang="bs-Latn-BA" dirty="0" err="1">
              <a:solidFill>
                <a:schemeClr val="tx2">
                  <a:lumMod val="20000"/>
                  <a:lumOff val="80000"/>
                </a:schemeClr>
              </a:solidFill>
            </a:rPr>
            <a:t>Sense</a:t>
          </a:r>
          <a:endParaRPr lang="bs-Latn-BA" dirty="0">
            <a:solidFill>
              <a:schemeClr val="tx2">
                <a:lumMod val="20000"/>
                <a:lumOff val="80000"/>
              </a:schemeClr>
            </a:solidFill>
          </a:endParaRPr>
        </a:p>
      </dgm:t>
    </dgm:pt>
    <dgm:pt modelId="{B5406EE5-A2D2-4CFE-9AF5-12B0416BC9C7}" type="parTrans" cxnId="{11E99A5F-1760-4C2B-81EB-9E8A43A9EB64}">
      <dgm:prSet/>
      <dgm:spPr/>
      <dgm:t>
        <a:bodyPr/>
        <a:lstStyle/>
        <a:p>
          <a:endParaRPr lang="bs-Latn-BA"/>
        </a:p>
      </dgm:t>
    </dgm:pt>
    <dgm:pt modelId="{F1FD0F69-FF93-4A4B-B7DE-0D3F5DB75CFD}" type="sibTrans" cxnId="{11E99A5F-1760-4C2B-81EB-9E8A43A9EB64}">
      <dgm:prSet/>
      <dgm:spPr/>
      <dgm:t>
        <a:bodyPr/>
        <a:lstStyle/>
        <a:p>
          <a:endParaRPr lang="bs-Latn-BA"/>
        </a:p>
      </dgm:t>
    </dgm:pt>
    <dgm:pt modelId="{86795DD3-A832-4CAB-A1BA-DC7AD83F4989}">
      <dgm:prSet phldrT="[Text]" phldr="0"/>
      <dgm:spPr/>
      <dgm:t>
        <a:bodyPr/>
        <a:lstStyle/>
        <a:p>
          <a:r>
            <a:rPr lang="bs-Latn-BA" dirty="0" err="1">
              <a:solidFill>
                <a:schemeClr val="tx2">
                  <a:lumMod val="20000"/>
                  <a:lumOff val="80000"/>
                </a:schemeClr>
              </a:solidFill>
            </a:rPr>
            <a:t>Think</a:t>
          </a:r>
          <a:endParaRPr lang="bs-Latn-BA" dirty="0">
            <a:solidFill>
              <a:schemeClr val="tx2">
                <a:lumMod val="20000"/>
                <a:lumOff val="80000"/>
              </a:schemeClr>
            </a:solidFill>
          </a:endParaRPr>
        </a:p>
      </dgm:t>
    </dgm:pt>
    <dgm:pt modelId="{8DCBB7E7-80C8-4F5F-B8EB-5D1D80C004DC}" type="parTrans" cxnId="{0DCCF338-180E-4374-B18B-CAE412E07FA9}">
      <dgm:prSet/>
      <dgm:spPr/>
      <dgm:t>
        <a:bodyPr/>
        <a:lstStyle/>
        <a:p>
          <a:endParaRPr lang="bs-Latn-BA"/>
        </a:p>
      </dgm:t>
    </dgm:pt>
    <dgm:pt modelId="{50A228B1-CA51-4BA0-86F6-2B0091CF6565}" type="sibTrans" cxnId="{0DCCF338-180E-4374-B18B-CAE412E07FA9}">
      <dgm:prSet/>
      <dgm:spPr/>
      <dgm:t>
        <a:bodyPr/>
        <a:lstStyle/>
        <a:p>
          <a:endParaRPr lang="bs-Latn-BA"/>
        </a:p>
      </dgm:t>
    </dgm:pt>
    <dgm:pt modelId="{4E3E896F-5D64-47F7-ADE5-5E248E74B329}">
      <dgm:prSet phldrT="[Text]" phldr="0"/>
      <dgm:spPr/>
      <dgm:t>
        <a:bodyPr/>
        <a:lstStyle/>
        <a:p>
          <a:r>
            <a:rPr lang="bs-Latn-BA" dirty="0"/>
            <a:t>Donošenje odluka</a:t>
          </a:r>
        </a:p>
      </dgm:t>
    </dgm:pt>
    <dgm:pt modelId="{C4E3C79B-F4E7-426C-A89A-414B714A092C}" type="parTrans" cxnId="{7FC2FDF1-139B-46A8-82F5-622492C76B85}">
      <dgm:prSet/>
      <dgm:spPr/>
      <dgm:t>
        <a:bodyPr/>
        <a:lstStyle/>
        <a:p>
          <a:endParaRPr lang="bs-Latn-BA"/>
        </a:p>
      </dgm:t>
    </dgm:pt>
    <dgm:pt modelId="{D33F1BAD-04D2-445A-8284-B9A1CD712416}" type="sibTrans" cxnId="{7FC2FDF1-139B-46A8-82F5-622492C76B85}">
      <dgm:prSet/>
      <dgm:spPr/>
      <dgm:t>
        <a:bodyPr/>
        <a:lstStyle/>
        <a:p>
          <a:endParaRPr lang="bs-Latn-BA"/>
        </a:p>
      </dgm:t>
    </dgm:pt>
    <dgm:pt modelId="{8E752415-EC04-40A4-98D5-228D1E9089F9}">
      <dgm:prSet phldrT="[Text]" phldr="0"/>
      <dgm:spPr/>
      <dgm:t>
        <a:bodyPr/>
        <a:lstStyle/>
        <a:p>
          <a:r>
            <a:rPr lang="bs-Latn-BA" dirty="0" err="1">
              <a:solidFill>
                <a:schemeClr val="tx2">
                  <a:lumMod val="20000"/>
                  <a:lumOff val="80000"/>
                </a:schemeClr>
              </a:solidFill>
            </a:rPr>
            <a:t>Act</a:t>
          </a:r>
          <a:endParaRPr lang="bs-Latn-BA" dirty="0">
            <a:solidFill>
              <a:schemeClr val="tx2">
                <a:lumMod val="20000"/>
                <a:lumOff val="80000"/>
              </a:schemeClr>
            </a:solidFill>
          </a:endParaRPr>
        </a:p>
      </dgm:t>
    </dgm:pt>
    <dgm:pt modelId="{C82D9CD9-7CC9-4C72-BE5B-98E6AB12EAA8}" type="parTrans" cxnId="{BD13F31E-72B6-407C-8647-E94EBA36E8F3}">
      <dgm:prSet/>
      <dgm:spPr/>
      <dgm:t>
        <a:bodyPr/>
        <a:lstStyle/>
        <a:p>
          <a:endParaRPr lang="bs-Latn-BA"/>
        </a:p>
      </dgm:t>
    </dgm:pt>
    <dgm:pt modelId="{D46DA65A-688E-4EE8-A026-DBD5523B49DA}" type="sibTrans" cxnId="{BD13F31E-72B6-407C-8647-E94EBA36E8F3}">
      <dgm:prSet/>
      <dgm:spPr/>
      <dgm:t>
        <a:bodyPr/>
        <a:lstStyle/>
        <a:p>
          <a:endParaRPr lang="bs-Latn-BA"/>
        </a:p>
      </dgm:t>
    </dgm:pt>
    <dgm:pt modelId="{3BB073A9-9A1C-4665-9615-475A43B115A7}">
      <dgm:prSet phldrT="[Text]" phldr="0"/>
      <dgm:spPr/>
      <dgm:t>
        <a:bodyPr/>
        <a:lstStyle/>
        <a:p>
          <a:r>
            <a:rPr lang="bs-Latn-BA" dirty="0" err="1">
              <a:solidFill>
                <a:schemeClr val="tx2">
                  <a:lumMod val="20000"/>
                  <a:lumOff val="80000"/>
                </a:schemeClr>
              </a:solidFill>
            </a:rPr>
            <a:t>Learn</a:t>
          </a:r>
          <a:endParaRPr lang="bs-Latn-BA" dirty="0">
            <a:solidFill>
              <a:schemeClr val="tx2">
                <a:lumMod val="20000"/>
                <a:lumOff val="80000"/>
              </a:schemeClr>
            </a:solidFill>
          </a:endParaRPr>
        </a:p>
      </dgm:t>
    </dgm:pt>
    <dgm:pt modelId="{F8224BED-F5F2-4DBE-AA76-6ACDF108A2CD}" type="parTrans" cxnId="{2CACDED9-721F-4981-858D-EBA27F487E86}">
      <dgm:prSet/>
      <dgm:spPr/>
      <dgm:t>
        <a:bodyPr/>
        <a:lstStyle/>
        <a:p>
          <a:endParaRPr lang="bs-Latn-BA"/>
        </a:p>
      </dgm:t>
    </dgm:pt>
    <dgm:pt modelId="{999CD7E3-05BA-4B88-A0C7-9A3C2D091469}" type="sibTrans" cxnId="{2CACDED9-721F-4981-858D-EBA27F487E86}">
      <dgm:prSet/>
      <dgm:spPr/>
      <dgm:t>
        <a:bodyPr/>
        <a:lstStyle/>
        <a:p>
          <a:endParaRPr lang="bs-Latn-BA"/>
        </a:p>
      </dgm:t>
    </dgm:pt>
    <dgm:pt modelId="{B39FAC4C-1870-46D9-8968-356723D6BA13}">
      <dgm:prSet phldrT="[Text]" phldr="0"/>
      <dgm:spPr/>
      <dgm:t>
        <a:bodyPr/>
        <a:lstStyle/>
        <a:p>
          <a:r>
            <a:rPr lang="bs-Latn-BA" dirty="0"/>
            <a:t>Ažuriranje znanja</a:t>
          </a:r>
        </a:p>
      </dgm:t>
    </dgm:pt>
    <dgm:pt modelId="{0E00F91F-3786-4EE7-AA27-B42457E0C9EA}" type="parTrans" cxnId="{CCDD5373-4D51-43D7-BDF2-05D08C9EA995}">
      <dgm:prSet/>
      <dgm:spPr/>
      <dgm:t>
        <a:bodyPr/>
        <a:lstStyle/>
        <a:p>
          <a:endParaRPr lang="bs-Latn-BA"/>
        </a:p>
      </dgm:t>
    </dgm:pt>
    <dgm:pt modelId="{B18C0EFB-0863-4492-91B8-B27CF1E823ED}" type="sibTrans" cxnId="{CCDD5373-4D51-43D7-BDF2-05D08C9EA995}">
      <dgm:prSet/>
      <dgm:spPr/>
      <dgm:t>
        <a:bodyPr/>
        <a:lstStyle/>
        <a:p>
          <a:endParaRPr lang="bs-Latn-BA"/>
        </a:p>
      </dgm:t>
    </dgm:pt>
    <dgm:pt modelId="{5093EBDF-E579-4CB7-8F68-628716F601A7}">
      <dgm:prSet phldrT="[Text]" phldr="0"/>
      <dgm:spPr/>
      <dgm:t>
        <a:bodyPr/>
        <a:lstStyle/>
        <a:p>
          <a:r>
            <a:rPr lang="bs-Latn-BA" dirty="0" err="1"/>
            <a:t>Opažanje</a:t>
          </a:r>
          <a:r>
            <a:rPr lang="bs-Latn-BA" dirty="0"/>
            <a:t> podataka</a:t>
          </a:r>
        </a:p>
      </dgm:t>
    </dgm:pt>
    <dgm:pt modelId="{C54E0DE5-3A39-458F-8415-73EFA8BD9517}" type="parTrans" cxnId="{2E3DAD27-2967-4268-ADDD-5B5CFA0A17F5}">
      <dgm:prSet/>
      <dgm:spPr/>
      <dgm:t>
        <a:bodyPr/>
        <a:lstStyle/>
        <a:p>
          <a:endParaRPr lang="bs-Latn-BA"/>
        </a:p>
      </dgm:t>
    </dgm:pt>
    <dgm:pt modelId="{7443AE6D-538D-47FE-BC10-58DC1E13DD11}" type="sibTrans" cxnId="{2E3DAD27-2967-4268-ADDD-5B5CFA0A17F5}">
      <dgm:prSet/>
      <dgm:spPr/>
      <dgm:t>
        <a:bodyPr/>
        <a:lstStyle/>
        <a:p>
          <a:endParaRPr lang="bs-Latn-BA"/>
        </a:p>
      </dgm:t>
    </dgm:pt>
    <dgm:pt modelId="{AC9C5E1D-FFFA-44E6-8F82-30E5D8024484}">
      <dgm:prSet phldrT="[Text]" phldr="0"/>
      <dgm:spPr/>
      <dgm:t>
        <a:bodyPr/>
        <a:lstStyle/>
        <a:p>
          <a:r>
            <a:rPr lang="bs-Latn-BA" dirty="0" err="1"/>
            <a:t>Izvršenje</a:t>
          </a:r>
          <a:r>
            <a:rPr lang="bs-Latn-BA" dirty="0"/>
            <a:t> akcije</a:t>
          </a:r>
        </a:p>
      </dgm:t>
    </dgm:pt>
    <dgm:pt modelId="{4596EB26-A0EE-4780-B04F-D55296FE7C4B}" type="parTrans" cxnId="{0ACD3D19-BF07-48D3-80D5-689D18C7AFD4}">
      <dgm:prSet/>
      <dgm:spPr/>
      <dgm:t>
        <a:bodyPr/>
        <a:lstStyle/>
        <a:p>
          <a:endParaRPr lang="bs-Latn-BA"/>
        </a:p>
      </dgm:t>
    </dgm:pt>
    <dgm:pt modelId="{6879E841-BF6A-4A7A-97A7-EDEE54CEC4EC}" type="sibTrans" cxnId="{0ACD3D19-BF07-48D3-80D5-689D18C7AFD4}">
      <dgm:prSet/>
      <dgm:spPr/>
      <dgm:t>
        <a:bodyPr/>
        <a:lstStyle/>
        <a:p>
          <a:endParaRPr lang="bs-Latn-BA"/>
        </a:p>
      </dgm:t>
    </dgm:pt>
    <dgm:pt modelId="{04109095-4B5D-424F-99C8-95ABB045CDA3}" type="pres">
      <dgm:prSet presAssocID="{423FADA3-86AE-46CE-B975-F7F63E23C268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D70D26C3-3516-458D-BA89-FFF2F4D503EF}" type="pres">
      <dgm:prSet presAssocID="{423FADA3-86AE-46CE-B975-F7F63E23C268}" presName="children" presStyleCnt="0"/>
      <dgm:spPr/>
    </dgm:pt>
    <dgm:pt modelId="{EA3C1D75-4DC5-43B2-AE0E-57B84D618A14}" type="pres">
      <dgm:prSet presAssocID="{423FADA3-86AE-46CE-B975-F7F63E23C268}" presName="child1group" presStyleCnt="0"/>
      <dgm:spPr/>
    </dgm:pt>
    <dgm:pt modelId="{533BE64A-AFDD-4EB3-94E2-C4BE7628A0C2}" type="pres">
      <dgm:prSet presAssocID="{423FADA3-86AE-46CE-B975-F7F63E23C268}" presName="child1" presStyleLbl="bgAcc1" presStyleIdx="0" presStyleCnt="4"/>
      <dgm:spPr/>
    </dgm:pt>
    <dgm:pt modelId="{176D451C-ED2A-4E99-8B89-556A814D422D}" type="pres">
      <dgm:prSet presAssocID="{423FADA3-86AE-46CE-B975-F7F63E23C268}" presName="child1Text" presStyleLbl="bgAcc1" presStyleIdx="0" presStyleCnt="4">
        <dgm:presLayoutVars>
          <dgm:bulletEnabled val="1"/>
        </dgm:presLayoutVars>
      </dgm:prSet>
      <dgm:spPr/>
    </dgm:pt>
    <dgm:pt modelId="{B858BD9E-9F59-4C3D-8793-BFAB33CAC598}" type="pres">
      <dgm:prSet presAssocID="{423FADA3-86AE-46CE-B975-F7F63E23C268}" presName="child2group" presStyleCnt="0"/>
      <dgm:spPr/>
    </dgm:pt>
    <dgm:pt modelId="{74A5917E-353B-4F54-823C-2049F4E3BA68}" type="pres">
      <dgm:prSet presAssocID="{423FADA3-86AE-46CE-B975-F7F63E23C268}" presName="child2" presStyleLbl="bgAcc1" presStyleIdx="1" presStyleCnt="4"/>
      <dgm:spPr/>
    </dgm:pt>
    <dgm:pt modelId="{D856A727-BBA1-4839-B9FA-CE721E6DA1D5}" type="pres">
      <dgm:prSet presAssocID="{423FADA3-86AE-46CE-B975-F7F63E23C268}" presName="child2Text" presStyleLbl="bgAcc1" presStyleIdx="1" presStyleCnt="4">
        <dgm:presLayoutVars>
          <dgm:bulletEnabled val="1"/>
        </dgm:presLayoutVars>
      </dgm:prSet>
      <dgm:spPr/>
    </dgm:pt>
    <dgm:pt modelId="{BA9F6FFD-F2C7-4337-8C5A-55C2EE2851C0}" type="pres">
      <dgm:prSet presAssocID="{423FADA3-86AE-46CE-B975-F7F63E23C268}" presName="child3group" presStyleCnt="0"/>
      <dgm:spPr/>
    </dgm:pt>
    <dgm:pt modelId="{5B472595-7FC7-4120-9A85-5F7F2087388A}" type="pres">
      <dgm:prSet presAssocID="{423FADA3-86AE-46CE-B975-F7F63E23C268}" presName="child3" presStyleLbl="bgAcc1" presStyleIdx="2" presStyleCnt="4"/>
      <dgm:spPr/>
    </dgm:pt>
    <dgm:pt modelId="{1D2443ED-767B-44DE-B530-2777D435DF5D}" type="pres">
      <dgm:prSet presAssocID="{423FADA3-86AE-46CE-B975-F7F63E23C268}" presName="child3Text" presStyleLbl="bgAcc1" presStyleIdx="2" presStyleCnt="4">
        <dgm:presLayoutVars>
          <dgm:bulletEnabled val="1"/>
        </dgm:presLayoutVars>
      </dgm:prSet>
      <dgm:spPr/>
    </dgm:pt>
    <dgm:pt modelId="{85AC9677-A1C2-41BA-98D5-B947CB2B7A5F}" type="pres">
      <dgm:prSet presAssocID="{423FADA3-86AE-46CE-B975-F7F63E23C268}" presName="child4group" presStyleCnt="0"/>
      <dgm:spPr/>
    </dgm:pt>
    <dgm:pt modelId="{785D3413-76CD-44AC-9303-1A1467DCB9F3}" type="pres">
      <dgm:prSet presAssocID="{423FADA3-86AE-46CE-B975-F7F63E23C268}" presName="child4" presStyleLbl="bgAcc1" presStyleIdx="3" presStyleCnt="4"/>
      <dgm:spPr/>
    </dgm:pt>
    <dgm:pt modelId="{DB8180D8-4933-45B2-B752-F1BF31BBF3EA}" type="pres">
      <dgm:prSet presAssocID="{423FADA3-86AE-46CE-B975-F7F63E23C268}" presName="child4Text" presStyleLbl="bgAcc1" presStyleIdx="3" presStyleCnt="4">
        <dgm:presLayoutVars>
          <dgm:bulletEnabled val="1"/>
        </dgm:presLayoutVars>
      </dgm:prSet>
      <dgm:spPr/>
    </dgm:pt>
    <dgm:pt modelId="{96C879A2-669D-4537-8BA5-02FFEE1D8EE6}" type="pres">
      <dgm:prSet presAssocID="{423FADA3-86AE-46CE-B975-F7F63E23C268}" presName="childPlaceholder" presStyleCnt="0"/>
      <dgm:spPr/>
    </dgm:pt>
    <dgm:pt modelId="{11042DB5-238C-4EB7-B74D-764CE1DB9E07}" type="pres">
      <dgm:prSet presAssocID="{423FADA3-86AE-46CE-B975-F7F63E23C268}" presName="circle" presStyleCnt="0"/>
      <dgm:spPr/>
    </dgm:pt>
    <dgm:pt modelId="{4A3AED01-A7A6-45F8-BDDE-A84822839F6D}" type="pres">
      <dgm:prSet presAssocID="{423FADA3-86AE-46CE-B975-F7F63E23C268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4DA035B9-051F-47F8-9E3A-E6C6DAF2D4E6}" type="pres">
      <dgm:prSet presAssocID="{423FADA3-86AE-46CE-B975-F7F63E23C268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22819163-0762-4EA7-AD8C-5C2966A5FD7A}" type="pres">
      <dgm:prSet presAssocID="{423FADA3-86AE-46CE-B975-F7F63E23C268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92772987-3AC4-45CB-8462-74E83458E7C9}" type="pres">
      <dgm:prSet presAssocID="{423FADA3-86AE-46CE-B975-F7F63E23C268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48B28838-577C-41DE-9980-B736E0A8F601}" type="pres">
      <dgm:prSet presAssocID="{423FADA3-86AE-46CE-B975-F7F63E23C268}" presName="quadrantPlaceholder" presStyleCnt="0"/>
      <dgm:spPr/>
    </dgm:pt>
    <dgm:pt modelId="{D80B4DB9-3CC1-4C35-861F-D0E402895C7E}" type="pres">
      <dgm:prSet presAssocID="{423FADA3-86AE-46CE-B975-F7F63E23C268}" presName="center1" presStyleLbl="fgShp" presStyleIdx="0" presStyleCnt="2" custScaleX="43044" custScaleY="49353" custLinFactNeighborX="-52577" custLinFactNeighborY="-36630"/>
      <dgm:spPr>
        <a:prstGeom prst="bentArrow">
          <a:avLst/>
        </a:prstGeom>
      </dgm:spPr>
    </dgm:pt>
    <dgm:pt modelId="{9852DE51-8786-4987-B46D-0A9A27A80480}" type="pres">
      <dgm:prSet presAssocID="{423FADA3-86AE-46CE-B975-F7F63E23C268}" presName="center2" presStyleLbl="fgShp" presStyleIdx="1" presStyleCnt="2" custAng="5400000" custScaleX="43173" custScaleY="59695" custLinFactNeighborX="-48940" custLinFactNeighborY="33660"/>
      <dgm:spPr>
        <a:prstGeom prst="bentArrow">
          <a:avLst/>
        </a:prstGeom>
      </dgm:spPr>
    </dgm:pt>
  </dgm:ptLst>
  <dgm:cxnLst>
    <dgm:cxn modelId="{A9D67709-0EDB-4E76-9F5E-6266279FA619}" type="presOf" srcId="{AC9C5E1D-FFFA-44E6-8F82-30E5D8024484}" destId="{1D2443ED-767B-44DE-B530-2777D435DF5D}" srcOrd="1" destOrd="0" presId="urn:microsoft.com/office/officeart/2005/8/layout/cycle4"/>
    <dgm:cxn modelId="{0ACD3D19-BF07-48D3-80D5-689D18C7AFD4}" srcId="{8E752415-EC04-40A4-98D5-228D1E9089F9}" destId="{AC9C5E1D-FFFA-44E6-8F82-30E5D8024484}" srcOrd="0" destOrd="0" parTransId="{4596EB26-A0EE-4780-B04F-D55296FE7C4B}" sibTransId="{6879E841-BF6A-4A7A-97A7-EDEE54CEC4EC}"/>
    <dgm:cxn modelId="{FF035C1C-2016-49E5-B028-BDBE64061B5A}" type="presOf" srcId="{86795DD3-A832-4CAB-A1BA-DC7AD83F4989}" destId="{4DA035B9-051F-47F8-9E3A-E6C6DAF2D4E6}" srcOrd="0" destOrd="0" presId="urn:microsoft.com/office/officeart/2005/8/layout/cycle4"/>
    <dgm:cxn modelId="{BD13F31E-72B6-407C-8647-E94EBA36E8F3}" srcId="{423FADA3-86AE-46CE-B975-F7F63E23C268}" destId="{8E752415-EC04-40A4-98D5-228D1E9089F9}" srcOrd="2" destOrd="0" parTransId="{C82D9CD9-7CC9-4C72-BE5B-98E6AB12EAA8}" sibTransId="{D46DA65A-688E-4EE8-A026-DBD5523B49DA}"/>
    <dgm:cxn modelId="{A2173327-340E-4C00-9EDB-8750370324CA}" type="presOf" srcId="{5093EBDF-E579-4CB7-8F68-628716F601A7}" destId="{176D451C-ED2A-4E99-8B89-556A814D422D}" srcOrd="1" destOrd="0" presId="urn:microsoft.com/office/officeart/2005/8/layout/cycle4"/>
    <dgm:cxn modelId="{2E3DAD27-2967-4268-ADDD-5B5CFA0A17F5}" srcId="{08039F27-28EC-4178-8AB8-B7C94E97C4C3}" destId="{5093EBDF-E579-4CB7-8F68-628716F601A7}" srcOrd="0" destOrd="0" parTransId="{C54E0DE5-3A39-458F-8415-73EFA8BD9517}" sibTransId="{7443AE6D-538D-47FE-BC10-58DC1E13DD11}"/>
    <dgm:cxn modelId="{5A451028-CC66-405D-ACAF-3D6164D25FD3}" type="presOf" srcId="{4E3E896F-5D64-47F7-ADE5-5E248E74B329}" destId="{74A5917E-353B-4F54-823C-2049F4E3BA68}" srcOrd="0" destOrd="0" presId="urn:microsoft.com/office/officeart/2005/8/layout/cycle4"/>
    <dgm:cxn modelId="{0DCCF338-180E-4374-B18B-CAE412E07FA9}" srcId="{423FADA3-86AE-46CE-B975-F7F63E23C268}" destId="{86795DD3-A832-4CAB-A1BA-DC7AD83F4989}" srcOrd="1" destOrd="0" parTransId="{8DCBB7E7-80C8-4F5F-B8EB-5D1D80C004DC}" sibTransId="{50A228B1-CA51-4BA0-86F6-2B0091CF6565}"/>
    <dgm:cxn modelId="{11E99A5F-1760-4C2B-81EB-9E8A43A9EB64}" srcId="{423FADA3-86AE-46CE-B975-F7F63E23C268}" destId="{08039F27-28EC-4178-8AB8-B7C94E97C4C3}" srcOrd="0" destOrd="0" parTransId="{B5406EE5-A2D2-4CFE-9AF5-12B0416BC9C7}" sibTransId="{F1FD0F69-FF93-4A4B-B7DE-0D3F5DB75CFD}"/>
    <dgm:cxn modelId="{F18A1D49-115C-4207-87FA-82F5799C4EB9}" type="presOf" srcId="{8E752415-EC04-40A4-98D5-228D1E9089F9}" destId="{22819163-0762-4EA7-AD8C-5C2966A5FD7A}" srcOrd="0" destOrd="0" presId="urn:microsoft.com/office/officeart/2005/8/layout/cycle4"/>
    <dgm:cxn modelId="{A8AD0F72-9D7A-4B56-A8D6-321A9AEF8DD1}" type="presOf" srcId="{AC9C5E1D-FFFA-44E6-8F82-30E5D8024484}" destId="{5B472595-7FC7-4120-9A85-5F7F2087388A}" srcOrd="0" destOrd="0" presId="urn:microsoft.com/office/officeart/2005/8/layout/cycle4"/>
    <dgm:cxn modelId="{CCDD5373-4D51-43D7-BDF2-05D08C9EA995}" srcId="{3BB073A9-9A1C-4665-9615-475A43B115A7}" destId="{B39FAC4C-1870-46D9-8968-356723D6BA13}" srcOrd="0" destOrd="0" parTransId="{0E00F91F-3786-4EE7-AA27-B42457E0C9EA}" sibTransId="{B18C0EFB-0863-4492-91B8-B27CF1E823ED}"/>
    <dgm:cxn modelId="{6F273678-B9FC-4A14-B56A-45DF90E2D5FA}" type="presOf" srcId="{5093EBDF-E579-4CB7-8F68-628716F601A7}" destId="{533BE64A-AFDD-4EB3-94E2-C4BE7628A0C2}" srcOrd="0" destOrd="0" presId="urn:microsoft.com/office/officeart/2005/8/layout/cycle4"/>
    <dgm:cxn modelId="{B79391A8-0BB9-49DF-BEBB-C31FF2F6B56E}" type="presOf" srcId="{4E3E896F-5D64-47F7-ADE5-5E248E74B329}" destId="{D856A727-BBA1-4839-B9FA-CE721E6DA1D5}" srcOrd="1" destOrd="0" presId="urn:microsoft.com/office/officeart/2005/8/layout/cycle4"/>
    <dgm:cxn modelId="{B28325AC-0352-4593-9FC6-5F59553BDBDA}" type="presOf" srcId="{B39FAC4C-1870-46D9-8968-356723D6BA13}" destId="{DB8180D8-4933-45B2-B752-F1BF31BBF3EA}" srcOrd="1" destOrd="0" presId="urn:microsoft.com/office/officeart/2005/8/layout/cycle4"/>
    <dgm:cxn modelId="{261694BD-16E3-4B71-B701-4EB3D1F18528}" type="presOf" srcId="{08039F27-28EC-4178-8AB8-B7C94E97C4C3}" destId="{4A3AED01-A7A6-45F8-BDDE-A84822839F6D}" srcOrd="0" destOrd="0" presId="urn:microsoft.com/office/officeart/2005/8/layout/cycle4"/>
    <dgm:cxn modelId="{EB8FEBC4-FDCC-4D02-B64D-AED9CC417366}" type="presOf" srcId="{3BB073A9-9A1C-4665-9615-475A43B115A7}" destId="{92772987-3AC4-45CB-8462-74E83458E7C9}" srcOrd="0" destOrd="0" presId="urn:microsoft.com/office/officeart/2005/8/layout/cycle4"/>
    <dgm:cxn modelId="{2CACDED9-721F-4981-858D-EBA27F487E86}" srcId="{423FADA3-86AE-46CE-B975-F7F63E23C268}" destId="{3BB073A9-9A1C-4665-9615-475A43B115A7}" srcOrd="3" destOrd="0" parTransId="{F8224BED-F5F2-4DBE-AA76-6ACDF108A2CD}" sibTransId="{999CD7E3-05BA-4B88-A0C7-9A3C2D091469}"/>
    <dgm:cxn modelId="{28A002E7-BA9D-4307-9656-72842EEACFFD}" type="presOf" srcId="{B39FAC4C-1870-46D9-8968-356723D6BA13}" destId="{785D3413-76CD-44AC-9303-1A1467DCB9F3}" srcOrd="0" destOrd="0" presId="urn:microsoft.com/office/officeart/2005/8/layout/cycle4"/>
    <dgm:cxn modelId="{7DDAAFEB-E22C-4F83-951A-1B83D52875FD}" type="presOf" srcId="{423FADA3-86AE-46CE-B975-F7F63E23C268}" destId="{04109095-4B5D-424F-99C8-95ABB045CDA3}" srcOrd="0" destOrd="0" presId="urn:microsoft.com/office/officeart/2005/8/layout/cycle4"/>
    <dgm:cxn modelId="{7FC2FDF1-139B-46A8-82F5-622492C76B85}" srcId="{86795DD3-A832-4CAB-A1BA-DC7AD83F4989}" destId="{4E3E896F-5D64-47F7-ADE5-5E248E74B329}" srcOrd="0" destOrd="0" parTransId="{C4E3C79B-F4E7-426C-A89A-414B714A092C}" sibTransId="{D33F1BAD-04D2-445A-8284-B9A1CD712416}"/>
    <dgm:cxn modelId="{662CBED4-C7A6-43AE-BA1B-410304523256}" type="presParOf" srcId="{04109095-4B5D-424F-99C8-95ABB045CDA3}" destId="{D70D26C3-3516-458D-BA89-FFF2F4D503EF}" srcOrd="0" destOrd="0" presId="urn:microsoft.com/office/officeart/2005/8/layout/cycle4"/>
    <dgm:cxn modelId="{34B52804-C3B4-4368-BD71-A7DC43606C19}" type="presParOf" srcId="{D70D26C3-3516-458D-BA89-FFF2F4D503EF}" destId="{EA3C1D75-4DC5-43B2-AE0E-57B84D618A14}" srcOrd="0" destOrd="0" presId="urn:microsoft.com/office/officeart/2005/8/layout/cycle4"/>
    <dgm:cxn modelId="{04B40580-0A59-43D5-AF8E-3B42460709DB}" type="presParOf" srcId="{EA3C1D75-4DC5-43B2-AE0E-57B84D618A14}" destId="{533BE64A-AFDD-4EB3-94E2-C4BE7628A0C2}" srcOrd="0" destOrd="0" presId="urn:microsoft.com/office/officeart/2005/8/layout/cycle4"/>
    <dgm:cxn modelId="{1CE9529C-757C-4598-B818-9C0A5B7342BF}" type="presParOf" srcId="{EA3C1D75-4DC5-43B2-AE0E-57B84D618A14}" destId="{176D451C-ED2A-4E99-8B89-556A814D422D}" srcOrd="1" destOrd="0" presId="urn:microsoft.com/office/officeart/2005/8/layout/cycle4"/>
    <dgm:cxn modelId="{73FF993E-013C-4ACA-A0EA-26BF38D91298}" type="presParOf" srcId="{D70D26C3-3516-458D-BA89-FFF2F4D503EF}" destId="{B858BD9E-9F59-4C3D-8793-BFAB33CAC598}" srcOrd="1" destOrd="0" presId="urn:microsoft.com/office/officeart/2005/8/layout/cycle4"/>
    <dgm:cxn modelId="{955464AB-B94F-4308-89A0-5D0B4030EBAE}" type="presParOf" srcId="{B858BD9E-9F59-4C3D-8793-BFAB33CAC598}" destId="{74A5917E-353B-4F54-823C-2049F4E3BA68}" srcOrd="0" destOrd="0" presId="urn:microsoft.com/office/officeart/2005/8/layout/cycle4"/>
    <dgm:cxn modelId="{58BC56ED-C576-49A1-8C44-04F831BFF332}" type="presParOf" srcId="{B858BD9E-9F59-4C3D-8793-BFAB33CAC598}" destId="{D856A727-BBA1-4839-B9FA-CE721E6DA1D5}" srcOrd="1" destOrd="0" presId="urn:microsoft.com/office/officeart/2005/8/layout/cycle4"/>
    <dgm:cxn modelId="{E5B23E8A-C4BF-4F56-B57E-84F6FFA7ABAC}" type="presParOf" srcId="{D70D26C3-3516-458D-BA89-FFF2F4D503EF}" destId="{BA9F6FFD-F2C7-4337-8C5A-55C2EE2851C0}" srcOrd="2" destOrd="0" presId="urn:microsoft.com/office/officeart/2005/8/layout/cycle4"/>
    <dgm:cxn modelId="{079300A9-1C8F-45E5-8DE4-B301487488E5}" type="presParOf" srcId="{BA9F6FFD-F2C7-4337-8C5A-55C2EE2851C0}" destId="{5B472595-7FC7-4120-9A85-5F7F2087388A}" srcOrd="0" destOrd="0" presId="urn:microsoft.com/office/officeart/2005/8/layout/cycle4"/>
    <dgm:cxn modelId="{9BD33F3C-7AE8-4DE9-825E-8360FD562F9F}" type="presParOf" srcId="{BA9F6FFD-F2C7-4337-8C5A-55C2EE2851C0}" destId="{1D2443ED-767B-44DE-B530-2777D435DF5D}" srcOrd="1" destOrd="0" presId="urn:microsoft.com/office/officeart/2005/8/layout/cycle4"/>
    <dgm:cxn modelId="{5CB30156-CF71-4412-B073-37342B14EC3A}" type="presParOf" srcId="{D70D26C3-3516-458D-BA89-FFF2F4D503EF}" destId="{85AC9677-A1C2-41BA-98D5-B947CB2B7A5F}" srcOrd="3" destOrd="0" presId="urn:microsoft.com/office/officeart/2005/8/layout/cycle4"/>
    <dgm:cxn modelId="{1DE97B85-C2EA-44B5-A8BD-1141B51ECF80}" type="presParOf" srcId="{85AC9677-A1C2-41BA-98D5-B947CB2B7A5F}" destId="{785D3413-76CD-44AC-9303-1A1467DCB9F3}" srcOrd="0" destOrd="0" presId="urn:microsoft.com/office/officeart/2005/8/layout/cycle4"/>
    <dgm:cxn modelId="{618E025F-3B22-44B3-A88E-A89731AB73B7}" type="presParOf" srcId="{85AC9677-A1C2-41BA-98D5-B947CB2B7A5F}" destId="{DB8180D8-4933-45B2-B752-F1BF31BBF3EA}" srcOrd="1" destOrd="0" presId="urn:microsoft.com/office/officeart/2005/8/layout/cycle4"/>
    <dgm:cxn modelId="{614AFB85-27F9-480A-A2C4-93D8E3FAB283}" type="presParOf" srcId="{D70D26C3-3516-458D-BA89-FFF2F4D503EF}" destId="{96C879A2-669D-4537-8BA5-02FFEE1D8EE6}" srcOrd="4" destOrd="0" presId="urn:microsoft.com/office/officeart/2005/8/layout/cycle4"/>
    <dgm:cxn modelId="{B7FC23C5-9375-4326-B1D2-3F56F113215F}" type="presParOf" srcId="{04109095-4B5D-424F-99C8-95ABB045CDA3}" destId="{11042DB5-238C-4EB7-B74D-764CE1DB9E07}" srcOrd="1" destOrd="0" presId="urn:microsoft.com/office/officeart/2005/8/layout/cycle4"/>
    <dgm:cxn modelId="{FFEB5D8E-C25F-43C4-83C7-82545E05746A}" type="presParOf" srcId="{11042DB5-238C-4EB7-B74D-764CE1DB9E07}" destId="{4A3AED01-A7A6-45F8-BDDE-A84822839F6D}" srcOrd="0" destOrd="0" presId="urn:microsoft.com/office/officeart/2005/8/layout/cycle4"/>
    <dgm:cxn modelId="{C5B0E6D0-191C-4C0B-9366-0C74951AF066}" type="presParOf" srcId="{11042DB5-238C-4EB7-B74D-764CE1DB9E07}" destId="{4DA035B9-051F-47F8-9E3A-E6C6DAF2D4E6}" srcOrd="1" destOrd="0" presId="urn:microsoft.com/office/officeart/2005/8/layout/cycle4"/>
    <dgm:cxn modelId="{B2137AF0-0398-4109-8DEC-66C5CC05FF35}" type="presParOf" srcId="{11042DB5-238C-4EB7-B74D-764CE1DB9E07}" destId="{22819163-0762-4EA7-AD8C-5C2966A5FD7A}" srcOrd="2" destOrd="0" presId="urn:microsoft.com/office/officeart/2005/8/layout/cycle4"/>
    <dgm:cxn modelId="{3652EE15-7253-4CFE-975B-74F8439FE6DD}" type="presParOf" srcId="{11042DB5-238C-4EB7-B74D-764CE1DB9E07}" destId="{92772987-3AC4-45CB-8462-74E83458E7C9}" srcOrd="3" destOrd="0" presId="urn:microsoft.com/office/officeart/2005/8/layout/cycle4"/>
    <dgm:cxn modelId="{10998757-83EE-4089-9A54-F553F2FEBC27}" type="presParOf" srcId="{11042DB5-238C-4EB7-B74D-764CE1DB9E07}" destId="{48B28838-577C-41DE-9980-B736E0A8F601}" srcOrd="4" destOrd="0" presId="urn:microsoft.com/office/officeart/2005/8/layout/cycle4"/>
    <dgm:cxn modelId="{4FA4D4F5-0274-464C-889F-13B679F9AA25}" type="presParOf" srcId="{04109095-4B5D-424F-99C8-95ABB045CDA3}" destId="{D80B4DB9-3CC1-4C35-861F-D0E402895C7E}" srcOrd="2" destOrd="0" presId="urn:microsoft.com/office/officeart/2005/8/layout/cycle4"/>
    <dgm:cxn modelId="{E1889C56-4AE1-4805-B17D-6117046AFBED}" type="presParOf" srcId="{04109095-4B5D-424F-99C8-95ABB045CDA3}" destId="{9852DE51-8786-4987-B46D-0A9A27A80480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472595-7FC7-4120-9A85-5F7F2087388A}">
      <dsp:nvSpPr>
        <dsp:cNvPr id="0" name=""/>
        <dsp:cNvSpPr/>
      </dsp:nvSpPr>
      <dsp:spPr>
        <a:xfrm>
          <a:off x="3910773" y="2322752"/>
          <a:ext cx="1687411" cy="1093059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s-Latn-BA" sz="1400" kern="1200" dirty="0" err="1"/>
            <a:t>Izvršenje</a:t>
          </a:r>
          <a:r>
            <a:rPr lang="bs-Latn-BA" sz="1400" kern="1200" dirty="0"/>
            <a:t> akcije</a:t>
          </a:r>
        </a:p>
      </dsp:txBody>
      <dsp:txXfrm>
        <a:off x="4441008" y="2620028"/>
        <a:ext cx="1133165" cy="771772"/>
      </dsp:txXfrm>
    </dsp:sp>
    <dsp:sp modelId="{785D3413-76CD-44AC-9303-1A1467DCB9F3}">
      <dsp:nvSpPr>
        <dsp:cNvPr id="0" name=""/>
        <dsp:cNvSpPr/>
      </dsp:nvSpPr>
      <dsp:spPr>
        <a:xfrm>
          <a:off x="1157629" y="2322752"/>
          <a:ext cx="1687411" cy="1093059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s-Latn-BA" sz="1400" kern="1200" dirty="0"/>
            <a:t>Ažuriranje znanja</a:t>
          </a:r>
        </a:p>
      </dsp:txBody>
      <dsp:txXfrm>
        <a:off x="1181640" y="2620028"/>
        <a:ext cx="1133165" cy="771772"/>
      </dsp:txXfrm>
    </dsp:sp>
    <dsp:sp modelId="{74A5917E-353B-4F54-823C-2049F4E3BA68}">
      <dsp:nvSpPr>
        <dsp:cNvPr id="0" name=""/>
        <dsp:cNvSpPr/>
      </dsp:nvSpPr>
      <dsp:spPr>
        <a:xfrm>
          <a:off x="3910773" y="0"/>
          <a:ext cx="1687411" cy="1093059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s-Latn-BA" sz="1400" kern="1200" dirty="0"/>
            <a:t>Donošenje odluka</a:t>
          </a:r>
        </a:p>
      </dsp:txBody>
      <dsp:txXfrm>
        <a:off x="4441008" y="24011"/>
        <a:ext cx="1133165" cy="771772"/>
      </dsp:txXfrm>
    </dsp:sp>
    <dsp:sp modelId="{533BE64A-AFDD-4EB3-94E2-C4BE7628A0C2}">
      <dsp:nvSpPr>
        <dsp:cNvPr id="0" name=""/>
        <dsp:cNvSpPr/>
      </dsp:nvSpPr>
      <dsp:spPr>
        <a:xfrm>
          <a:off x="1157629" y="0"/>
          <a:ext cx="1687411" cy="1093059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s-Latn-BA" sz="1400" kern="1200" dirty="0" err="1"/>
            <a:t>Opažanje</a:t>
          </a:r>
          <a:r>
            <a:rPr lang="bs-Latn-BA" sz="1400" kern="1200" dirty="0"/>
            <a:t> podataka</a:t>
          </a:r>
        </a:p>
      </dsp:txBody>
      <dsp:txXfrm>
        <a:off x="1181640" y="24011"/>
        <a:ext cx="1133165" cy="771772"/>
      </dsp:txXfrm>
    </dsp:sp>
    <dsp:sp modelId="{4A3AED01-A7A6-45F8-BDDE-A84822839F6D}">
      <dsp:nvSpPr>
        <dsp:cNvPr id="0" name=""/>
        <dsp:cNvSpPr/>
      </dsp:nvSpPr>
      <dsp:spPr>
        <a:xfrm>
          <a:off x="1864702" y="194701"/>
          <a:ext cx="1479046" cy="1479046"/>
        </a:xfrm>
        <a:prstGeom prst="pieWedg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000" kern="1200" dirty="0" err="1">
              <a:solidFill>
                <a:schemeClr val="tx2">
                  <a:lumMod val="20000"/>
                  <a:lumOff val="80000"/>
                </a:schemeClr>
              </a:solidFill>
            </a:rPr>
            <a:t>Sense</a:t>
          </a:r>
          <a:endParaRPr lang="bs-Latn-BA" sz="2000" kern="1200" dirty="0">
            <a:solidFill>
              <a:schemeClr val="tx2">
                <a:lumMod val="20000"/>
                <a:lumOff val="80000"/>
              </a:schemeClr>
            </a:solidFill>
          </a:endParaRPr>
        </a:p>
      </dsp:txBody>
      <dsp:txXfrm>
        <a:off x="2297905" y="627904"/>
        <a:ext cx="1045843" cy="1045843"/>
      </dsp:txXfrm>
    </dsp:sp>
    <dsp:sp modelId="{4DA035B9-051F-47F8-9E3A-E6C6DAF2D4E6}">
      <dsp:nvSpPr>
        <dsp:cNvPr id="0" name=""/>
        <dsp:cNvSpPr/>
      </dsp:nvSpPr>
      <dsp:spPr>
        <a:xfrm rot="5400000">
          <a:off x="3412065" y="194701"/>
          <a:ext cx="1479046" cy="1479046"/>
        </a:xfrm>
        <a:prstGeom prst="pieWedg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000" kern="1200" dirty="0" err="1">
              <a:solidFill>
                <a:schemeClr val="tx2">
                  <a:lumMod val="20000"/>
                  <a:lumOff val="80000"/>
                </a:schemeClr>
              </a:solidFill>
            </a:rPr>
            <a:t>Think</a:t>
          </a:r>
          <a:endParaRPr lang="bs-Latn-BA" sz="2000" kern="1200" dirty="0">
            <a:solidFill>
              <a:schemeClr val="tx2">
                <a:lumMod val="20000"/>
                <a:lumOff val="80000"/>
              </a:schemeClr>
            </a:solidFill>
          </a:endParaRPr>
        </a:p>
      </dsp:txBody>
      <dsp:txXfrm rot="-5400000">
        <a:off x="3412065" y="627904"/>
        <a:ext cx="1045843" cy="1045843"/>
      </dsp:txXfrm>
    </dsp:sp>
    <dsp:sp modelId="{22819163-0762-4EA7-AD8C-5C2966A5FD7A}">
      <dsp:nvSpPr>
        <dsp:cNvPr id="0" name=""/>
        <dsp:cNvSpPr/>
      </dsp:nvSpPr>
      <dsp:spPr>
        <a:xfrm rot="10800000">
          <a:off x="3412065" y="1742064"/>
          <a:ext cx="1479046" cy="1479046"/>
        </a:xfrm>
        <a:prstGeom prst="pieWedg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000" kern="1200" dirty="0" err="1">
              <a:solidFill>
                <a:schemeClr val="tx2">
                  <a:lumMod val="20000"/>
                  <a:lumOff val="80000"/>
                </a:schemeClr>
              </a:solidFill>
            </a:rPr>
            <a:t>Act</a:t>
          </a:r>
          <a:endParaRPr lang="bs-Latn-BA" sz="2000" kern="1200" dirty="0">
            <a:solidFill>
              <a:schemeClr val="tx2">
                <a:lumMod val="20000"/>
                <a:lumOff val="80000"/>
              </a:schemeClr>
            </a:solidFill>
          </a:endParaRPr>
        </a:p>
      </dsp:txBody>
      <dsp:txXfrm rot="10800000">
        <a:off x="3412065" y="1742064"/>
        <a:ext cx="1045843" cy="1045843"/>
      </dsp:txXfrm>
    </dsp:sp>
    <dsp:sp modelId="{92772987-3AC4-45CB-8462-74E83458E7C9}">
      <dsp:nvSpPr>
        <dsp:cNvPr id="0" name=""/>
        <dsp:cNvSpPr/>
      </dsp:nvSpPr>
      <dsp:spPr>
        <a:xfrm rot="16200000">
          <a:off x="1864702" y="1742064"/>
          <a:ext cx="1479046" cy="1479046"/>
        </a:xfrm>
        <a:prstGeom prst="pieWedg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000" kern="1200" dirty="0" err="1">
              <a:solidFill>
                <a:schemeClr val="tx2">
                  <a:lumMod val="20000"/>
                  <a:lumOff val="80000"/>
                </a:schemeClr>
              </a:solidFill>
            </a:rPr>
            <a:t>Learn</a:t>
          </a:r>
          <a:endParaRPr lang="bs-Latn-BA" sz="2000" kern="1200" dirty="0">
            <a:solidFill>
              <a:schemeClr val="tx2">
                <a:lumMod val="20000"/>
                <a:lumOff val="80000"/>
              </a:schemeClr>
            </a:solidFill>
          </a:endParaRPr>
        </a:p>
      </dsp:txBody>
      <dsp:txXfrm rot="5400000">
        <a:off x="2297905" y="1742064"/>
        <a:ext cx="1045843" cy="1045843"/>
      </dsp:txXfrm>
    </dsp:sp>
    <dsp:sp modelId="{D80B4DB9-3CC1-4C35-861F-D0E402895C7E}">
      <dsp:nvSpPr>
        <dsp:cNvPr id="0" name=""/>
        <dsp:cNvSpPr/>
      </dsp:nvSpPr>
      <dsp:spPr>
        <a:xfrm>
          <a:off x="2999510" y="1350275"/>
          <a:ext cx="219810" cy="219154"/>
        </a:xfrm>
        <a:prstGeom prst="bentArrow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52DE51-8786-4987-B46D-0A9A27A80480}">
      <dsp:nvSpPr>
        <dsp:cNvPr id="0" name=""/>
        <dsp:cNvSpPr/>
      </dsp:nvSpPr>
      <dsp:spPr>
        <a:xfrm rot="16200000">
          <a:off x="3017753" y="1810230"/>
          <a:ext cx="220468" cy="265078"/>
        </a:xfrm>
        <a:prstGeom prst="bentArrow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2" name="Google Shape;2422;g25ad837746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3" name="Google Shape;2423;g25ad837746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2" name="Google Shape;258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3" name="Google Shape;258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8">
          <a:extLst>
            <a:ext uri="{FF2B5EF4-FFF2-40B4-BE49-F238E27FC236}">
              <a16:creationId xmlns:a16="http://schemas.microsoft.com/office/drawing/2014/main" id="{BA676530-00C9-BD1A-D2A7-5B662BBCB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9" name="Google Shape;2669;g54dda1946d_4_2738:notes">
            <a:extLst>
              <a:ext uri="{FF2B5EF4-FFF2-40B4-BE49-F238E27FC236}">
                <a16:creationId xmlns:a16="http://schemas.microsoft.com/office/drawing/2014/main" id="{168F3A3B-8416-ED2F-AB8D-22F9F235DA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0" name="Google Shape;2670;g54dda1946d_4_2738:notes">
            <a:extLst>
              <a:ext uri="{FF2B5EF4-FFF2-40B4-BE49-F238E27FC236}">
                <a16:creationId xmlns:a16="http://schemas.microsoft.com/office/drawing/2014/main" id="{9CAF88B0-4109-60F9-6268-C89EE5FC07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4814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>
          <a:extLst>
            <a:ext uri="{FF2B5EF4-FFF2-40B4-BE49-F238E27FC236}">
              <a16:creationId xmlns:a16="http://schemas.microsoft.com/office/drawing/2014/main" id="{254E3FB5-8E5A-2E12-451E-3C48AEF03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14072739ea5_12_0:notes">
            <a:extLst>
              <a:ext uri="{FF2B5EF4-FFF2-40B4-BE49-F238E27FC236}">
                <a16:creationId xmlns:a16="http://schemas.microsoft.com/office/drawing/2014/main" id="{12A25513-D229-8C5D-499B-01A031BAC9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14072739ea5_12_0:notes">
            <a:extLst>
              <a:ext uri="{FF2B5EF4-FFF2-40B4-BE49-F238E27FC236}">
                <a16:creationId xmlns:a16="http://schemas.microsoft.com/office/drawing/2014/main" id="{A4C84DE1-BE78-A51E-52D9-60A5B5F1DD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45881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6" name="Google Shape;3106;gd5260bdd85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7" name="Google Shape;3107;gd5260bdd85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" name="Google Shape;2467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8" name="Google Shape;2468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7" name="Google Shape;247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" name="Google Shape;2856;g54dda194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7" name="Google Shape;2857;g54dda194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1" name="Google Shape;2521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2" name="Google Shape;2522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828800" y="1155574"/>
            <a:ext cx="5486400" cy="201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286000" y="3530726"/>
            <a:ext cx="4572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3278825" y="-2630651"/>
            <a:ext cx="15700164" cy="10585727"/>
            <a:chOff x="-2952501" y="-2410614"/>
            <a:chExt cx="15047119" cy="10145416"/>
          </a:xfrm>
        </p:grpSpPr>
        <p:grpSp>
          <p:nvGrpSpPr>
            <p:cNvPr id="13" name="Google Shape;13;p2"/>
            <p:cNvGrpSpPr/>
            <p:nvPr/>
          </p:nvGrpSpPr>
          <p:grpSpPr>
            <a:xfrm rot="5399764">
              <a:off x="-1561749" y="-3801164"/>
              <a:ext cx="5905823" cy="8686923"/>
              <a:chOff x="-825491" y="-400170"/>
              <a:chExt cx="4053691" cy="5943840"/>
            </a:xfrm>
          </p:grpSpPr>
          <p:grpSp>
            <p:nvGrpSpPr>
              <p:cNvPr id="14" name="Google Shape;14;p2"/>
              <p:cNvGrpSpPr/>
              <p:nvPr/>
            </p:nvGrpSpPr>
            <p:grpSpPr>
              <a:xfrm>
                <a:off x="-825491" y="-400170"/>
                <a:ext cx="4053691" cy="5935411"/>
                <a:chOff x="-825491" y="-400170"/>
                <a:chExt cx="4053691" cy="5935411"/>
              </a:xfrm>
            </p:grpSpPr>
            <p:grpSp>
              <p:nvGrpSpPr>
                <p:cNvPr id="15" name="Google Shape;15;p2"/>
                <p:cNvGrpSpPr/>
                <p:nvPr/>
              </p:nvGrpSpPr>
              <p:grpSpPr>
                <a:xfrm rot="-5400000">
                  <a:off x="-1767469" y="541807"/>
                  <a:ext cx="5935411" cy="4051456"/>
                  <a:chOff x="543200" y="628450"/>
                  <a:chExt cx="6513125" cy="4440925"/>
                </a:xfrm>
              </p:grpSpPr>
              <p:sp>
                <p:nvSpPr>
                  <p:cNvPr id="16" name="Google Shape;16;p2"/>
                  <p:cNvSpPr/>
                  <p:nvPr/>
                </p:nvSpPr>
                <p:spPr>
                  <a:xfrm>
                    <a:off x="562350" y="854300"/>
                    <a:ext cx="6301150" cy="4153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2046" h="166120" fill="none" extrusionOk="0">
                        <a:moveTo>
                          <a:pt x="21158" y="140049"/>
                        </a:moveTo>
                        <a:lnTo>
                          <a:pt x="8189" y="122325"/>
                        </a:lnTo>
                        <a:lnTo>
                          <a:pt x="32543" y="124649"/>
                        </a:lnTo>
                        <a:lnTo>
                          <a:pt x="9932" y="107612"/>
                        </a:lnTo>
                        <a:lnTo>
                          <a:pt x="39939" y="105789"/>
                        </a:lnTo>
                        <a:lnTo>
                          <a:pt x="38354" y="117306"/>
                        </a:lnTo>
                        <a:lnTo>
                          <a:pt x="24883" y="98076"/>
                        </a:lnTo>
                        <a:lnTo>
                          <a:pt x="53621" y="88779"/>
                        </a:lnTo>
                        <a:lnTo>
                          <a:pt x="8638" y="77368"/>
                        </a:lnTo>
                        <a:lnTo>
                          <a:pt x="46859" y="77368"/>
                        </a:lnTo>
                        <a:lnTo>
                          <a:pt x="39939" y="105763"/>
                        </a:lnTo>
                        <a:lnTo>
                          <a:pt x="60463" y="119736"/>
                        </a:lnTo>
                        <a:lnTo>
                          <a:pt x="52591" y="140656"/>
                        </a:lnTo>
                        <a:lnTo>
                          <a:pt x="39965" y="154524"/>
                        </a:lnTo>
                        <a:lnTo>
                          <a:pt x="65402" y="156056"/>
                        </a:lnTo>
                        <a:lnTo>
                          <a:pt x="95383" y="155237"/>
                        </a:lnTo>
                        <a:lnTo>
                          <a:pt x="81198" y="126076"/>
                        </a:lnTo>
                        <a:lnTo>
                          <a:pt x="75255" y="142294"/>
                        </a:lnTo>
                        <a:lnTo>
                          <a:pt x="102699" y="140022"/>
                        </a:lnTo>
                        <a:lnTo>
                          <a:pt x="84156" y="100903"/>
                        </a:lnTo>
                        <a:lnTo>
                          <a:pt x="65402" y="102329"/>
                        </a:lnTo>
                        <a:lnTo>
                          <a:pt x="91711" y="74964"/>
                        </a:lnTo>
                        <a:lnTo>
                          <a:pt x="111733" y="108986"/>
                        </a:lnTo>
                        <a:lnTo>
                          <a:pt x="114348" y="88594"/>
                        </a:lnTo>
                        <a:lnTo>
                          <a:pt x="131702" y="74990"/>
                        </a:lnTo>
                        <a:lnTo>
                          <a:pt x="143272" y="87537"/>
                        </a:lnTo>
                        <a:lnTo>
                          <a:pt x="122880" y="125283"/>
                        </a:lnTo>
                        <a:lnTo>
                          <a:pt x="127608" y="100269"/>
                        </a:lnTo>
                        <a:lnTo>
                          <a:pt x="121427" y="66723"/>
                        </a:lnTo>
                        <a:lnTo>
                          <a:pt x="156875" y="60964"/>
                        </a:lnTo>
                        <a:lnTo>
                          <a:pt x="148079" y="70421"/>
                        </a:lnTo>
                        <a:lnTo>
                          <a:pt x="182840" y="64927"/>
                        </a:lnTo>
                        <a:lnTo>
                          <a:pt x="197738" y="64398"/>
                        </a:lnTo>
                        <a:lnTo>
                          <a:pt x="168128" y="44324"/>
                        </a:lnTo>
                        <a:lnTo>
                          <a:pt x="171165" y="30773"/>
                        </a:lnTo>
                        <a:lnTo>
                          <a:pt x="201991" y="17275"/>
                        </a:lnTo>
                        <a:lnTo>
                          <a:pt x="191927" y="33943"/>
                        </a:lnTo>
                        <a:lnTo>
                          <a:pt x="173120" y="11808"/>
                        </a:lnTo>
                        <a:lnTo>
                          <a:pt x="189444" y="1400"/>
                        </a:lnTo>
                        <a:lnTo>
                          <a:pt x="209915" y="7898"/>
                        </a:lnTo>
                        <a:lnTo>
                          <a:pt x="210470" y="27"/>
                        </a:lnTo>
                        <a:lnTo>
                          <a:pt x="230809" y="12679"/>
                        </a:lnTo>
                        <a:lnTo>
                          <a:pt x="218209" y="22294"/>
                        </a:lnTo>
                        <a:lnTo>
                          <a:pt x="229620" y="26679"/>
                        </a:lnTo>
                        <a:lnTo>
                          <a:pt x="251333" y="5547"/>
                        </a:lnTo>
                        <a:lnTo>
                          <a:pt x="229620" y="634"/>
                        </a:lnTo>
                        <a:lnTo>
                          <a:pt x="218183" y="22294"/>
                        </a:lnTo>
                        <a:lnTo>
                          <a:pt x="205240" y="44007"/>
                        </a:lnTo>
                        <a:lnTo>
                          <a:pt x="220032" y="47969"/>
                        </a:lnTo>
                        <a:lnTo>
                          <a:pt x="217417" y="57108"/>
                        </a:lnTo>
                        <a:lnTo>
                          <a:pt x="237307" y="54889"/>
                        </a:lnTo>
                        <a:lnTo>
                          <a:pt x="229620" y="26679"/>
                        </a:lnTo>
                        <a:lnTo>
                          <a:pt x="223650" y="36795"/>
                        </a:lnTo>
                        <a:lnTo>
                          <a:pt x="228801" y="71768"/>
                        </a:lnTo>
                        <a:lnTo>
                          <a:pt x="249668" y="74409"/>
                        </a:lnTo>
                        <a:lnTo>
                          <a:pt x="252046" y="59327"/>
                        </a:lnTo>
                        <a:lnTo>
                          <a:pt x="228801" y="71741"/>
                        </a:lnTo>
                        <a:lnTo>
                          <a:pt x="217417" y="57134"/>
                        </a:lnTo>
                        <a:lnTo>
                          <a:pt x="201991" y="17275"/>
                        </a:lnTo>
                        <a:lnTo>
                          <a:pt x="166648" y="687"/>
                        </a:lnTo>
                        <a:lnTo>
                          <a:pt x="189444" y="1400"/>
                        </a:lnTo>
                        <a:lnTo>
                          <a:pt x="210470" y="0"/>
                        </a:lnTo>
                        <a:lnTo>
                          <a:pt x="229620" y="634"/>
                        </a:lnTo>
                        <a:lnTo>
                          <a:pt x="230782" y="12679"/>
                        </a:lnTo>
                        <a:lnTo>
                          <a:pt x="251306" y="5547"/>
                        </a:lnTo>
                        <a:lnTo>
                          <a:pt x="247318" y="19124"/>
                        </a:lnTo>
                        <a:lnTo>
                          <a:pt x="229620" y="26679"/>
                        </a:lnTo>
                        <a:lnTo>
                          <a:pt x="242986" y="44297"/>
                        </a:lnTo>
                        <a:lnTo>
                          <a:pt x="237307" y="54889"/>
                        </a:lnTo>
                        <a:lnTo>
                          <a:pt x="223624" y="36795"/>
                        </a:lnTo>
                        <a:lnTo>
                          <a:pt x="220032" y="47995"/>
                        </a:lnTo>
                        <a:lnTo>
                          <a:pt x="218183" y="22294"/>
                        </a:lnTo>
                        <a:lnTo>
                          <a:pt x="209915" y="7898"/>
                        </a:lnTo>
                        <a:lnTo>
                          <a:pt x="201991" y="17275"/>
                        </a:lnTo>
                        <a:cubicBezTo>
                          <a:pt x="201991" y="17275"/>
                          <a:pt x="172671" y="11808"/>
                          <a:pt x="173120" y="11808"/>
                        </a:cubicBezTo>
                        <a:cubicBezTo>
                          <a:pt x="173595" y="11808"/>
                          <a:pt x="171139" y="30773"/>
                          <a:pt x="171139" y="30773"/>
                        </a:cubicBezTo>
                        <a:lnTo>
                          <a:pt x="191927" y="33943"/>
                        </a:lnTo>
                        <a:lnTo>
                          <a:pt x="197712" y="64398"/>
                        </a:lnTo>
                        <a:lnTo>
                          <a:pt x="205240" y="44007"/>
                        </a:lnTo>
                        <a:lnTo>
                          <a:pt x="168128" y="44297"/>
                        </a:lnTo>
                        <a:lnTo>
                          <a:pt x="156875" y="60964"/>
                        </a:lnTo>
                        <a:lnTo>
                          <a:pt x="182840" y="64900"/>
                        </a:lnTo>
                        <a:lnTo>
                          <a:pt x="143272" y="87537"/>
                        </a:lnTo>
                        <a:lnTo>
                          <a:pt x="148079" y="70421"/>
                        </a:lnTo>
                        <a:lnTo>
                          <a:pt x="131729" y="74990"/>
                        </a:lnTo>
                        <a:lnTo>
                          <a:pt x="127608" y="100295"/>
                        </a:lnTo>
                        <a:lnTo>
                          <a:pt x="114348" y="88620"/>
                        </a:lnTo>
                        <a:lnTo>
                          <a:pt x="91711" y="74964"/>
                        </a:lnTo>
                        <a:lnTo>
                          <a:pt x="46859" y="77368"/>
                        </a:lnTo>
                        <a:lnTo>
                          <a:pt x="53621" y="88779"/>
                        </a:lnTo>
                        <a:lnTo>
                          <a:pt x="65402" y="102329"/>
                        </a:lnTo>
                        <a:lnTo>
                          <a:pt x="39939" y="105789"/>
                        </a:lnTo>
                        <a:lnTo>
                          <a:pt x="24883" y="98076"/>
                        </a:lnTo>
                        <a:lnTo>
                          <a:pt x="9932" y="107612"/>
                        </a:lnTo>
                        <a:lnTo>
                          <a:pt x="38328" y="117306"/>
                        </a:lnTo>
                        <a:lnTo>
                          <a:pt x="32516" y="124649"/>
                        </a:lnTo>
                        <a:lnTo>
                          <a:pt x="60436" y="119763"/>
                        </a:lnTo>
                        <a:lnTo>
                          <a:pt x="84130" y="100903"/>
                        </a:lnTo>
                        <a:lnTo>
                          <a:pt x="111707" y="108986"/>
                        </a:lnTo>
                        <a:lnTo>
                          <a:pt x="122853" y="125283"/>
                        </a:lnTo>
                        <a:lnTo>
                          <a:pt x="81172" y="126076"/>
                        </a:lnTo>
                        <a:lnTo>
                          <a:pt x="102699" y="140049"/>
                        </a:lnTo>
                        <a:lnTo>
                          <a:pt x="95383" y="155263"/>
                        </a:lnTo>
                        <a:lnTo>
                          <a:pt x="75255" y="142294"/>
                        </a:lnTo>
                        <a:lnTo>
                          <a:pt x="65402" y="156082"/>
                        </a:lnTo>
                        <a:lnTo>
                          <a:pt x="52591" y="140683"/>
                        </a:lnTo>
                        <a:lnTo>
                          <a:pt x="38354" y="137856"/>
                        </a:lnTo>
                        <a:lnTo>
                          <a:pt x="39965" y="154524"/>
                        </a:lnTo>
                        <a:lnTo>
                          <a:pt x="14211" y="157561"/>
                        </a:lnTo>
                        <a:lnTo>
                          <a:pt x="21158" y="140049"/>
                        </a:lnTo>
                        <a:lnTo>
                          <a:pt x="0" y="145939"/>
                        </a:lnTo>
                        <a:lnTo>
                          <a:pt x="14211" y="157561"/>
                        </a:lnTo>
                        <a:lnTo>
                          <a:pt x="9985" y="164614"/>
                        </a:lnTo>
                        <a:lnTo>
                          <a:pt x="35079" y="166119"/>
                        </a:lnTo>
                        <a:lnTo>
                          <a:pt x="39965" y="154524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" name="Google Shape;17;p2"/>
                  <p:cNvSpPr/>
                  <p:nvPr/>
                </p:nvSpPr>
                <p:spPr>
                  <a:xfrm>
                    <a:off x="1439300" y="4756350"/>
                    <a:ext cx="758125" cy="313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325" h="12521" fill="none" extrusionOk="0">
                        <a:moveTo>
                          <a:pt x="1" y="10037"/>
                        </a:moveTo>
                        <a:lnTo>
                          <a:pt x="30324" y="0"/>
                        </a:lnTo>
                        <a:lnTo>
                          <a:pt x="18887" y="1252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" name="Google Shape;18;p2"/>
                  <p:cNvSpPr/>
                  <p:nvPr/>
                </p:nvSpPr>
                <p:spPr>
                  <a:xfrm>
                    <a:off x="2443700" y="4411625"/>
                    <a:ext cx="503225" cy="570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29" h="22823" fill="none" extrusionOk="0">
                        <a:moveTo>
                          <a:pt x="1" y="1"/>
                        </a:moveTo>
                        <a:lnTo>
                          <a:pt x="5284" y="22823"/>
                        </a:lnTo>
                        <a:lnTo>
                          <a:pt x="20129" y="1297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" name="Google Shape;19;p2"/>
                  <p:cNvSpPr/>
                  <p:nvPr/>
                </p:nvSpPr>
                <p:spPr>
                  <a:xfrm>
                    <a:off x="1091300" y="3412525"/>
                    <a:ext cx="1352425" cy="999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097" h="39965" fill="none" extrusionOk="0">
                        <a:moveTo>
                          <a:pt x="0" y="37720"/>
                        </a:moveTo>
                        <a:lnTo>
                          <a:pt x="17196" y="35501"/>
                        </a:lnTo>
                        <a:lnTo>
                          <a:pt x="11385" y="22320"/>
                        </a:lnTo>
                        <a:lnTo>
                          <a:pt x="44244" y="0"/>
                        </a:lnTo>
                        <a:lnTo>
                          <a:pt x="39305" y="17434"/>
                        </a:lnTo>
                        <a:lnTo>
                          <a:pt x="54097" y="39965"/>
                        </a:lnTo>
                        <a:lnTo>
                          <a:pt x="31433" y="38327"/>
                        </a:lnTo>
                        <a:lnTo>
                          <a:pt x="17196" y="14977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" name="Google Shape;20;p2"/>
                  <p:cNvSpPr/>
                  <p:nvPr/>
                </p:nvSpPr>
                <p:spPr>
                  <a:xfrm>
                    <a:off x="1877125" y="3042725"/>
                    <a:ext cx="2267025" cy="132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681" h="53120" fill="none" extrusionOk="0">
                        <a:moveTo>
                          <a:pt x="0" y="53119"/>
                        </a:moveTo>
                        <a:lnTo>
                          <a:pt x="28607" y="38539"/>
                        </a:lnTo>
                        <a:lnTo>
                          <a:pt x="31565" y="13366"/>
                        </a:lnTo>
                        <a:lnTo>
                          <a:pt x="70262" y="37746"/>
                        </a:lnTo>
                        <a:lnTo>
                          <a:pt x="50108" y="52512"/>
                        </a:lnTo>
                        <a:lnTo>
                          <a:pt x="59142" y="21449"/>
                        </a:lnTo>
                        <a:lnTo>
                          <a:pt x="75017" y="12732"/>
                        </a:lnTo>
                        <a:lnTo>
                          <a:pt x="90681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" name="Google Shape;21;p2"/>
                  <p:cNvSpPr/>
                  <p:nvPr/>
                </p:nvSpPr>
                <p:spPr>
                  <a:xfrm>
                    <a:off x="543200" y="2788475"/>
                    <a:ext cx="641225" cy="1714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649" h="68573" fill="none" extrusionOk="0">
                        <a:moveTo>
                          <a:pt x="25649" y="20709"/>
                        </a:moveTo>
                        <a:lnTo>
                          <a:pt x="9404" y="1"/>
                        </a:lnTo>
                        <a:lnTo>
                          <a:pt x="0" y="8057"/>
                        </a:lnTo>
                        <a:lnTo>
                          <a:pt x="10698" y="30245"/>
                        </a:lnTo>
                        <a:lnTo>
                          <a:pt x="8955" y="44958"/>
                        </a:lnTo>
                        <a:lnTo>
                          <a:pt x="766" y="68572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" name="Google Shape;22;p2"/>
                  <p:cNvSpPr/>
                  <p:nvPr/>
                </p:nvSpPr>
                <p:spPr>
                  <a:xfrm>
                    <a:off x="1902875" y="2522350"/>
                    <a:ext cx="1694500" cy="85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780" h="34181" fill="none" extrusionOk="0">
                        <a:moveTo>
                          <a:pt x="30535" y="34181"/>
                        </a:moveTo>
                        <a:lnTo>
                          <a:pt x="67780" y="1"/>
                        </a:lnTo>
                        <a:lnTo>
                          <a:pt x="38090" y="8242"/>
                        </a:lnTo>
                        <a:lnTo>
                          <a:pt x="0" y="22057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" name="Google Shape;23;p2"/>
                  <p:cNvSpPr/>
                  <p:nvPr/>
                </p:nvSpPr>
                <p:spPr>
                  <a:xfrm>
                    <a:off x="4484225" y="871475"/>
                    <a:ext cx="1532700" cy="150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308" h="60278" fill="none" extrusionOk="0">
                        <a:moveTo>
                          <a:pt x="14290" y="30086"/>
                        </a:moveTo>
                        <a:lnTo>
                          <a:pt x="9773" y="0"/>
                        </a:lnTo>
                        <a:lnTo>
                          <a:pt x="0" y="60277"/>
                        </a:lnTo>
                        <a:lnTo>
                          <a:pt x="48365" y="43320"/>
                        </a:lnTo>
                        <a:lnTo>
                          <a:pt x="35078" y="33256"/>
                        </a:lnTo>
                        <a:lnTo>
                          <a:pt x="61308" y="21607"/>
                        </a:lnTo>
                        <a:lnTo>
                          <a:pt x="45116" y="16588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" name="Google Shape;24;p2"/>
                  <p:cNvSpPr/>
                  <p:nvPr/>
                </p:nvSpPr>
                <p:spPr>
                  <a:xfrm>
                    <a:off x="5505775" y="1842850"/>
                    <a:ext cx="1444900" cy="80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796" h="32226" fill="none" extrusionOk="0">
                        <a:moveTo>
                          <a:pt x="57795" y="1"/>
                        </a:moveTo>
                        <a:lnTo>
                          <a:pt x="45275" y="4755"/>
                        </a:lnTo>
                        <a:lnTo>
                          <a:pt x="54309" y="19811"/>
                        </a:lnTo>
                        <a:lnTo>
                          <a:pt x="39570" y="15347"/>
                        </a:lnTo>
                        <a:lnTo>
                          <a:pt x="31091" y="32226"/>
                        </a:lnTo>
                        <a:lnTo>
                          <a:pt x="1" y="24856"/>
                        </a:lnTo>
                        <a:lnTo>
                          <a:pt x="19680" y="17592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" name="Google Shape;25;p2"/>
                  <p:cNvSpPr/>
                  <p:nvPr/>
                </p:nvSpPr>
                <p:spPr>
                  <a:xfrm>
                    <a:off x="6745275" y="1311275"/>
                    <a:ext cx="205400" cy="278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16" h="11147" fill="none" extrusionOk="0">
                        <a:moveTo>
                          <a:pt x="8215" y="11147"/>
                        </a:moveTo>
                        <a:lnTo>
                          <a:pt x="1" y="845"/>
                        </a:lnTo>
                        <a:lnTo>
                          <a:pt x="7819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" name="Google Shape;26;p2"/>
                  <p:cNvSpPr/>
                  <p:nvPr/>
                </p:nvSpPr>
                <p:spPr>
                  <a:xfrm>
                    <a:off x="6302850" y="1521250"/>
                    <a:ext cx="633950" cy="227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358" h="9088" fill="none" extrusionOk="0">
                        <a:moveTo>
                          <a:pt x="0" y="1"/>
                        </a:moveTo>
                        <a:lnTo>
                          <a:pt x="25358" y="9087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" name="Google Shape;27;p2"/>
                  <p:cNvSpPr/>
                  <p:nvPr/>
                </p:nvSpPr>
                <p:spPr>
                  <a:xfrm>
                    <a:off x="6845000" y="674025"/>
                    <a:ext cx="211325" cy="318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53" h="12759" fill="none" extrusionOk="0">
                        <a:moveTo>
                          <a:pt x="766" y="0"/>
                        </a:moveTo>
                        <a:lnTo>
                          <a:pt x="0" y="12758"/>
                        </a:lnTo>
                        <a:lnTo>
                          <a:pt x="8453" y="383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" name="Google Shape;28;p2"/>
                  <p:cNvSpPr/>
                  <p:nvPr/>
                </p:nvSpPr>
                <p:spPr>
                  <a:xfrm>
                    <a:off x="6302850" y="646275"/>
                    <a:ext cx="387650" cy="223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06" h="8956" fill="none" extrusionOk="0">
                        <a:moveTo>
                          <a:pt x="0" y="8955"/>
                        </a:moveTo>
                        <a:lnTo>
                          <a:pt x="15505" y="1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" name="Google Shape;29;p2"/>
                  <p:cNvSpPr/>
                  <p:nvPr/>
                </p:nvSpPr>
                <p:spPr>
                  <a:xfrm>
                    <a:off x="5755400" y="639025"/>
                    <a:ext cx="350675" cy="215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027" h="8638" fill="none" extrusionOk="0">
                        <a:moveTo>
                          <a:pt x="14027" y="0"/>
                        </a:moveTo>
                        <a:lnTo>
                          <a:pt x="2748" y="8638"/>
                        </a:lnTo>
                        <a:lnTo>
                          <a:pt x="1" y="291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" name="Google Shape;30;p2"/>
                  <p:cNvSpPr/>
                  <p:nvPr/>
                </p:nvSpPr>
                <p:spPr>
                  <a:xfrm>
                    <a:off x="5278625" y="628450"/>
                    <a:ext cx="274725" cy="26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89" h="10461" fill="none" extrusionOk="0">
                        <a:moveTo>
                          <a:pt x="10989" y="714"/>
                        </a:moveTo>
                        <a:lnTo>
                          <a:pt x="793" y="10461"/>
                        </a:lnTo>
                        <a:lnTo>
                          <a:pt x="0" y="1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" name="Google Shape;31;p2"/>
                  <p:cNvSpPr/>
                  <p:nvPr/>
                </p:nvSpPr>
                <p:spPr>
                  <a:xfrm>
                    <a:off x="4728550" y="639025"/>
                    <a:ext cx="464900" cy="232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596" h="9299" fill="none" extrusionOk="0">
                        <a:moveTo>
                          <a:pt x="0" y="9298"/>
                        </a:moveTo>
                        <a:lnTo>
                          <a:pt x="18596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2" name="Google Shape;32;p2"/>
                <p:cNvSpPr/>
                <p:nvPr/>
              </p:nvSpPr>
              <p:spPr>
                <a:xfrm>
                  <a:off x="3147175" y="3684800"/>
                  <a:ext cx="81025" cy="103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1" h="41242" extrusionOk="0">
                      <a:moveTo>
                        <a:pt x="0" y="0"/>
                      </a:moveTo>
                      <a:lnTo>
                        <a:pt x="3241" y="24254"/>
                      </a:lnTo>
                      <a:lnTo>
                        <a:pt x="884" y="4124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/>
                <a:lstStyle/>
                <a:p>
                  <a:endParaRPr lang="bs-Latn-BA"/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 rot="-5400000">
                <a:off x="-1715265" y="839456"/>
                <a:ext cx="5785570" cy="3622857"/>
                <a:chOff x="533950" y="838450"/>
                <a:chExt cx="6348700" cy="3971125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5993125" y="1393775"/>
                  <a:ext cx="41625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1428" extrusionOk="0">
                      <a:moveTo>
                        <a:pt x="994" y="0"/>
                      </a:moveTo>
                      <a:cubicBezTo>
                        <a:pt x="980" y="0"/>
                        <a:pt x="966" y="1"/>
                        <a:pt x="952" y="2"/>
                      </a:cubicBezTo>
                      <a:cubicBezTo>
                        <a:pt x="318" y="2"/>
                        <a:pt x="1" y="768"/>
                        <a:pt x="450" y="1217"/>
                      </a:cubicBezTo>
                      <a:cubicBezTo>
                        <a:pt x="595" y="1362"/>
                        <a:pt x="774" y="1427"/>
                        <a:pt x="949" y="1427"/>
                      </a:cubicBezTo>
                      <a:cubicBezTo>
                        <a:pt x="1315" y="1427"/>
                        <a:pt x="1665" y="1144"/>
                        <a:pt x="1665" y="715"/>
                      </a:cubicBezTo>
                      <a:cubicBezTo>
                        <a:pt x="1665" y="333"/>
                        <a:pt x="1370" y="0"/>
                        <a:pt x="99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6717550" y="1311275"/>
                  <a:ext cx="48875" cy="4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" h="1701" extrusionOk="0">
                      <a:moveTo>
                        <a:pt x="1110" y="0"/>
                      </a:moveTo>
                      <a:cubicBezTo>
                        <a:pt x="370" y="0"/>
                        <a:pt x="0" y="925"/>
                        <a:pt x="529" y="1453"/>
                      </a:cubicBezTo>
                      <a:cubicBezTo>
                        <a:pt x="699" y="1624"/>
                        <a:pt x="909" y="1701"/>
                        <a:pt x="1114" y="1701"/>
                      </a:cubicBezTo>
                      <a:cubicBezTo>
                        <a:pt x="1544" y="1701"/>
                        <a:pt x="1955" y="1364"/>
                        <a:pt x="1955" y="845"/>
                      </a:cubicBezTo>
                      <a:cubicBezTo>
                        <a:pt x="1955" y="396"/>
                        <a:pt x="1585" y="0"/>
                        <a:pt x="11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5272025" y="870150"/>
                  <a:ext cx="45575" cy="3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560" extrusionOk="0">
                      <a:moveTo>
                        <a:pt x="1057" y="0"/>
                      </a:moveTo>
                      <a:cubicBezTo>
                        <a:pt x="344" y="0"/>
                        <a:pt x="0" y="846"/>
                        <a:pt x="502" y="1321"/>
                      </a:cubicBezTo>
                      <a:cubicBezTo>
                        <a:pt x="659" y="1486"/>
                        <a:pt x="855" y="1560"/>
                        <a:pt x="1048" y="1560"/>
                      </a:cubicBezTo>
                      <a:cubicBezTo>
                        <a:pt x="1442" y="1560"/>
                        <a:pt x="1823" y="1254"/>
                        <a:pt x="1823" y="793"/>
                      </a:cubicBezTo>
                      <a:cubicBezTo>
                        <a:pt x="1823" y="344"/>
                        <a:pt x="1479" y="0"/>
                        <a:pt x="1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" name="Google Shape;37;p2"/>
                <p:cNvSpPr/>
                <p:nvPr/>
              </p:nvSpPr>
              <p:spPr>
                <a:xfrm>
                  <a:off x="4875150" y="1137600"/>
                  <a:ext cx="27100" cy="2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4" h="928" extrusionOk="0">
                      <a:moveTo>
                        <a:pt x="634" y="0"/>
                      </a:moveTo>
                      <a:cubicBezTo>
                        <a:pt x="212" y="0"/>
                        <a:pt x="0" y="502"/>
                        <a:pt x="291" y="793"/>
                      </a:cubicBezTo>
                      <a:cubicBezTo>
                        <a:pt x="384" y="886"/>
                        <a:pt x="500" y="928"/>
                        <a:pt x="614" y="928"/>
                      </a:cubicBezTo>
                      <a:cubicBezTo>
                        <a:pt x="853" y="928"/>
                        <a:pt x="1083" y="744"/>
                        <a:pt x="1083" y="476"/>
                      </a:cubicBezTo>
                      <a:cubicBezTo>
                        <a:pt x="1083" y="211"/>
                        <a:pt x="872" y="0"/>
                        <a:pt x="63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" name="Google Shape;38;p2"/>
                <p:cNvSpPr/>
                <p:nvPr/>
              </p:nvSpPr>
              <p:spPr>
                <a:xfrm>
                  <a:off x="5337400" y="1685025"/>
                  <a:ext cx="40950" cy="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8" h="1427" extrusionOk="0">
                      <a:moveTo>
                        <a:pt x="925" y="1"/>
                      </a:moveTo>
                      <a:cubicBezTo>
                        <a:pt x="317" y="1"/>
                        <a:pt x="0" y="767"/>
                        <a:pt x="449" y="1216"/>
                      </a:cubicBezTo>
                      <a:cubicBezTo>
                        <a:pt x="586" y="1361"/>
                        <a:pt x="759" y="1426"/>
                        <a:pt x="930" y="1426"/>
                      </a:cubicBezTo>
                      <a:cubicBezTo>
                        <a:pt x="1288" y="1426"/>
                        <a:pt x="1638" y="1142"/>
                        <a:pt x="1638" y="714"/>
                      </a:cubicBezTo>
                      <a:cubicBezTo>
                        <a:pt x="1638" y="318"/>
                        <a:pt x="1321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" name="Google Shape;39;p2"/>
                <p:cNvSpPr/>
                <p:nvPr/>
              </p:nvSpPr>
              <p:spPr>
                <a:xfrm>
                  <a:off x="5670225" y="1937950"/>
                  <a:ext cx="40300" cy="3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1363" extrusionOk="0">
                      <a:moveTo>
                        <a:pt x="925" y="0"/>
                      </a:moveTo>
                      <a:cubicBezTo>
                        <a:pt x="317" y="0"/>
                        <a:pt x="0" y="740"/>
                        <a:pt x="423" y="1162"/>
                      </a:cubicBezTo>
                      <a:cubicBezTo>
                        <a:pt x="569" y="1300"/>
                        <a:pt x="746" y="1362"/>
                        <a:pt x="919" y="1362"/>
                      </a:cubicBezTo>
                      <a:cubicBezTo>
                        <a:pt x="1275" y="1362"/>
                        <a:pt x="1611" y="1097"/>
                        <a:pt x="1611" y="687"/>
                      </a:cubicBezTo>
                      <a:cubicBezTo>
                        <a:pt x="1611" y="291"/>
                        <a:pt x="1294" y="0"/>
                        <a:pt x="9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" name="Google Shape;40;p2"/>
                <p:cNvSpPr/>
                <p:nvPr/>
              </p:nvSpPr>
              <p:spPr>
                <a:xfrm>
                  <a:off x="6135100" y="1760300"/>
                  <a:ext cx="31725" cy="2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88" extrusionOk="0">
                      <a:moveTo>
                        <a:pt x="740" y="1"/>
                      </a:moveTo>
                      <a:cubicBezTo>
                        <a:pt x="239" y="1"/>
                        <a:pt x="1" y="582"/>
                        <a:pt x="344" y="925"/>
                      </a:cubicBezTo>
                      <a:cubicBezTo>
                        <a:pt x="456" y="1038"/>
                        <a:pt x="594" y="1088"/>
                        <a:pt x="729" y="1088"/>
                      </a:cubicBezTo>
                      <a:cubicBezTo>
                        <a:pt x="1006" y="1088"/>
                        <a:pt x="1269" y="875"/>
                        <a:pt x="1269" y="555"/>
                      </a:cubicBezTo>
                      <a:cubicBezTo>
                        <a:pt x="1269" y="239"/>
                        <a:pt x="1031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" name="Google Shape;41;p2"/>
                <p:cNvSpPr/>
                <p:nvPr/>
              </p:nvSpPr>
              <p:spPr>
                <a:xfrm>
                  <a:off x="6473200" y="2210000"/>
                  <a:ext cx="38775" cy="3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1" h="1330" extrusionOk="0">
                      <a:moveTo>
                        <a:pt x="873" y="1"/>
                      </a:moveTo>
                      <a:cubicBezTo>
                        <a:pt x="291" y="1"/>
                        <a:pt x="1" y="714"/>
                        <a:pt x="424" y="1137"/>
                      </a:cubicBezTo>
                      <a:cubicBezTo>
                        <a:pt x="557" y="1270"/>
                        <a:pt x="720" y="1330"/>
                        <a:pt x="879" y="1330"/>
                      </a:cubicBezTo>
                      <a:cubicBezTo>
                        <a:pt x="1223" y="1330"/>
                        <a:pt x="1551" y="1050"/>
                        <a:pt x="1533" y="635"/>
                      </a:cubicBezTo>
                      <a:cubicBezTo>
                        <a:pt x="1533" y="291"/>
                        <a:pt x="1242" y="1"/>
                        <a:pt x="8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" name="Google Shape;42;p2"/>
                <p:cNvSpPr/>
                <p:nvPr/>
              </p:nvSpPr>
              <p:spPr>
                <a:xfrm>
                  <a:off x="6259250" y="2629325"/>
                  <a:ext cx="4362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" h="1517" extrusionOk="0">
                      <a:moveTo>
                        <a:pt x="1004" y="1"/>
                      </a:moveTo>
                      <a:cubicBezTo>
                        <a:pt x="318" y="1"/>
                        <a:pt x="1" y="820"/>
                        <a:pt x="476" y="1295"/>
                      </a:cubicBezTo>
                      <a:cubicBezTo>
                        <a:pt x="621" y="1448"/>
                        <a:pt x="804" y="1517"/>
                        <a:pt x="985" y="1517"/>
                      </a:cubicBezTo>
                      <a:cubicBezTo>
                        <a:pt x="1368" y="1517"/>
                        <a:pt x="1744" y="1215"/>
                        <a:pt x="1744" y="767"/>
                      </a:cubicBezTo>
                      <a:cubicBezTo>
                        <a:pt x="1744" y="344"/>
                        <a:pt x="1401" y="1"/>
                        <a:pt x="10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" name="Google Shape;43;p2"/>
                <p:cNvSpPr/>
                <p:nvPr/>
              </p:nvSpPr>
              <p:spPr>
                <a:xfrm>
                  <a:off x="5485975" y="2449725"/>
                  <a:ext cx="34375" cy="2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150" extrusionOk="0">
                      <a:moveTo>
                        <a:pt x="793" y="0"/>
                      </a:moveTo>
                      <a:cubicBezTo>
                        <a:pt x="265" y="0"/>
                        <a:pt x="1" y="608"/>
                        <a:pt x="370" y="978"/>
                      </a:cubicBezTo>
                      <a:cubicBezTo>
                        <a:pt x="489" y="1097"/>
                        <a:pt x="636" y="1150"/>
                        <a:pt x="780" y="1150"/>
                      </a:cubicBezTo>
                      <a:cubicBezTo>
                        <a:pt x="1083" y="1150"/>
                        <a:pt x="1374" y="913"/>
                        <a:pt x="1374" y="555"/>
                      </a:cubicBezTo>
                      <a:cubicBezTo>
                        <a:pt x="1374" y="238"/>
                        <a:pt x="1110" y="0"/>
                        <a:pt x="79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" name="Google Shape;44;p2"/>
                <p:cNvSpPr/>
                <p:nvPr/>
              </p:nvSpPr>
              <p:spPr>
                <a:xfrm>
                  <a:off x="5972650" y="2263500"/>
                  <a:ext cx="4427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17" extrusionOk="0">
                      <a:moveTo>
                        <a:pt x="1005" y="0"/>
                      </a:moveTo>
                      <a:cubicBezTo>
                        <a:pt x="344" y="0"/>
                        <a:pt x="1" y="819"/>
                        <a:pt x="476" y="1295"/>
                      </a:cubicBezTo>
                      <a:cubicBezTo>
                        <a:pt x="629" y="1448"/>
                        <a:pt x="818" y="1516"/>
                        <a:pt x="1004" y="1516"/>
                      </a:cubicBezTo>
                      <a:cubicBezTo>
                        <a:pt x="1394" y="1516"/>
                        <a:pt x="1771" y="1214"/>
                        <a:pt x="1771" y="766"/>
                      </a:cubicBezTo>
                      <a:cubicBezTo>
                        <a:pt x="1771" y="344"/>
                        <a:pt x="1427" y="0"/>
                        <a:pt x="100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45;p2"/>
                <p:cNvSpPr/>
                <p:nvPr/>
              </p:nvSpPr>
              <p:spPr>
                <a:xfrm>
                  <a:off x="5106275" y="2456975"/>
                  <a:ext cx="46900" cy="40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6" h="1606" extrusionOk="0">
                      <a:moveTo>
                        <a:pt x="1083" y="1"/>
                      </a:moveTo>
                      <a:cubicBezTo>
                        <a:pt x="370" y="1"/>
                        <a:pt x="0" y="872"/>
                        <a:pt x="502" y="1374"/>
                      </a:cubicBezTo>
                      <a:cubicBezTo>
                        <a:pt x="671" y="1534"/>
                        <a:pt x="871" y="1606"/>
                        <a:pt x="1066" y="1606"/>
                      </a:cubicBezTo>
                      <a:cubicBezTo>
                        <a:pt x="1483" y="1606"/>
                        <a:pt x="1876" y="1279"/>
                        <a:pt x="1876" y="793"/>
                      </a:cubicBezTo>
                      <a:cubicBezTo>
                        <a:pt x="1876" y="371"/>
                        <a:pt x="1532" y="1"/>
                        <a:pt x="108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>
                  <a:off x="4461750" y="2361900"/>
                  <a:ext cx="39000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0" h="1311" extrusionOk="0">
                      <a:moveTo>
                        <a:pt x="899" y="0"/>
                      </a:moveTo>
                      <a:cubicBezTo>
                        <a:pt x="291" y="0"/>
                        <a:pt x="1" y="687"/>
                        <a:pt x="424" y="1110"/>
                      </a:cubicBezTo>
                      <a:cubicBezTo>
                        <a:pt x="562" y="1248"/>
                        <a:pt x="732" y="1310"/>
                        <a:pt x="898" y="1310"/>
                      </a:cubicBezTo>
                      <a:cubicBezTo>
                        <a:pt x="1238" y="1310"/>
                        <a:pt x="1559" y="1051"/>
                        <a:pt x="1559" y="660"/>
                      </a:cubicBezTo>
                      <a:cubicBezTo>
                        <a:pt x="1533" y="291"/>
                        <a:pt x="1242" y="0"/>
                        <a:pt x="8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>
                  <a:off x="4739775" y="1942575"/>
                  <a:ext cx="45375" cy="3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" h="1542" extrusionOk="0">
                      <a:moveTo>
                        <a:pt x="1031" y="0"/>
                      </a:moveTo>
                      <a:cubicBezTo>
                        <a:pt x="344" y="0"/>
                        <a:pt x="0" y="819"/>
                        <a:pt x="502" y="1321"/>
                      </a:cubicBezTo>
                      <a:cubicBezTo>
                        <a:pt x="654" y="1473"/>
                        <a:pt x="844" y="1541"/>
                        <a:pt x="1032" y="1541"/>
                      </a:cubicBezTo>
                      <a:cubicBezTo>
                        <a:pt x="1429" y="1541"/>
                        <a:pt x="1814" y="1233"/>
                        <a:pt x="1797" y="766"/>
                      </a:cubicBezTo>
                      <a:cubicBezTo>
                        <a:pt x="1797" y="343"/>
                        <a:pt x="1453" y="0"/>
                        <a:pt x="10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>
                  <a:off x="4826275" y="1607775"/>
                  <a:ext cx="30400" cy="3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242" extrusionOk="0">
                      <a:moveTo>
                        <a:pt x="608" y="0"/>
                      </a:moveTo>
                      <a:cubicBezTo>
                        <a:pt x="265" y="0"/>
                        <a:pt x="1" y="291"/>
                        <a:pt x="1" y="634"/>
                      </a:cubicBezTo>
                      <a:cubicBezTo>
                        <a:pt x="1" y="951"/>
                        <a:pt x="265" y="1242"/>
                        <a:pt x="608" y="1242"/>
                      </a:cubicBezTo>
                      <a:cubicBezTo>
                        <a:pt x="952" y="1242"/>
                        <a:pt x="1216" y="951"/>
                        <a:pt x="1216" y="634"/>
                      </a:cubicBezTo>
                      <a:cubicBezTo>
                        <a:pt x="1216" y="291"/>
                        <a:pt x="952" y="0"/>
                        <a:pt x="6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>
                  <a:off x="3839700" y="2713225"/>
                  <a:ext cx="35700" cy="30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1215" extrusionOk="0">
                      <a:moveTo>
                        <a:pt x="623" y="0"/>
                      </a:moveTo>
                      <a:cubicBezTo>
                        <a:pt x="304" y="0"/>
                        <a:pt x="1" y="249"/>
                        <a:pt x="1" y="607"/>
                      </a:cubicBezTo>
                      <a:cubicBezTo>
                        <a:pt x="1" y="950"/>
                        <a:pt x="291" y="1215"/>
                        <a:pt x="635" y="1215"/>
                      </a:cubicBezTo>
                      <a:cubicBezTo>
                        <a:pt x="1163" y="1215"/>
                        <a:pt x="1427" y="554"/>
                        <a:pt x="1057" y="184"/>
                      </a:cubicBezTo>
                      <a:cubicBezTo>
                        <a:pt x="929" y="57"/>
                        <a:pt x="774" y="0"/>
                        <a:pt x="6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>
                  <a:off x="3579525" y="2509150"/>
                  <a:ext cx="3172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62" extrusionOk="0">
                      <a:moveTo>
                        <a:pt x="740" y="1"/>
                      </a:moveTo>
                      <a:cubicBezTo>
                        <a:pt x="238" y="1"/>
                        <a:pt x="0" y="555"/>
                        <a:pt x="344" y="899"/>
                      </a:cubicBezTo>
                      <a:cubicBezTo>
                        <a:pt x="456" y="1011"/>
                        <a:pt x="594" y="1061"/>
                        <a:pt x="728" y="1061"/>
                      </a:cubicBezTo>
                      <a:cubicBezTo>
                        <a:pt x="1005" y="1061"/>
                        <a:pt x="1268" y="849"/>
                        <a:pt x="1268" y="529"/>
                      </a:cubicBezTo>
                      <a:cubicBezTo>
                        <a:pt x="1268" y="238"/>
                        <a:pt x="1031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>
                  <a:off x="2829350" y="2709900"/>
                  <a:ext cx="44275" cy="3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08" extrusionOk="0">
                      <a:moveTo>
                        <a:pt x="1031" y="0"/>
                      </a:moveTo>
                      <a:cubicBezTo>
                        <a:pt x="344" y="0"/>
                        <a:pt x="1" y="793"/>
                        <a:pt x="476" y="1268"/>
                      </a:cubicBezTo>
                      <a:cubicBezTo>
                        <a:pt x="633" y="1433"/>
                        <a:pt x="826" y="1507"/>
                        <a:pt x="1016" y="1507"/>
                      </a:cubicBezTo>
                      <a:cubicBezTo>
                        <a:pt x="1402" y="1507"/>
                        <a:pt x="1771" y="1201"/>
                        <a:pt x="1771" y="740"/>
                      </a:cubicBezTo>
                      <a:cubicBezTo>
                        <a:pt x="1771" y="317"/>
                        <a:pt x="1427" y="0"/>
                        <a:pt x="10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" name="Google Shape;52;p2"/>
                <p:cNvSpPr/>
                <p:nvPr/>
              </p:nvSpPr>
              <p:spPr>
                <a:xfrm>
                  <a:off x="2653700" y="3364975"/>
                  <a:ext cx="24450" cy="2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" h="978" extrusionOk="0">
                      <a:moveTo>
                        <a:pt x="502" y="0"/>
                      </a:moveTo>
                      <a:cubicBezTo>
                        <a:pt x="238" y="0"/>
                        <a:pt x="1" y="212"/>
                        <a:pt x="1" y="476"/>
                      </a:cubicBezTo>
                      <a:cubicBezTo>
                        <a:pt x="1" y="766"/>
                        <a:pt x="238" y="978"/>
                        <a:pt x="502" y="978"/>
                      </a:cubicBezTo>
                      <a:cubicBezTo>
                        <a:pt x="767" y="978"/>
                        <a:pt x="978" y="766"/>
                        <a:pt x="978" y="476"/>
                      </a:cubicBezTo>
                      <a:cubicBezTo>
                        <a:pt x="978" y="212"/>
                        <a:pt x="767" y="0"/>
                        <a:pt x="50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" name="Google Shape;53;p2"/>
                <p:cNvSpPr/>
                <p:nvPr/>
              </p:nvSpPr>
              <p:spPr>
                <a:xfrm>
                  <a:off x="3407175" y="3055275"/>
                  <a:ext cx="27750" cy="2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1110" extrusionOk="0">
                      <a:moveTo>
                        <a:pt x="555" y="0"/>
                      </a:moveTo>
                      <a:cubicBezTo>
                        <a:pt x="238" y="0"/>
                        <a:pt x="0" y="238"/>
                        <a:pt x="0" y="555"/>
                      </a:cubicBezTo>
                      <a:cubicBezTo>
                        <a:pt x="0" y="872"/>
                        <a:pt x="238" y="1109"/>
                        <a:pt x="555" y="1109"/>
                      </a:cubicBezTo>
                      <a:cubicBezTo>
                        <a:pt x="872" y="1109"/>
                        <a:pt x="1110" y="872"/>
                        <a:pt x="1110" y="555"/>
                      </a:cubicBezTo>
                      <a:cubicBezTo>
                        <a:pt x="1110" y="238"/>
                        <a:pt x="872" y="0"/>
                        <a:pt x="5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" name="Google Shape;54;p2"/>
                <p:cNvSpPr/>
                <p:nvPr/>
              </p:nvSpPr>
              <p:spPr>
                <a:xfrm>
                  <a:off x="3329250" y="3558450"/>
                  <a:ext cx="46250" cy="40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0" h="1607" extrusionOk="0">
                      <a:moveTo>
                        <a:pt x="1057" y="1"/>
                      </a:moveTo>
                      <a:cubicBezTo>
                        <a:pt x="344" y="1"/>
                        <a:pt x="0" y="872"/>
                        <a:pt x="502" y="1374"/>
                      </a:cubicBezTo>
                      <a:cubicBezTo>
                        <a:pt x="663" y="1535"/>
                        <a:pt x="859" y="1606"/>
                        <a:pt x="1052" y="1606"/>
                      </a:cubicBezTo>
                      <a:cubicBezTo>
                        <a:pt x="1459" y="1606"/>
                        <a:pt x="1849" y="1286"/>
                        <a:pt x="1849" y="820"/>
                      </a:cubicBezTo>
                      <a:cubicBezTo>
                        <a:pt x="1849" y="370"/>
                        <a:pt x="1506" y="1"/>
                        <a:pt x="10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" name="Google Shape;55;p2"/>
                <p:cNvSpPr/>
                <p:nvPr/>
              </p:nvSpPr>
              <p:spPr>
                <a:xfrm>
                  <a:off x="3611225" y="3969200"/>
                  <a:ext cx="39650" cy="3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" h="1363" extrusionOk="0">
                      <a:moveTo>
                        <a:pt x="898" y="0"/>
                      </a:moveTo>
                      <a:cubicBezTo>
                        <a:pt x="291" y="0"/>
                        <a:pt x="0" y="740"/>
                        <a:pt x="423" y="1163"/>
                      </a:cubicBezTo>
                      <a:cubicBezTo>
                        <a:pt x="561" y="1300"/>
                        <a:pt x="732" y="1362"/>
                        <a:pt x="900" y="1362"/>
                      </a:cubicBezTo>
                      <a:cubicBezTo>
                        <a:pt x="1249" y="1362"/>
                        <a:pt x="1585" y="1097"/>
                        <a:pt x="1585" y="687"/>
                      </a:cubicBezTo>
                      <a:cubicBezTo>
                        <a:pt x="1585" y="317"/>
                        <a:pt x="1268" y="0"/>
                        <a:pt x="89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" name="Google Shape;56;p2"/>
                <p:cNvSpPr/>
                <p:nvPr/>
              </p:nvSpPr>
              <p:spPr>
                <a:xfrm>
                  <a:off x="3105375" y="4337025"/>
                  <a:ext cx="43625" cy="3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" h="1490" extrusionOk="0">
                      <a:moveTo>
                        <a:pt x="978" y="0"/>
                      </a:moveTo>
                      <a:cubicBezTo>
                        <a:pt x="318" y="0"/>
                        <a:pt x="1" y="792"/>
                        <a:pt x="450" y="1268"/>
                      </a:cubicBezTo>
                      <a:cubicBezTo>
                        <a:pt x="603" y="1421"/>
                        <a:pt x="792" y="1489"/>
                        <a:pt x="977" y="1489"/>
                      </a:cubicBezTo>
                      <a:cubicBezTo>
                        <a:pt x="1368" y="1489"/>
                        <a:pt x="1744" y="1187"/>
                        <a:pt x="1744" y="740"/>
                      </a:cubicBezTo>
                      <a:cubicBezTo>
                        <a:pt x="1744" y="317"/>
                        <a:pt x="1401" y="0"/>
                        <a:pt x="9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" name="Google Shape;57;p2"/>
                <p:cNvSpPr/>
                <p:nvPr/>
              </p:nvSpPr>
              <p:spPr>
                <a:xfrm>
                  <a:off x="2169650" y="4735875"/>
                  <a:ext cx="48250" cy="4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0" h="1638" extrusionOk="0">
                      <a:moveTo>
                        <a:pt x="1110" y="0"/>
                      </a:moveTo>
                      <a:cubicBezTo>
                        <a:pt x="371" y="0"/>
                        <a:pt x="1" y="872"/>
                        <a:pt x="529" y="1400"/>
                      </a:cubicBezTo>
                      <a:cubicBezTo>
                        <a:pt x="692" y="1563"/>
                        <a:pt x="897" y="1637"/>
                        <a:pt x="1099" y="1637"/>
                      </a:cubicBezTo>
                      <a:cubicBezTo>
                        <a:pt x="1520" y="1637"/>
                        <a:pt x="1929" y="1318"/>
                        <a:pt x="1929" y="819"/>
                      </a:cubicBezTo>
                      <a:cubicBezTo>
                        <a:pt x="1929" y="370"/>
                        <a:pt x="1559" y="0"/>
                        <a:pt x="11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" name="Google Shape;58;p2"/>
                <p:cNvSpPr/>
                <p:nvPr/>
              </p:nvSpPr>
              <p:spPr>
                <a:xfrm>
                  <a:off x="2569825" y="3989675"/>
                  <a:ext cx="39650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" h="1356" extrusionOk="0">
                      <a:moveTo>
                        <a:pt x="899" y="0"/>
                      </a:moveTo>
                      <a:cubicBezTo>
                        <a:pt x="291" y="0"/>
                        <a:pt x="1" y="713"/>
                        <a:pt x="424" y="1162"/>
                      </a:cubicBezTo>
                      <a:cubicBezTo>
                        <a:pt x="557" y="1296"/>
                        <a:pt x="722" y="1356"/>
                        <a:pt x="886" y="1356"/>
                      </a:cubicBezTo>
                      <a:cubicBezTo>
                        <a:pt x="1240" y="1356"/>
                        <a:pt x="1586" y="1076"/>
                        <a:pt x="1586" y="661"/>
                      </a:cubicBezTo>
                      <a:cubicBezTo>
                        <a:pt x="1586" y="291"/>
                        <a:pt x="1269" y="0"/>
                        <a:pt x="8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" name="Google Shape;59;p2"/>
                <p:cNvSpPr/>
                <p:nvPr/>
              </p:nvSpPr>
              <p:spPr>
                <a:xfrm>
                  <a:off x="2056075" y="3835350"/>
                  <a:ext cx="30400" cy="2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023" extrusionOk="0">
                      <a:moveTo>
                        <a:pt x="703" y="0"/>
                      </a:moveTo>
                      <a:cubicBezTo>
                        <a:pt x="576" y="0"/>
                        <a:pt x="448" y="47"/>
                        <a:pt x="344" y="151"/>
                      </a:cubicBezTo>
                      <a:cubicBezTo>
                        <a:pt x="1" y="468"/>
                        <a:pt x="238" y="1022"/>
                        <a:pt x="714" y="1022"/>
                      </a:cubicBezTo>
                      <a:cubicBezTo>
                        <a:pt x="978" y="1022"/>
                        <a:pt x="1216" y="785"/>
                        <a:pt x="1216" y="521"/>
                      </a:cubicBezTo>
                      <a:cubicBezTo>
                        <a:pt x="1216" y="200"/>
                        <a:pt x="964" y="0"/>
                        <a:pt x="7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" name="Google Shape;60;p2"/>
                <p:cNvSpPr/>
                <p:nvPr/>
              </p:nvSpPr>
              <p:spPr>
                <a:xfrm>
                  <a:off x="2179575" y="3399300"/>
                  <a:ext cx="31050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" h="1062" extrusionOk="0">
                      <a:moveTo>
                        <a:pt x="713" y="1"/>
                      </a:moveTo>
                      <a:cubicBezTo>
                        <a:pt x="238" y="1"/>
                        <a:pt x="0" y="582"/>
                        <a:pt x="343" y="899"/>
                      </a:cubicBezTo>
                      <a:cubicBezTo>
                        <a:pt x="447" y="1011"/>
                        <a:pt x="579" y="1061"/>
                        <a:pt x="710" y="1061"/>
                      </a:cubicBezTo>
                      <a:cubicBezTo>
                        <a:pt x="978" y="1061"/>
                        <a:pt x="1242" y="849"/>
                        <a:pt x="1242" y="529"/>
                      </a:cubicBezTo>
                      <a:cubicBezTo>
                        <a:pt x="1242" y="239"/>
                        <a:pt x="1004" y="1"/>
                        <a:pt x="71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" name="Google Shape;61;p2"/>
                <p:cNvSpPr/>
                <p:nvPr/>
              </p:nvSpPr>
              <p:spPr>
                <a:xfrm>
                  <a:off x="1885700" y="3061200"/>
                  <a:ext cx="29750" cy="2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" h="998" extrusionOk="0">
                      <a:moveTo>
                        <a:pt x="687" y="1"/>
                      </a:moveTo>
                      <a:cubicBezTo>
                        <a:pt x="238" y="1"/>
                        <a:pt x="1" y="529"/>
                        <a:pt x="318" y="846"/>
                      </a:cubicBezTo>
                      <a:cubicBezTo>
                        <a:pt x="422" y="951"/>
                        <a:pt x="553" y="998"/>
                        <a:pt x="681" y="998"/>
                      </a:cubicBezTo>
                      <a:cubicBezTo>
                        <a:pt x="940" y="998"/>
                        <a:pt x="1189" y="804"/>
                        <a:pt x="1189" y="503"/>
                      </a:cubicBezTo>
                      <a:cubicBezTo>
                        <a:pt x="1189" y="212"/>
                        <a:pt x="952" y="1"/>
                        <a:pt x="68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" name="Google Shape;62;p2"/>
                <p:cNvSpPr/>
                <p:nvPr/>
              </p:nvSpPr>
              <p:spPr>
                <a:xfrm>
                  <a:off x="1716650" y="2775925"/>
                  <a:ext cx="29750" cy="2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" h="1018" extrusionOk="0">
                      <a:moveTo>
                        <a:pt x="687" y="1"/>
                      </a:moveTo>
                      <a:cubicBezTo>
                        <a:pt x="238" y="1"/>
                        <a:pt x="1" y="556"/>
                        <a:pt x="318" y="873"/>
                      </a:cubicBezTo>
                      <a:cubicBezTo>
                        <a:pt x="418" y="973"/>
                        <a:pt x="542" y="1018"/>
                        <a:pt x="665" y="1018"/>
                      </a:cubicBezTo>
                      <a:cubicBezTo>
                        <a:pt x="930" y="1018"/>
                        <a:pt x="1189" y="810"/>
                        <a:pt x="1189" y="503"/>
                      </a:cubicBezTo>
                      <a:cubicBezTo>
                        <a:pt x="1189" y="239"/>
                        <a:pt x="952" y="1"/>
                        <a:pt x="68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" name="Google Shape;63;p2"/>
                <p:cNvSpPr/>
                <p:nvPr/>
              </p:nvSpPr>
              <p:spPr>
                <a:xfrm>
                  <a:off x="1166775" y="3292975"/>
                  <a:ext cx="3152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1" h="1062" extrusionOk="0">
                      <a:moveTo>
                        <a:pt x="675" y="0"/>
                      </a:moveTo>
                      <a:cubicBezTo>
                        <a:pt x="220" y="0"/>
                        <a:pt x="0" y="563"/>
                        <a:pt x="336" y="899"/>
                      </a:cubicBezTo>
                      <a:cubicBezTo>
                        <a:pt x="440" y="1012"/>
                        <a:pt x="574" y="1062"/>
                        <a:pt x="709" y="1062"/>
                      </a:cubicBezTo>
                      <a:cubicBezTo>
                        <a:pt x="985" y="1062"/>
                        <a:pt x="1260" y="849"/>
                        <a:pt x="1260" y="529"/>
                      </a:cubicBezTo>
                      <a:cubicBezTo>
                        <a:pt x="1260" y="239"/>
                        <a:pt x="1023" y="1"/>
                        <a:pt x="706" y="1"/>
                      </a:cubicBezTo>
                      <a:cubicBezTo>
                        <a:pt x="695" y="1"/>
                        <a:pt x="685" y="0"/>
                        <a:pt x="6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" name="Google Shape;64;p2"/>
                <p:cNvSpPr/>
                <p:nvPr/>
              </p:nvSpPr>
              <p:spPr>
                <a:xfrm>
                  <a:off x="1496750" y="3769100"/>
                  <a:ext cx="42950" cy="3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8" h="1452" extrusionOk="0">
                      <a:moveTo>
                        <a:pt x="978" y="1"/>
                      </a:moveTo>
                      <a:cubicBezTo>
                        <a:pt x="318" y="1"/>
                        <a:pt x="1" y="793"/>
                        <a:pt x="450" y="1242"/>
                      </a:cubicBezTo>
                      <a:cubicBezTo>
                        <a:pt x="603" y="1387"/>
                        <a:pt x="788" y="1452"/>
                        <a:pt x="970" y="1452"/>
                      </a:cubicBezTo>
                      <a:cubicBezTo>
                        <a:pt x="1353" y="1452"/>
                        <a:pt x="1718" y="1162"/>
                        <a:pt x="1718" y="714"/>
                      </a:cubicBezTo>
                      <a:cubicBezTo>
                        <a:pt x="1718" y="318"/>
                        <a:pt x="1374" y="1"/>
                        <a:pt x="97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" name="Google Shape;65;p2"/>
                <p:cNvSpPr/>
                <p:nvPr/>
              </p:nvSpPr>
              <p:spPr>
                <a:xfrm>
                  <a:off x="1359400" y="3958625"/>
                  <a:ext cx="29075" cy="2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3" h="972" extrusionOk="0">
                      <a:moveTo>
                        <a:pt x="661" y="1"/>
                      </a:moveTo>
                      <a:cubicBezTo>
                        <a:pt x="212" y="1"/>
                        <a:pt x="0" y="529"/>
                        <a:pt x="317" y="820"/>
                      </a:cubicBezTo>
                      <a:cubicBezTo>
                        <a:pt x="422" y="924"/>
                        <a:pt x="550" y="971"/>
                        <a:pt x="674" y="971"/>
                      </a:cubicBezTo>
                      <a:cubicBezTo>
                        <a:pt x="926" y="971"/>
                        <a:pt x="1163" y="777"/>
                        <a:pt x="1163" y="476"/>
                      </a:cubicBezTo>
                      <a:cubicBezTo>
                        <a:pt x="1163" y="212"/>
                        <a:pt x="925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" name="Google Shape;66;p2"/>
                <p:cNvSpPr/>
                <p:nvPr/>
              </p:nvSpPr>
              <p:spPr>
                <a:xfrm>
                  <a:off x="1068175" y="4338325"/>
                  <a:ext cx="40325" cy="3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3" h="1375" extrusionOk="0">
                      <a:moveTo>
                        <a:pt x="925" y="1"/>
                      </a:moveTo>
                      <a:cubicBezTo>
                        <a:pt x="291" y="1"/>
                        <a:pt x="1" y="740"/>
                        <a:pt x="423" y="1163"/>
                      </a:cubicBezTo>
                      <a:cubicBezTo>
                        <a:pt x="570" y="1310"/>
                        <a:pt x="747" y="1375"/>
                        <a:pt x="920" y="1375"/>
                      </a:cubicBezTo>
                      <a:cubicBezTo>
                        <a:pt x="1276" y="1375"/>
                        <a:pt x="1612" y="1097"/>
                        <a:pt x="1612" y="688"/>
                      </a:cubicBezTo>
                      <a:cubicBezTo>
                        <a:pt x="1612" y="291"/>
                        <a:pt x="1295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" name="Google Shape;67;p2"/>
                <p:cNvSpPr/>
                <p:nvPr/>
              </p:nvSpPr>
              <p:spPr>
                <a:xfrm>
                  <a:off x="533950" y="4482300"/>
                  <a:ext cx="48900" cy="4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6" h="1669" extrusionOk="0">
                      <a:moveTo>
                        <a:pt x="1136" y="0"/>
                      </a:moveTo>
                      <a:cubicBezTo>
                        <a:pt x="370" y="0"/>
                        <a:pt x="1" y="898"/>
                        <a:pt x="529" y="1427"/>
                      </a:cubicBezTo>
                      <a:cubicBezTo>
                        <a:pt x="697" y="1594"/>
                        <a:pt x="901" y="1669"/>
                        <a:pt x="1103" y="1669"/>
                      </a:cubicBezTo>
                      <a:cubicBezTo>
                        <a:pt x="1537" y="1669"/>
                        <a:pt x="1955" y="1324"/>
                        <a:pt x="1955" y="819"/>
                      </a:cubicBezTo>
                      <a:cubicBezTo>
                        <a:pt x="1955" y="370"/>
                        <a:pt x="1585" y="0"/>
                        <a:pt x="11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" name="Google Shape;68;p2"/>
                <p:cNvSpPr/>
                <p:nvPr/>
              </p:nvSpPr>
              <p:spPr>
                <a:xfrm>
                  <a:off x="895175" y="4776800"/>
                  <a:ext cx="38325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3" h="1311" extrusionOk="0">
                      <a:moveTo>
                        <a:pt x="872" y="1"/>
                      </a:moveTo>
                      <a:cubicBezTo>
                        <a:pt x="291" y="1"/>
                        <a:pt x="0" y="714"/>
                        <a:pt x="396" y="1110"/>
                      </a:cubicBezTo>
                      <a:cubicBezTo>
                        <a:pt x="535" y="1249"/>
                        <a:pt x="705" y="1311"/>
                        <a:pt x="871" y="1311"/>
                      </a:cubicBezTo>
                      <a:cubicBezTo>
                        <a:pt x="1210" y="1311"/>
                        <a:pt x="1532" y="1052"/>
                        <a:pt x="1532" y="661"/>
                      </a:cubicBezTo>
                      <a:cubicBezTo>
                        <a:pt x="1532" y="291"/>
                        <a:pt x="1242" y="1"/>
                        <a:pt x="87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" name="Google Shape;69;p2"/>
                <p:cNvSpPr/>
                <p:nvPr/>
              </p:nvSpPr>
              <p:spPr>
                <a:xfrm>
                  <a:off x="1537700" y="4700200"/>
                  <a:ext cx="40975" cy="3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9" h="1383" extrusionOk="0">
                      <a:moveTo>
                        <a:pt x="925" y="1"/>
                      </a:moveTo>
                      <a:cubicBezTo>
                        <a:pt x="317" y="1"/>
                        <a:pt x="0" y="740"/>
                        <a:pt x="449" y="1190"/>
                      </a:cubicBezTo>
                      <a:cubicBezTo>
                        <a:pt x="583" y="1323"/>
                        <a:pt x="751" y="1383"/>
                        <a:pt x="918" y="1383"/>
                      </a:cubicBezTo>
                      <a:cubicBezTo>
                        <a:pt x="1280" y="1383"/>
                        <a:pt x="1638" y="1103"/>
                        <a:pt x="1638" y="688"/>
                      </a:cubicBezTo>
                      <a:cubicBezTo>
                        <a:pt x="1638" y="318"/>
                        <a:pt x="1321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" name="Google Shape;70;p2"/>
                <p:cNvSpPr/>
                <p:nvPr/>
              </p:nvSpPr>
              <p:spPr>
                <a:xfrm>
                  <a:off x="1861275" y="4358050"/>
                  <a:ext cx="34600" cy="2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" h="1037" extrusionOk="0">
                      <a:moveTo>
                        <a:pt x="708" y="0"/>
                      </a:moveTo>
                      <a:cubicBezTo>
                        <a:pt x="684" y="0"/>
                        <a:pt x="660" y="2"/>
                        <a:pt x="634" y="4"/>
                      </a:cubicBezTo>
                      <a:cubicBezTo>
                        <a:pt x="0" y="57"/>
                        <a:pt x="0" y="982"/>
                        <a:pt x="634" y="1034"/>
                      </a:cubicBezTo>
                      <a:cubicBezTo>
                        <a:pt x="651" y="1036"/>
                        <a:pt x="668" y="1036"/>
                        <a:pt x="684" y="1036"/>
                      </a:cubicBezTo>
                      <a:cubicBezTo>
                        <a:pt x="1376" y="1036"/>
                        <a:pt x="1384" y="0"/>
                        <a:pt x="7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" name="Google Shape;71;p2"/>
                <p:cNvSpPr/>
                <p:nvPr/>
              </p:nvSpPr>
              <p:spPr>
                <a:xfrm>
                  <a:off x="2416625" y="4390500"/>
                  <a:ext cx="33050" cy="3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322" extrusionOk="0">
                      <a:moveTo>
                        <a:pt x="661" y="1"/>
                      </a:moveTo>
                      <a:cubicBezTo>
                        <a:pt x="291" y="1"/>
                        <a:pt x="1" y="291"/>
                        <a:pt x="1" y="661"/>
                      </a:cubicBezTo>
                      <a:cubicBezTo>
                        <a:pt x="1" y="1004"/>
                        <a:pt x="291" y="1321"/>
                        <a:pt x="661" y="1321"/>
                      </a:cubicBezTo>
                      <a:cubicBezTo>
                        <a:pt x="1005" y="1321"/>
                        <a:pt x="1322" y="1004"/>
                        <a:pt x="1322" y="661"/>
                      </a:cubicBezTo>
                      <a:cubicBezTo>
                        <a:pt x="1322" y="291"/>
                        <a:pt x="1005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" name="Google Shape;72;p2"/>
                <p:cNvSpPr/>
                <p:nvPr/>
              </p:nvSpPr>
              <p:spPr>
                <a:xfrm>
                  <a:off x="2930400" y="4723325"/>
                  <a:ext cx="29075" cy="2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3" h="992" extrusionOk="0">
                      <a:moveTo>
                        <a:pt x="661" y="0"/>
                      </a:moveTo>
                      <a:cubicBezTo>
                        <a:pt x="238" y="0"/>
                        <a:pt x="0" y="529"/>
                        <a:pt x="317" y="846"/>
                      </a:cubicBezTo>
                      <a:cubicBezTo>
                        <a:pt x="418" y="947"/>
                        <a:pt x="541" y="992"/>
                        <a:pt x="662" y="992"/>
                      </a:cubicBezTo>
                      <a:cubicBezTo>
                        <a:pt x="918" y="992"/>
                        <a:pt x="1162" y="790"/>
                        <a:pt x="1162" y="502"/>
                      </a:cubicBezTo>
                      <a:cubicBezTo>
                        <a:pt x="1162" y="212"/>
                        <a:pt x="951" y="0"/>
                        <a:pt x="66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" name="Google Shape;73;p2"/>
                <p:cNvSpPr/>
                <p:nvPr/>
              </p:nvSpPr>
              <p:spPr>
                <a:xfrm>
                  <a:off x="1503350" y="4286825"/>
                  <a:ext cx="31725" cy="2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87" extrusionOk="0">
                      <a:moveTo>
                        <a:pt x="714" y="1"/>
                      </a:moveTo>
                      <a:cubicBezTo>
                        <a:pt x="239" y="1"/>
                        <a:pt x="1" y="582"/>
                        <a:pt x="344" y="925"/>
                      </a:cubicBezTo>
                      <a:cubicBezTo>
                        <a:pt x="447" y="1036"/>
                        <a:pt x="577" y="1087"/>
                        <a:pt x="707" y="1087"/>
                      </a:cubicBezTo>
                      <a:cubicBezTo>
                        <a:pt x="977" y="1087"/>
                        <a:pt x="1242" y="868"/>
                        <a:pt x="1242" y="529"/>
                      </a:cubicBezTo>
                      <a:cubicBezTo>
                        <a:pt x="1269" y="238"/>
                        <a:pt x="1005" y="1"/>
                        <a:pt x="71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" name="Google Shape;74;p2"/>
                <p:cNvSpPr/>
                <p:nvPr/>
              </p:nvSpPr>
              <p:spPr>
                <a:xfrm>
                  <a:off x="755175" y="3900525"/>
                  <a:ext cx="23125" cy="2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5" h="925" extrusionOk="0">
                      <a:moveTo>
                        <a:pt x="476" y="0"/>
                      </a:moveTo>
                      <a:cubicBezTo>
                        <a:pt x="212" y="0"/>
                        <a:pt x="0" y="212"/>
                        <a:pt x="0" y="476"/>
                      </a:cubicBezTo>
                      <a:cubicBezTo>
                        <a:pt x="0" y="713"/>
                        <a:pt x="212" y="925"/>
                        <a:pt x="476" y="925"/>
                      </a:cubicBezTo>
                      <a:cubicBezTo>
                        <a:pt x="714" y="925"/>
                        <a:pt x="925" y="713"/>
                        <a:pt x="925" y="476"/>
                      </a:cubicBezTo>
                      <a:cubicBezTo>
                        <a:pt x="925" y="212"/>
                        <a:pt x="714" y="0"/>
                        <a:pt x="47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" name="Google Shape;75;p2"/>
                <p:cNvSpPr/>
                <p:nvPr/>
              </p:nvSpPr>
              <p:spPr>
                <a:xfrm>
                  <a:off x="1537700" y="3481200"/>
                  <a:ext cx="40975" cy="3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9" h="1426" extrusionOk="0">
                      <a:moveTo>
                        <a:pt x="925" y="0"/>
                      </a:moveTo>
                      <a:cubicBezTo>
                        <a:pt x="317" y="0"/>
                        <a:pt x="0" y="766"/>
                        <a:pt x="423" y="1215"/>
                      </a:cubicBezTo>
                      <a:cubicBezTo>
                        <a:pt x="568" y="1361"/>
                        <a:pt x="747" y="1426"/>
                        <a:pt x="922" y="1426"/>
                      </a:cubicBezTo>
                      <a:cubicBezTo>
                        <a:pt x="1288" y="1426"/>
                        <a:pt x="1638" y="1142"/>
                        <a:pt x="1638" y="713"/>
                      </a:cubicBezTo>
                      <a:cubicBezTo>
                        <a:pt x="1638" y="317"/>
                        <a:pt x="1321" y="0"/>
                        <a:pt x="9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" name="Google Shape;76;p2"/>
                <p:cNvSpPr/>
                <p:nvPr/>
              </p:nvSpPr>
              <p:spPr>
                <a:xfrm>
                  <a:off x="782900" y="3523450"/>
                  <a:ext cx="48900" cy="4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6" h="1676" extrusionOk="0">
                      <a:moveTo>
                        <a:pt x="1110" y="1"/>
                      </a:moveTo>
                      <a:cubicBezTo>
                        <a:pt x="371" y="1"/>
                        <a:pt x="1" y="899"/>
                        <a:pt x="529" y="1427"/>
                      </a:cubicBezTo>
                      <a:cubicBezTo>
                        <a:pt x="701" y="1599"/>
                        <a:pt x="909" y="1676"/>
                        <a:pt x="1113" y="1676"/>
                      </a:cubicBezTo>
                      <a:cubicBezTo>
                        <a:pt x="1535" y="1676"/>
                        <a:pt x="1938" y="1345"/>
                        <a:pt x="1955" y="846"/>
                      </a:cubicBezTo>
                      <a:cubicBezTo>
                        <a:pt x="1955" y="371"/>
                        <a:pt x="1586" y="1"/>
                        <a:pt x="111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" name="Google Shape;77;p2"/>
                <p:cNvSpPr/>
                <p:nvPr/>
              </p:nvSpPr>
              <p:spPr>
                <a:xfrm>
                  <a:off x="763275" y="2777225"/>
                  <a:ext cx="26925" cy="2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7" h="929" extrusionOk="0">
                      <a:moveTo>
                        <a:pt x="571" y="1"/>
                      </a:moveTo>
                      <a:cubicBezTo>
                        <a:pt x="194" y="1"/>
                        <a:pt x="1" y="485"/>
                        <a:pt x="284" y="794"/>
                      </a:cubicBezTo>
                      <a:cubicBezTo>
                        <a:pt x="377" y="887"/>
                        <a:pt x="491" y="928"/>
                        <a:pt x="603" y="928"/>
                      </a:cubicBezTo>
                      <a:cubicBezTo>
                        <a:pt x="844" y="928"/>
                        <a:pt x="1076" y="739"/>
                        <a:pt x="1076" y="451"/>
                      </a:cubicBezTo>
                      <a:cubicBezTo>
                        <a:pt x="1076" y="187"/>
                        <a:pt x="865" y="2"/>
                        <a:pt x="601" y="2"/>
                      </a:cubicBezTo>
                      <a:cubicBezTo>
                        <a:pt x="591" y="1"/>
                        <a:pt x="581" y="1"/>
                        <a:pt x="57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" name="Google Shape;78;p2"/>
                <p:cNvSpPr/>
                <p:nvPr/>
              </p:nvSpPr>
              <p:spPr>
                <a:xfrm>
                  <a:off x="6819900" y="974225"/>
                  <a:ext cx="4427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17" extrusionOk="0">
                      <a:moveTo>
                        <a:pt x="1003" y="1"/>
                      </a:moveTo>
                      <a:cubicBezTo>
                        <a:pt x="818" y="1"/>
                        <a:pt x="629" y="69"/>
                        <a:pt x="476" y="222"/>
                      </a:cubicBezTo>
                      <a:cubicBezTo>
                        <a:pt x="0" y="698"/>
                        <a:pt x="344" y="1516"/>
                        <a:pt x="1004" y="1516"/>
                      </a:cubicBezTo>
                      <a:cubicBezTo>
                        <a:pt x="1427" y="1490"/>
                        <a:pt x="1770" y="1173"/>
                        <a:pt x="1770" y="750"/>
                      </a:cubicBezTo>
                      <a:cubicBezTo>
                        <a:pt x="1770" y="303"/>
                        <a:pt x="1394" y="1"/>
                        <a:pt x="100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" name="Google Shape;79;p2"/>
                <p:cNvSpPr/>
                <p:nvPr/>
              </p:nvSpPr>
              <p:spPr>
                <a:xfrm>
                  <a:off x="5587000" y="1267675"/>
                  <a:ext cx="42950" cy="3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8" h="1479" extrusionOk="0">
                      <a:moveTo>
                        <a:pt x="1005" y="1"/>
                      </a:moveTo>
                      <a:cubicBezTo>
                        <a:pt x="344" y="1"/>
                        <a:pt x="1" y="793"/>
                        <a:pt x="476" y="1269"/>
                      </a:cubicBezTo>
                      <a:cubicBezTo>
                        <a:pt x="621" y="1413"/>
                        <a:pt x="801" y="1478"/>
                        <a:pt x="978" y="1478"/>
                      </a:cubicBezTo>
                      <a:cubicBezTo>
                        <a:pt x="1353" y="1478"/>
                        <a:pt x="1718" y="1188"/>
                        <a:pt x="1718" y="740"/>
                      </a:cubicBezTo>
                      <a:cubicBezTo>
                        <a:pt x="1718" y="344"/>
                        <a:pt x="1401" y="1"/>
                        <a:pt x="100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" name="Google Shape;80;p2"/>
                <p:cNvSpPr/>
                <p:nvPr/>
              </p:nvSpPr>
              <p:spPr>
                <a:xfrm>
                  <a:off x="5804275" y="838450"/>
                  <a:ext cx="38975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" h="1311" extrusionOk="0">
                      <a:moveTo>
                        <a:pt x="898" y="1"/>
                      </a:moveTo>
                      <a:cubicBezTo>
                        <a:pt x="291" y="1"/>
                        <a:pt x="0" y="714"/>
                        <a:pt x="423" y="1110"/>
                      </a:cubicBezTo>
                      <a:cubicBezTo>
                        <a:pt x="562" y="1249"/>
                        <a:pt x="732" y="1311"/>
                        <a:pt x="897" y="1311"/>
                      </a:cubicBezTo>
                      <a:cubicBezTo>
                        <a:pt x="1237" y="1311"/>
                        <a:pt x="1559" y="1051"/>
                        <a:pt x="1559" y="661"/>
                      </a:cubicBezTo>
                      <a:cubicBezTo>
                        <a:pt x="1559" y="291"/>
                        <a:pt x="1242" y="1"/>
                        <a:pt x="89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" name="Google Shape;81;p2"/>
                <p:cNvSpPr/>
                <p:nvPr/>
              </p:nvSpPr>
              <p:spPr>
                <a:xfrm>
                  <a:off x="6315375" y="1154750"/>
                  <a:ext cx="33050" cy="3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322" extrusionOk="0">
                      <a:moveTo>
                        <a:pt x="661" y="1"/>
                      </a:moveTo>
                      <a:cubicBezTo>
                        <a:pt x="291" y="1"/>
                        <a:pt x="1" y="292"/>
                        <a:pt x="1" y="661"/>
                      </a:cubicBezTo>
                      <a:cubicBezTo>
                        <a:pt x="1" y="1031"/>
                        <a:pt x="291" y="1322"/>
                        <a:pt x="661" y="1322"/>
                      </a:cubicBezTo>
                      <a:cubicBezTo>
                        <a:pt x="1031" y="1322"/>
                        <a:pt x="1322" y="1031"/>
                        <a:pt x="1322" y="661"/>
                      </a:cubicBezTo>
                      <a:cubicBezTo>
                        <a:pt x="1322" y="292"/>
                        <a:pt x="1031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" name="Google Shape;82;p2"/>
                <p:cNvSpPr/>
                <p:nvPr/>
              </p:nvSpPr>
              <p:spPr>
                <a:xfrm>
                  <a:off x="6045300" y="2040900"/>
                  <a:ext cx="31050" cy="2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" h="1047" extrusionOk="0">
                      <a:moveTo>
                        <a:pt x="758" y="1"/>
                      </a:moveTo>
                      <a:cubicBezTo>
                        <a:pt x="743" y="1"/>
                        <a:pt x="728" y="1"/>
                        <a:pt x="714" y="3"/>
                      </a:cubicBezTo>
                      <a:cubicBezTo>
                        <a:pt x="238" y="3"/>
                        <a:pt x="0" y="558"/>
                        <a:pt x="344" y="901"/>
                      </a:cubicBezTo>
                      <a:cubicBezTo>
                        <a:pt x="453" y="1001"/>
                        <a:pt x="583" y="1046"/>
                        <a:pt x="709" y="1046"/>
                      </a:cubicBezTo>
                      <a:cubicBezTo>
                        <a:pt x="983" y="1046"/>
                        <a:pt x="1242" y="838"/>
                        <a:pt x="1242" y="531"/>
                      </a:cubicBezTo>
                      <a:cubicBezTo>
                        <a:pt x="1242" y="230"/>
                        <a:pt x="1028" y="1"/>
                        <a:pt x="75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" name="Google Shape;83;p2"/>
                <p:cNvSpPr/>
                <p:nvPr/>
              </p:nvSpPr>
              <p:spPr>
                <a:xfrm>
                  <a:off x="6624425" y="1949175"/>
                  <a:ext cx="25775" cy="2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" h="1004" extrusionOk="0">
                      <a:moveTo>
                        <a:pt x="503" y="0"/>
                      </a:moveTo>
                      <a:cubicBezTo>
                        <a:pt x="239" y="0"/>
                        <a:pt x="1" y="212"/>
                        <a:pt x="1" y="502"/>
                      </a:cubicBezTo>
                      <a:cubicBezTo>
                        <a:pt x="1" y="793"/>
                        <a:pt x="239" y="1004"/>
                        <a:pt x="503" y="1004"/>
                      </a:cubicBezTo>
                      <a:cubicBezTo>
                        <a:pt x="793" y="1004"/>
                        <a:pt x="1031" y="793"/>
                        <a:pt x="1031" y="502"/>
                      </a:cubicBezTo>
                      <a:cubicBezTo>
                        <a:pt x="1031" y="212"/>
                        <a:pt x="793" y="0"/>
                        <a:pt x="5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" name="Google Shape;84;p2"/>
                <p:cNvSpPr/>
                <p:nvPr/>
              </p:nvSpPr>
              <p:spPr>
                <a:xfrm>
                  <a:off x="6839050" y="2318975"/>
                  <a:ext cx="43600" cy="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4" h="1505" extrusionOk="0">
                      <a:moveTo>
                        <a:pt x="978" y="0"/>
                      </a:moveTo>
                      <a:cubicBezTo>
                        <a:pt x="317" y="0"/>
                        <a:pt x="0" y="819"/>
                        <a:pt x="449" y="1295"/>
                      </a:cubicBezTo>
                      <a:cubicBezTo>
                        <a:pt x="602" y="1439"/>
                        <a:pt x="791" y="1504"/>
                        <a:pt x="976" y="1504"/>
                      </a:cubicBezTo>
                      <a:cubicBezTo>
                        <a:pt x="1367" y="1504"/>
                        <a:pt x="1744" y="1214"/>
                        <a:pt x="1744" y="766"/>
                      </a:cubicBezTo>
                      <a:cubicBezTo>
                        <a:pt x="1744" y="344"/>
                        <a:pt x="1400" y="0"/>
                        <a:pt x="9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" name="Google Shape;85;p2"/>
                <p:cNvSpPr/>
                <p:nvPr/>
              </p:nvSpPr>
              <p:spPr>
                <a:xfrm>
                  <a:off x="6786875" y="2701975"/>
                  <a:ext cx="30400" cy="2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018" extrusionOk="0">
                      <a:moveTo>
                        <a:pt x="687" y="0"/>
                      </a:moveTo>
                      <a:cubicBezTo>
                        <a:pt x="238" y="0"/>
                        <a:pt x="1" y="555"/>
                        <a:pt x="318" y="872"/>
                      </a:cubicBezTo>
                      <a:cubicBezTo>
                        <a:pt x="426" y="973"/>
                        <a:pt x="554" y="1017"/>
                        <a:pt x="678" y="1017"/>
                      </a:cubicBezTo>
                      <a:cubicBezTo>
                        <a:pt x="945" y="1017"/>
                        <a:pt x="1198" y="809"/>
                        <a:pt x="1216" y="502"/>
                      </a:cubicBezTo>
                      <a:cubicBezTo>
                        <a:pt x="1216" y="212"/>
                        <a:pt x="978" y="0"/>
                        <a:pt x="68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" name="Google Shape;86;p2"/>
                <p:cNvSpPr/>
                <p:nvPr/>
              </p:nvSpPr>
              <p:spPr>
                <a:xfrm>
                  <a:off x="6275775" y="1501450"/>
                  <a:ext cx="46900" cy="3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6" h="1586" extrusionOk="0">
                      <a:moveTo>
                        <a:pt x="1083" y="0"/>
                      </a:moveTo>
                      <a:cubicBezTo>
                        <a:pt x="370" y="0"/>
                        <a:pt x="0" y="846"/>
                        <a:pt x="502" y="1348"/>
                      </a:cubicBezTo>
                      <a:cubicBezTo>
                        <a:pt x="666" y="1512"/>
                        <a:pt x="870" y="1585"/>
                        <a:pt x="1069" y="1585"/>
                      </a:cubicBezTo>
                      <a:cubicBezTo>
                        <a:pt x="1481" y="1585"/>
                        <a:pt x="1875" y="1273"/>
                        <a:pt x="1875" y="793"/>
                      </a:cubicBezTo>
                      <a:cubicBezTo>
                        <a:pt x="1875" y="344"/>
                        <a:pt x="1506" y="0"/>
                        <a:pt x="108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" name="Google Shape;87;p2"/>
                <p:cNvSpPr/>
                <p:nvPr/>
              </p:nvSpPr>
              <p:spPr>
                <a:xfrm>
                  <a:off x="6277750" y="852975"/>
                  <a:ext cx="43600" cy="3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4" h="1465" extrusionOk="0">
                      <a:moveTo>
                        <a:pt x="1004" y="1"/>
                      </a:moveTo>
                      <a:cubicBezTo>
                        <a:pt x="344" y="1"/>
                        <a:pt x="0" y="793"/>
                        <a:pt x="476" y="1242"/>
                      </a:cubicBezTo>
                      <a:cubicBezTo>
                        <a:pt x="621" y="1396"/>
                        <a:pt x="806" y="1464"/>
                        <a:pt x="989" y="1464"/>
                      </a:cubicBezTo>
                      <a:cubicBezTo>
                        <a:pt x="1370" y="1464"/>
                        <a:pt x="1744" y="1169"/>
                        <a:pt x="1744" y="740"/>
                      </a:cubicBezTo>
                      <a:cubicBezTo>
                        <a:pt x="1744" y="318"/>
                        <a:pt x="1400" y="1"/>
                        <a:pt x="10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" name="Google Shape;88;p2"/>
                <p:cNvSpPr/>
                <p:nvPr/>
              </p:nvSpPr>
              <p:spPr>
                <a:xfrm>
                  <a:off x="5790400" y="1037875"/>
                  <a:ext cx="33700" cy="2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8" h="1152" extrusionOk="0">
                      <a:moveTo>
                        <a:pt x="793" y="1"/>
                      </a:moveTo>
                      <a:cubicBezTo>
                        <a:pt x="265" y="1"/>
                        <a:pt x="1" y="635"/>
                        <a:pt x="370" y="978"/>
                      </a:cubicBezTo>
                      <a:cubicBezTo>
                        <a:pt x="490" y="1098"/>
                        <a:pt x="635" y="1151"/>
                        <a:pt x="777" y="1151"/>
                      </a:cubicBezTo>
                      <a:cubicBezTo>
                        <a:pt x="1071" y="1151"/>
                        <a:pt x="1348" y="921"/>
                        <a:pt x="1348" y="582"/>
                      </a:cubicBezTo>
                      <a:cubicBezTo>
                        <a:pt x="1348" y="265"/>
                        <a:pt x="1110" y="1"/>
                        <a:pt x="7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>
                  <a:off x="4704775" y="852975"/>
                  <a:ext cx="41625" cy="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1427" extrusionOk="0">
                      <a:moveTo>
                        <a:pt x="951" y="1"/>
                      </a:moveTo>
                      <a:cubicBezTo>
                        <a:pt x="317" y="1"/>
                        <a:pt x="0" y="767"/>
                        <a:pt x="449" y="1216"/>
                      </a:cubicBezTo>
                      <a:cubicBezTo>
                        <a:pt x="595" y="1361"/>
                        <a:pt x="774" y="1426"/>
                        <a:pt x="949" y="1426"/>
                      </a:cubicBezTo>
                      <a:cubicBezTo>
                        <a:pt x="1314" y="1426"/>
                        <a:pt x="1664" y="1142"/>
                        <a:pt x="1664" y="714"/>
                      </a:cubicBezTo>
                      <a:cubicBezTo>
                        <a:pt x="1664" y="318"/>
                        <a:pt x="1348" y="1"/>
                        <a:pt x="95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>
                  <a:off x="4248475" y="2602250"/>
                  <a:ext cx="28400" cy="2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6" h="955" extrusionOk="0">
                      <a:moveTo>
                        <a:pt x="634" y="1"/>
                      </a:moveTo>
                      <a:cubicBezTo>
                        <a:pt x="211" y="1"/>
                        <a:pt x="0" y="503"/>
                        <a:pt x="317" y="820"/>
                      </a:cubicBezTo>
                      <a:cubicBezTo>
                        <a:pt x="410" y="912"/>
                        <a:pt x="527" y="954"/>
                        <a:pt x="643" y="954"/>
                      </a:cubicBezTo>
                      <a:cubicBezTo>
                        <a:pt x="891" y="954"/>
                        <a:pt x="1136" y="764"/>
                        <a:pt x="1136" y="476"/>
                      </a:cubicBezTo>
                      <a:cubicBezTo>
                        <a:pt x="1110" y="212"/>
                        <a:pt x="898" y="1"/>
                        <a:pt x="63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>
                  <a:off x="4117725" y="3023575"/>
                  <a:ext cx="45575" cy="3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554" extrusionOk="0">
                      <a:moveTo>
                        <a:pt x="1057" y="0"/>
                      </a:moveTo>
                      <a:cubicBezTo>
                        <a:pt x="343" y="0"/>
                        <a:pt x="0" y="819"/>
                        <a:pt x="502" y="1321"/>
                      </a:cubicBezTo>
                      <a:cubicBezTo>
                        <a:pt x="654" y="1482"/>
                        <a:pt x="845" y="1553"/>
                        <a:pt x="1033" y="1553"/>
                      </a:cubicBezTo>
                      <a:cubicBezTo>
                        <a:pt x="1432" y="1553"/>
                        <a:pt x="1823" y="1233"/>
                        <a:pt x="1823" y="766"/>
                      </a:cubicBezTo>
                      <a:cubicBezTo>
                        <a:pt x="1823" y="344"/>
                        <a:pt x="1479" y="0"/>
                        <a:pt x="1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>
                  <a:off x="3732725" y="3346475"/>
                  <a:ext cx="34375" cy="2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177" extrusionOk="0">
                      <a:moveTo>
                        <a:pt x="793" y="1"/>
                      </a:moveTo>
                      <a:cubicBezTo>
                        <a:pt x="238" y="1"/>
                        <a:pt x="1" y="635"/>
                        <a:pt x="370" y="1004"/>
                      </a:cubicBezTo>
                      <a:cubicBezTo>
                        <a:pt x="489" y="1124"/>
                        <a:pt x="636" y="1177"/>
                        <a:pt x="780" y="1177"/>
                      </a:cubicBezTo>
                      <a:cubicBezTo>
                        <a:pt x="1083" y="1177"/>
                        <a:pt x="1374" y="940"/>
                        <a:pt x="1374" y="582"/>
                      </a:cubicBezTo>
                      <a:cubicBezTo>
                        <a:pt x="1374" y="265"/>
                        <a:pt x="1110" y="1"/>
                        <a:pt x="7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>
                  <a:off x="5993125" y="1393775"/>
                  <a:ext cx="41625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1428" extrusionOk="0">
                      <a:moveTo>
                        <a:pt x="994" y="0"/>
                      </a:moveTo>
                      <a:cubicBezTo>
                        <a:pt x="980" y="0"/>
                        <a:pt x="966" y="1"/>
                        <a:pt x="952" y="2"/>
                      </a:cubicBezTo>
                      <a:cubicBezTo>
                        <a:pt x="318" y="2"/>
                        <a:pt x="1" y="768"/>
                        <a:pt x="450" y="1217"/>
                      </a:cubicBezTo>
                      <a:cubicBezTo>
                        <a:pt x="595" y="1362"/>
                        <a:pt x="774" y="1427"/>
                        <a:pt x="949" y="1427"/>
                      </a:cubicBezTo>
                      <a:cubicBezTo>
                        <a:pt x="1315" y="1427"/>
                        <a:pt x="1665" y="1144"/>
                        <a:pt x="1665" y="715"/>
                      </a:cubicBezTo>
                      <a:cubicBezTo>
                        <a:pt x="1665" y="333"/>
                        <a:pt x="1370" y="0"/>
                        <a:pt x="99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>
                  <a:off x="6717550" y="1311275"/>
                  <a:ext cx="48875" cy="4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" h="1701" extrusionOk="0">
                      <a:moveTo>
                        <a:pt x="1110" y="0"/>
                      </a:moveTo>
                      <a:cubicBezTo>
                        <a:pt x="370" y="0"/>
                        <a:pt x="0" y="925"/>
                        <a:pt x="529" y="1453"/>
                      </a:cubicBezTo>
                      <a:cubicBezTo>
                        <a:pt x="699" y="1624"/>
                        <a:pt x="909" y="1701"/>
                        <a:pt x="1114" y="1701"/>
                      </a:cubicBezTo>
                      <a:cubicBezTo>
                        <a:pt x="1544" y="1701"/>
                        <a:pt x="1955" y="1364"/>
                        <a:pt x="1955" y="845"/>
                      </a:cubicBezTo>
                      <a:cubicBezTo>
                        <a:pt x="1955" y="396"/>
                        <a:pt x="1585" y="0"/>
                        <a:pt x="11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>
                  <a:off x="5272025" y="870150"/>
                  <a:ext cx="45575" cy="3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560" extrusionOk="0">
                      <a:moveTo>
                        <a:pt x="1057" y="0"/>
                      </a:moveTo>
                      <a:cubicBezTo>
                        <a:pt x="344" y="0"/>
                        <a:pt x="0" y="846"/>
                        <a:pt x="502" y="1321"/>
                      </a:cubicBezTo>
                      <a:cubicBezTo>
                        <a:pt x="659" y="1486"/>
                        <a:pt x="855" y="1560"/>
                        <a:pt x="1048" y="1560"/>
                      </a:cubicBezTo>
                      <a:cubicBezTo>
                        <a:pt x="1442" y="1560"/>
                        <a:pt x="1823" y="1254"/>
                        <a:pt x="1823" y="793"/>
                      </a:cubicBezTo>
                      <a:cubicBezTo>
                        <a:pt x="1823" y="344"/>
                        <a:pt x="1479" y="0"/>
                        <a:pt x="1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" name="Google Shape;96;p2"/>
                <p:cNvSpPr/>
                <p:nvPr/>
              </p:nvSpPr>
              <p:spPr>
                <a:xfrm>
                  <a:off x="4875150" y="1137600"/>
                  <a:ext cx="27100" cy="2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4" h="928" extrusionOk="0">
                      <a:moveTo>
                        <a:pt x="634" y="0"/>
                      </a:moveTo>
                      <a:cubicBezTo>
                        <a:pt x="212" y="0"/>
                        <a:pt x="0" y="502"/>
                        <a:pt x="291" y="793"/>
                      </a:cubicBezTo>
                      <a:cubicBezTo>
                        <a:pt x="384" y="886"/>
                        <a:pt x="500" y="928"/>
                        <a:pt x="614" y="928"/>
                      </a:cubicBezTo>
                      <a:cubicBezTo>
                        <a:pt x="853" y="928"/>
                        <a:pt x="1083" y="744"/>
                        <a:pt x="1083" y="476"/>
                      </a:cubicBezTo>
                      <a:cubicBezTo>
                        <a:pt x="1083" y="211"/>
                        <a:pt x="872" y="0"/>
                        <a:pt x="63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" name="Google Shape;97;p2"/>
                <p:cNvSpPr/>
                <p:nvPr/>
              </p:nvSpPr>
              <p:spPr>
                <a:xfrm>
                  <a:off x="5337400" y="1685025"/>
                  <a:ext cx="40950" cy="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8" h="1427" extrusionOk="0">
                      <a:moveTo>
                        <a:pt x="925" y="1"/>
                      </a:moveTo>
                      <a:cubicBezTo>
                        <a:pt x="317" y="1"/>
                        <a:pt x="0" y="767"/>
                        <a:pt x="449" y="1216"/>
                      </a:cubicBezTo>
                      <a:cubicBezTo>
                        <a:pt x="586" y="1361"/>
                        <a:pt x="759" y="1426"/>
                        <a:pt x="930" y="1426"/>
                      </a:cubicBezTo>
                      <a:cubicBezTo>
                        <a:pt x="1288" y="1426"/>
                        <a:pt x="1638" y="1142"/>
                        <a:pt x="1638" y="714"/>
                      </a:cubicBezTo>
                      <a:cubicBezTo>
                        <a:pt x="1638" y="318"/>
                        <a:pt x="1321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" name="Google Shape;98;p2"/>
                <p:cNvSpPr/>
                <p:nvPr/>
              </p:nvSpPr>
              <p:spPr>
                <a:xfrm>
                  <a:off x="5670225" y="1937950"/>
                  <a:ext cx="40300" cy="3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1363" extrusionOk="0">
                      <a:moveTo>
                        <a:pt x="925" y="0"/>
                      </a:moveTo>
                      <a:cubicBezTo>
                        <a:pt x="317" y="0"/>
                        <a:pt x="0" y="740"/>
                        <a:pt x="423" y="1162"/>
                      </a:cubicBezTo>
                      <a:cubicBezTo>
                        <a:pt x="569" y="1300"/>
                        <a:pt x="746" y="1362"/>
                        <a:pt x="919" y="1362"/>
                      </a:cubicBezTo>
                      <a:cubicBezTo>
                        <a:pt x="1275" y="1362"/>
                        <a:pt x="1611" y="1097"/>
                        <a:pt x="1611" y="687"/>
                      </a:cubicBezTo>
                      <a:cubicBezTo>
                        <a:pt x="1611" y="291"/>
                        <a:pt x="1294" y="0"/>
                        <a:pt x="9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" name="Google Shape;99;p2"/>
                <p:cNvSpPr/>
                <p:nvPr/>
              </p:nvSpPr>
              <p:spPr>
                <a:xfrm>
                  <a:off x="6135100" y="1760300"/>
                  <a:ext cx="31725" cy="2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88" extrusionOk="0">
                      <a:moveTo>
                        <a:pt x="740" y="1"/>
                      </a:moveTo>
                      <a:cubicBezTo>
                        <a:pt x="239" y="1"/>
                        <a:pt x="1" y="582"/>
                        <a:pt x="344" y="925"/>
                      </a:cubicBezTo>
                      <a:cubicBezTo>
                        <a:pt x="456" y="1038"/>
                        <a:pt x="594" y="1088"/>
                        <a:pt x="729" y="1088"/>
                      </a:cubicBezTo>
                      <a:cubicBezTo>
                        <a:pt x="1006" y="1088"/>
                        <a:pt x="1269" y="875"/>
                        <a:pt x="1269" y="555"/>
                      </a:cubicBezTo>
                      <a:cubicBezTo>
                        <a:pt x="1269" y="239"/>
                        <a:pt x="1031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" name="Google Shape;100;p2"/>
                <p:cNvSpPr/>
                <p:nvPr/>
              </p:nvSpPr>
              <p:spPr>
                <a:xfrm>
                  <a:off x="6473200" y="2210000"/>
                  <a:ext cx="38775" cy="3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1" h="1330" extrusionOk="0">
                      <a:moveTo>
                        <a:pt x="873" y="1"/>
                      </a:moveTo>
                      <a:cubicBezTo>
                        <a:pt x="291" y="1"/>
                        <a:pt x="1" y="714"/>
                        <a:pt x="424" y="1137"/>
                      </a:cubicBezTo>
                      <a:cubicBezTo>
                        <a:pt x="557" y="1270"/>
                        <a:pt x="720" y="1330"/>
                        <a:pt x="879" y="1330"/>
                      </a:cubicBezTo>
                      <a:cubicBezTo>
                        <a:pt x="1223" y="1330"/>
                        <a:pt x="1551" y="1050"/>
                        <a:pt x="1533" y="635"/>
                      </a:cubicBezTo>
                      <a:cubicBezTo>
                        <a:pt x="1533" y="291"/>
                        <a:pt x="1242" y="1"/>
                        <a:pt x="8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" name="Google Shape;101;p2"/>
                <p:cNvSpPr/>
                <p:nvPr/>
              </p:nvSpPr>
              <p:spPr>
                <a:xfrm>
                  <a:off x="6259250" y="2629325"/>
                  <a:ext cx="4362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" h="1517" extrusionOk="0">
                      <a:moveTo>
                        <a:pt x="1004" y="1"/>
                      </a:moveTo>
                      <a:cubicBezTo>
                        <a:pt x="318" y="1"/>
                        <a:pt x="1" y="820"/>
                        <a:pt x="476" y="1295"/>
                      </a:cubicBezTo>
                      <a:cubicBezTo>
                        <a:pt x="621" y="1448"/>
                        <a:pt x="804" y="1517"/>
                        <a:pt x="985" y="1517"/>
                      </a:cubicBezTo>
                      <a:cubicBezTo>
                        <a:pt x="1368" y="1517"/>
                        <a:pt x="1744" y="1215"/>
                        <a:pt x="1744" y="767"/>
                      </a:cubicBezTo>
                      <a:cubicBezTo>
                        <a:pt x="1744" y="344"/>
                        <a:pt x="1401" y="1"/>
                        <a:pt x="10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" name="Google Shape;102;p2"/>
                <p:cNvSpPr/>
                <p:nvPr/>
              </p:nvSpPr>
              <p:spPr>
                <a:xfrm>
                  <a:off x="5485975" y="2449725"/>
                  <a:ext cx="34375" cy="2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150" extrusionOk="0">
                      <a:moveTo>
                        <a:pt x="793" y="0"/>
                      </a:moveTo>
                      <a:cubicBezTo>
                        <a:pt x="265" y="0"/>
                        <a:pt x="1" y="608"/>
                        <a:pt x="370" y="978"/>
                      </a:cubicBezTo>
                      <a:cubicBezTo>
                        <a:pt x="489" y="1097"/>
                        <a:pt x="636" y="1150"/>
                        <a:pt x="780" y="1150"/>
                      </a:cubicBezTo>
                      <a:cubicBezTo>
                        <a:pt x="1083" y="1150"/>
                        <a:pt x="1374" y="913"/>
                        <a:pt x="1374" y="555"/>
                      </a:cubicBezTo>
                      <a:cubicBezTo>
                        <a:pt x="1374" y="238"/>
                        <a:pt x="1110" y="0"/>
                        <a:pt x="79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" name="Google Shape;103;p2"/>
                <p:cNvSpPr/>
                <p:nvPr/>
              </p:nvSpPr>
              <p:spPr>
                <a:xfrm>
                  <a:off x="5972650" y="2263500"/>
                  <a:ext cx="4427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17" extrusionOk="0">
                      <a:moveTo>
                        <a:pt x="1005" y="0"/>
                      </a:moveTo>
                      <a:cubicBezTo>
                        <a:pt x="344" y="0"/>
                        <a:pt x="1" y="819"/>
                        <a:pt x="476" y="1295"/>
                      </a:cubicBezTo>
                      <a:cubicBezTo>
                        <a:pt x="629" y="1448"/>
                        <a:pt x="818" y="1516"/>
                        <a:pt x="1004" y="1516"/>
                      </a:cubicBezTo>
                      <a:cubicBezTo>
                        <a:pt x="1394" y="1516"/>
                        <a:pt x="1771" y="1214"/>
                        <a:pt x="1771" y="766"/>
                      </a:cubicBezTo>
                      <a:cubicBezTo>
                        <a:pt x="1771" y="344"/>
                        <a:pt x="1427" y="0"/>
                        <a:pt x="100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" name="Google Shape;104;p2"/>
                <p:cNvSpPr/>
                <p:nvPr/>
              </p:nvSpPr>
              <p:spPr>
                <a:xfrm>
                  <a:off x="5106275" y="2456975"/>
                  <a:ext cx="46900" cy="40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6" h="1606" extrusionOk="0">
                      <a:moveTo>
                        <a:pt x="1083" y="1"/>
                      </a:moveTo>
                      <a:cubicBezTo>
                        <a:pt x="370" y="1"/>
                        <a:pt x="0" y="872"/>
                        <a:pt x="502" y="1374"/>
                      </a:cubicBezTo>
                      <a:cubicBezTo>
                        <a:pt x="671" y="1534"/>
                        <a:pt x="871" y="1606"/>
                        <a:pt x="1066" y="1606"/>
                      </a:cubicBezTo>
                      <a:cubicBezTo>
                        <a:pt x="1483" y="1606"/>
                        <a:pt x="1876" y="1279"/>
                        <a:pt x="1876" y="793"/>
                      </a:cubicBezTo>
                      <a:cubicBezTo>
                        <a:pt x="1876" y="371"/>
                        <a:pt x="1532" y="1"/>
                        <a:pt x="108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" name="Google Shape;105;p2"/>
                <p:cNvSpPr/>
                <p:nvPr/>
              </p:nvSpPr>
              <p:spPr>
                <a:xfrm>
                  <a:off x="4461750" y="2361900"/>
                  <a:ext cx="39000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0" h="1311" extrusionOk="0">
                      <a:moveTo>
                        <a:pt x="899" y="0"/>
                      </a:moveTo>
                      <a:cubicBezTo>
                        <a:pt x="291" y="0"/>
                        <a:pt x="1" y="687"/>
                        <a:pt x="424" y="1110"/>
                      </a:cubicBezTo>
                      <a:cubicBezTo>
                        <a:pt x="562" y="1248"/>
                        <a:pt x="732" y="1310"/>
                        <a:pt x="898" y="1310"/>
                      </a:cubicBezTo>
                      <a:cubicBezTo>
                        <a:pt x="1238" y="1310"/>
                        <a:pt x="1559" y="1051"/>
                        <a:pt x="1559" y="660"/>
                      </a:cubicBezTo>
                      <a:cubicBezTo>
                        <a:pt x="1533" y="291"/>
                        <a:pt x="1242" y="0"/>
                        <a:pt x="8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" name="Google Shape;106;p2"/>
                <p:cNvSpPr/>
                <p:nvPr/>
              </p:nvSpPr>
              <p:spPr>
                <a:xfrm>
                  <a:off x="4739775" y="1942575"/>
                  <a:ext cx="45375" cy="3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" h="1542" extrusionOk="0">
                      <a:moveTo>
                        <a:pt x="1031" y="0"/>
                      </a:moveTo>
                      <a:cubicBezTo>
                        <a:pt x="344" y="0"/>
                        <a:pt x="0" y="819"/>
                        <a:pt x="502" y="1321"/>
                      </a:cubicBezTo>
                      <a:cubicBezTo>
                        <a:pt x="654" y="1473"/>
                        <a:pt x="844" y="1541"/>
                        <a:pt x="1032" y="1541"/>
                      </a:cubicBezTo>
                      <a:cubicBezTo>
                        <a:pt x="1429" y="1541"/>
                        <a:pt x="1814" y="1233"/>
                        <a:pt x="1797" y="766"/>
                      </a:cubicBezTo>
                      <a:cubicBezTo>
                        <a:pt x="1797" y="343"/>
                        <a:pt x="1453" y="0"/>
                        <a:pt x="10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" name="Google Shape;107;p2"/>
                <p:cNvSpPr/>
                <p:nvPr/>
              </p:nvSpPr>
              <p:spPr>
                <a:xfrm>
                  <a:off x="4826275" y="1607775"/>
                  <a:ext cx="30400" cy="3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242" extrusionOk="0">
                      <a:moveTo>
                        <a:pt x="608" y="0"/>
                      </a:moveTo>
                      <a:cubicBezTo>
                        <a:pt x="265" y="0"/>
                        <a:pt x="1" y="291"/>
                        <a:pt x="1" y="634"/>
                      </a:cubicBezTo>
                      <a:cubicBezTo>
                        <a:pt x="1" y="951"/>
                        <a:pt x="265" y="1242"/>
                        <a:pt x="608" y="1242"/>
                      </a:cubicBezTo>
                      <a:cubicBezTo>
                        <a:pt x="952" y="1242"/>
                        <a:pt x="1216" y="951"/>
                        <a:pt x="1216" y="634"/>
                      </a:cubicBezTo>
                      <a:cubicBezTo>
                        <a:pt x="1216" y="291"/>
                        <a:pt x="952" y="0"/>
                        <a:pt x="6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" name="Google Shape;108;p2"/>
                <p:cNvSpPr/>
                <p:nvPr/>
              </p:nvSpPr>
              <p:spPr>
                <a:xfrm>
                  <a:off x="3839700" y="2713225"/>
                  <a:ext cx="35700" cy="30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1215" extrusionOk="0">
                      <a:moveTo>
                        <a:pt x="623" y="0"/>
                      </a:moveTo>
                      <a:cubicBezTo>
                        <a:pt x="304" y="0"/>
                        <a:pt x="1" y="249"/>
                        <a:pt x="1" y="607"/>
                      </a:cubicBezTo>
                      <a:cubicBezTo>
                        <a:pt x="1" y="950"/>
                        <a:pt x="291" y="1215"/>
                        <a:pt x="635" y="1215"/>
                      </a:cubicBezTo>
                      <a:cubicBezTo>
                        <a:pt x="1163" y="1215"/>
                        <a:pt x="1427" y="554"/>
                        <a:pt x="1057" y="184"/>
                      </a:cubicBezTo>
                      <a:cubicBezTo>
                        <a:pt x="929" y="57"/>
                        <a:pt x="774" y="0"/>
                        <a:pt x="6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" name="Google Shape;109;p2"/>
                <p:cNvSpPr/>
                <p:nvPr/>
              </p:nvSpPr>
              <p:spPr>
                <a:xfrm>
                  <a:off x="3579525" y="2509150"/>
                  <a:ext cx="3172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62" extrusionOk="0">
                      <a:moveTo>
                        <a:pt x="740" y="1"/>
                      </a:moveTo>
                      <a:cubicBezTo>
                        <a:pt x="238" y="1"/>
                        <a:pt x="0" y="555"/>
                        <a:pt x="344" y="899"/>
                      </a:cubicBezTo>
                      <a:cubicBezTo>
                        <a:pt x="456" y="1011"/>
                        <a:pt x="594" y="1061"/>
                        <a:pt x="728" y="1061"/>
                      </a:cubicBezTo>
                      <a:cubicBezTo>
                        <a:pt x="1005" y="1061"/>
                        <a:pt x="1268" y="849"/>
                        <a:pt x="1268" y="529"/>
                      </a:cubicBezTo>
                      <a:cubicBezTo>
                        <a:pt x="1268" y="238"/>
                        <a:pt x="1031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" name="Google Shape;110;p2"/>
                <p:cNvSpPr/>
                <p:nvPr/>
              </p:nvSpPr>
              <p:spPr>
                <a:xfrm>
                  <a:off x="2829350" y="2709900"/>
                  <a:ext cx="44275" cy="3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08" extrusionOk="0">
                      <a:moveTo>
                        <a:pt x="1031" y="0"/>
                      </a:moveTo>
                      <a:cubicBezTo>
                        <a:pt x="344" y="0"/>
                        <a:pt x="1" y="793"/>
                        <a:pt x="476" y="1268"/>
                      </a:cubicBezTo>
                      <a:cubicBezTo>
                        <a:pt x="633" y="1433"/>
                        <a:pt x="826" y="1507"/>
                        <a:pt x="1016" y="1507"/>
                      </a:cubicBezTo>
                      <a:cubicBezTo>
                        <a:pt x="1402" y="1507"/>
                        <a:pt x="1771" y="1201"/>
                        <a:pt x="1771" y="740"/>
                      </a:cubicBezTo>
                      <a:cubicBezTo>
                        <a:pt x="1771" y="317"/>
                        <a:pt x="1427" y="0"/>
                        <a:pt x="10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" name="Google Shape;111;p2"/>
                <p:cNvSpPr/>
                <p:nvPr/>
              </p:nvSpPr>
              <p:spPr>
                <a:xfrm>
                  <a:off x="2653700" y="3364975"/>
                  <a:ext cx="24450" cy="2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" h="978" extrusionOk="0">
                      <a:moveTo>
                        <a:pt x="502" y="0"/>
                      </a:moveTo>
                      <a:cubicBezTo>
                        <a:pt x="238" y="0"/>
                        <a:pt x="1" y="212"/>
                        <a:pt x="1" y="476"/>
                      </a:cubicBezTo>
                      <a:cubicBezTo>
                        <a:pt x="1" y="766"/>
                        <a:pt x="238" y="978"/>
                        <a:pt x="502" y="978"/>
                      </a:cubicBezTo>
                      <a:cubicBezTo>
                        <a:pt x="767" y="978"/>
                        <a:pt x="978" y="766"/>
                        <a:pt x="978" y="476"/>
                      </a:cubicBezTo>
                      <a:cubicBezTo>
                        <a:pt x="978" y="212"/>
                        <a:pt x="767" y="0"/>
                        <a:pt x="50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" name="Google Shape;112;p2"/>
                <p:cNvSpPr/>
                <p:nvPr/>
              </p:nvSpPr>
              <p:spPr>
                <a:xfrm>
                  <a:off x="3407175" y="3055275"/>
                  <a:ext cx="27750" cy="2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1110" extrusionOk="0">
                      <a:moveTo>
                        <a:pt x="555" y="0"/>
                      </a:moveTo>
                      <a:cubicBezTo>
                        <a:pt x="238" y="0"/>
                        <a:pt x="0" y="238"/>
                        <a:pt x="0" y="555"/>
                      </a:cubicBezTo>
                      <a:cubicBezTo>
                        <a:pt x="0" y="872"/>
                        <a:pt x="238" y="1109"/>
                        <a:pt x="555" y="1109"/>
                      </a:cubicBezTo>
                      <a:cubicBezTo>
                        <a:pt x="872" y="1109"/>
                        <a:pt x="1110" y="872"/>
                        <a:pt x="1110" y="555"/>
                      </a:cubicBezTo>
                      <a:cubicBezTo>
                        <a:pt x="1110" y="238"/>
                        <a:pt x="872" y="0"/>
                        <a:pt x="5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" name="Google Shape;113;p2"/>
                <p:cNvSpPr/>
                <p:nvPr/>
              </p:nvSpPr>
              <p:spPr>
                <a:xfrm>
                  <a:off x="3329250" y="3558450"/>
                  <a:ext cx="46250" cy="40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0" h="1607" extrusionOk="0">
                      <a:moveTo>
                        <a:pt x="1057" y="1"/>
                      </a:moveTo>
                      <a:cubicBezTo>
                        <a:pt x="344" y="1"/>
                        <a:pt x="0" y="872"/>
                        <a:pt x="502" y="1374"/>
                      </a:cubicBezTo>
                      <a:cubicBezTo>
                        <a:pt x="663" y="1535"/>
                        <a:pt x="859" y="1606"/>
                        <a:pt x="1052" y="1606"/>
                      </a:cubicBezTo>
                      <a:cubicBezTo>
                        <a:pt x="1459" y="1606"/>
                        <a:pt x="1849" y="1286"/>
                        <a:pt x="1849" y="820"/>
                      </a:cubicBezTo>
                      <a:cubicBezTo>
                        <a:pt x="1849" y="370"/>
                        <a:pt x="1506" y="1"/>
                        <a:pt x="10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" name="Google Shape;114;p2"/>
                <p:cNvSpPr/>
                <p:nvPr/>
              </p:nvSpPr>
              <p:spPr>
                <a:xfrm>
                  <a:off x="3611225" y="3969200"/>
                  <a:ext cx="39650" cy="3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" h="1363" extrusionOk="0">
                      <a:moveTo>
                        <a:pt x="898" y="0"/>
                      </a:moveTo>
                      <a:cubicBezTo>
                        <a:pt x="291" y="0"/>
                        <a:pt x="0" y="740"/>
                        <a:pt x="423" y="1163"/>
                      </a:cubicBezTo>
                      <a:cubicBezTo>
                        <a:pt x="561" y="1300"/>
                        <a:pt x="732" y="1362"/>
                        <a:pt x="900" y="1362"/>
                      </a:cubicBezTo>
                      <a:cubicBezTo>
                        <a:pt x="1249" y="1362"/>
                        <a:pt x="1585" y="1097"/>
                        <a:pt x="1585" y="687"/>
                      </a:cubicBezTo>
                      <a:cubicBezTo>
                        <a:pt x="1585" y="317"/>
                        <a:pt x="1268" y="0"/>
                        <a:pt x="89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" name="Google Shape;115;p2"/>
                <p:cNvSpPr/>
                <p:nvPr/>
              </p:nvSpPr>
              <p:spPr>
                <a:xfrm>
                  <a:off x="3105375" y="4337025"/>
                  <a:ext cx="43625" cy="3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" h="1490" extrusionOk="0">
                      <a:moveTo>
                        <a:pt x="978" y="0"/>
                      </a:moveTo>
                      <a:cubicBezTo>
                        <a:pt x="318" y="0"/>
                        <a:pt x="1" y="792"/>
                        <a:pt x="450" y="1268"/>
                      </a:cubicBezTo>
                      <a:cubicBezTo>
                        <a:pt x="603" y="1421"/>
                        <a:pt x="792" y="1489"/>
                        <a:pt x="977" y="1489"/>
                      </a:cubicBezTo>
                      <a:cubicBezTo>
                        <a:pt x="1368" y="1489"/>
                        <a:pt x="1744" y="1187"/>
                        <a:pt x="1744" y="740"/>
                      </a:cubicBezTo>
                      <a:cubicBezTo>
                        <a:pt x="1744" y="317"/>
                        <a:pt x="1401" y="0"/>
                        <a:pt x="9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" name="Google Shape;116;p2"/>
                <p:cNvSpPr/>
                <p:nvPr/>
              </p:nvSpPr>
              <p:spPr>
                <a:xfrm>
                  <a:off x="2169650" y="4735875"/>
                  <a:ext cx="48250" cy="4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0" h="1638" extrusionOk="0">
                      <a:moveTo>
                        <a:pt x="1110" y="0"/>
                      </a:moveTo>
                      <a:cubicBezTo>
                        <a:pt x="371" y="0"/>
                        <a:pt x="1" y="872"/>
                        <a:pt x="529" y="1400"/>
                      </a:cubicBezTo>
                      <a:cubicBezTo>
                        <a:pt x="692" y="1563"/>
                        <a:pt x="897" y="1637"/>
                        <a:pt x="1099" y="1637"/>
                      </a:cubicBezTo>
                      <a:cubicBezTo>
                        <a:pt x="1520" y="1637"/>
                        <a:pt x="1929" y="1318"/>
                        <a:pt x="1929" y="819"/>
                      </a:cubicBezTo>
                      <a:cubicBezTo>
                        <a:pt x="1929" y="370"/>
                        <a:pt x="1559" y="0"/>
                        <a:pt x="11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2"/>
                <p:cNvSpPr/>
                <p:nvPr/>
              </p:nvSpPr>
              <p:spPr>
                <a:xfrm>
                  <a:off x="2569825" y="3989675"/>
                  <a:ext cx="39650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" h="1356" extrusionOk="0">
                      <a:moveTo>
                        <a:pt x="899" y="0"/>
                      </a:moveTo>
                      <a:cubicBezTo>
                        <a:pt x="291" y="0"/>
                        <a:pt x="1" y="713"/>
                        <a:pt x="424" y="1162"/>
                      </a:cubicBezTo>
                      <a:cubicBezTo>
                        <a:pt x="557" y="1296"/>
                        <a:pt x="722" y="1356"/>
                        <a:pt x="886" y="1356"/>
                      </a:cubicBezTo>
                      <a:cubicBezTo>
                        <a:pt x="1240" y="1356"/>
                        <a:pt x="1586" y="1076"/>
                        <a:pt x="1586" y="661"/>
                      </a:cubicBezTo>
                      <a:cubicBezTo>
                        <a:pt x="1586" y="291"/>
                        <a:pt x="1269" y="0"/>
                        <a:pt x="8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" name="Google Shape;118;p2"/>
                <p:cNvSpPr/>
                <p:nvPr/>
              </p:nvSpPr>
              <p:spPr>
                <a:xfrm>
                  <a:off x="2056075" y="3835350"/>
                  <a:ext cx="30400" cy="2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023" extrusionOk="0">
                      <a:moveTo>
                        <a:pt x="703" y="0"/>
                      </a:moveTo>
                      <a:cubicBezTo>
                        <a:pt x="576" y="0"/>
                        <a:pt x="448" y="47"/>
                        <a:pt x="344" y="151"/>
                      </a:cubicBezTo>
                      <a:cubicBezTo>
                        <a:pt x="1" y="468"/>
                        <a:pt x="238" y="1022"/>
                        <a:pt x="714" y="1022"/>
                      </a:cubicBezTo>
                      <a:cubicBezTo>
                        <a:pt x="978" y="1022"/>
                        <a:pt x="1216" y="785"/>
                        <a:pt x="1216" y="521"/>
                      </a:cubicBezTo>
                      <a:cubicBezTo>
                        <a:pt x="1216" y="200"/>
                        <a:pt x="964" y="0"/>
                        <a:pt x="7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" name="Google Shape;119;p2"/>
                <p:cNvSpPr/>
                <p:nvPr/>
              </p:nvSpPr>
              <p:spPr>
                <a:xfrm>
                  <a:off x="2179575" y="3399300"/>
                  <a:ext cx="31050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" h="1062" extrusionOk="0">
                      <a:moveTo>
                        <a:pt x="713" y="1"/>
                      </a:moveTo>
                      <a:cubicBezTo>
                        <a:pt x="238" y="1"/>
                        <a:pt x="0" y="582"/>
                        <a:pt x="343" y="899"/>
                      </a:cubicBezTo>
                      <a:cubicBezTo>
                        <a:pt x="447" y="1011"/>
                        <a:pt x="579" y="1061"/>
                        <a:pt x="710" y="1061"/>
                      </a:cubicBezTo>
                      <a:cubicBezTo>
                        <a:pt x="978" y="1061"/>
                        <a:pt x="1242" y="849"/>
                        <a:pt x="1242" y="529"/>
                      </a:cubicBezTo>
                      <a:cubicBezTo>
                        <a:pt x="1242" y="239"/>
                        <a:pt x="1004" y="1"/>
                        <a:pt x="71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" name="Google Shape;120;p2"/>
                <p:cNvSpPr/>
                <p:nvPr/>
              </p:nvSpPr>
              <p:spPr>
                <a:xfrm>
                  <a:off x="1885700" y="3061200"/>
                  <a:ext cx="29750" cy="2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" h="998" extrusionOk="0">
                      <a:moveTo>
                        <a:pt x="687" y="1"/>
                      </a:moveTo>
                      <a:cubicBezTo>
                        <a:pt x="238" y="1"/>
                        <a:pt x="1" y="529"/>
                        <a:pt x="318" y="846"/>
                      </a:cubicBezTo>
                      <a:cubicBezTo>
                        <a:pt x="422" y="951"/>
                        <a:pt x="553" y="998"/>
                        <a:pt x="681" y="998"/>
                      </a:cubicBezTo>
                      <a:cubicBezTo>
                        <a:pt x="940" y="998"/>
                        <a:pt x="1189" y="804"/>
                        <a:pt x="1189" y="503"/>
                      </a:cubicBezTo>
                      <a:cubicBezTo>
                        <a:pt x="1189" y="212"/>
                        <a:pt x="952" y="1"/>
                        <a:pt x="68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" name="Google Shape;121;p2"/>
                <p:cNvSpPr/>
                <p:nvPr/>
              </p:nvSpPr>
              <p:spPr>
                <a:xfrm>
                  <a:off x="1716650" y="2775925"/>
                  <a:ext cx="29750" cy="2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" h="1018" extrusionOk="0">
                      <a:moveTo>
                        <a:pt x="687" y="1"/>
                      </a:moveTo>
                      <a:cubicBezTo>
                        <a:pt x="238" y="1"/>
                        <a:pt x="1" y="556"/>
                        <a:pt x="318" y="873"/>
                      </a:cubicBezTo>
                      <a:cubicBezTo>
                        <a:pt x="418" y="973"/>
                        <a:pt x="542" y="1018"/>
                        <a:pt x="665" y="1018"/>
                      </a:cubicBezTo>
                      <a:cubicBezTo>
                        <a:pt x="930" y="1018"/>
                        <a:pt x="1189" y="810"/>
                        <a:pt x="1189" y="503"/>
                      </a:cubicBezTo>
                      <a:cubicBezTo>
                        <a:pt x="1189" y="239"/>
                        <a:pt x="952" y="1"/>
                        <a:pt x="68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" name="Google Shape;122;p2"/>
                <p:cNvSpPr/>
                <p:nvPr/>
              </p:nvSpPr>
              <p:spPr>
                <a:xfrm>
                  <a:off x="1166775" y="3292975"/>
                  <a:ext cx="3152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1" h="1062" extrusionOk="0">
                      <a:moveTo>
                        <a:pt x="675" y="0"/>
                      </a:moveTo>
                      <a:cubicBezTo>
                        <a:pt x="220" y="0"/>
                        <a:pt x="0" y="563"/>
                        <a:pt x="336" y="899"/>
                      </a:cubicBezTo>
                      <a:cubicBezTo>
                        <a:pt x="440" y="1012"/>
                        <a:pt x="574" y="1062"/>
                        <a:pt x="709" y="1062"/>
                      </a:cubicBezTo>
                      <a:cubicBezTo>
                        <a:pt x="985" y="1062"/>
                        <a:pt x="1260" y="849"/>
                        <a:pt x="1260" y="529"/>
                      </a:cubicBezTo>
                      <a:cubicBezTo>
                        <a:pt x="1260" y="239"/>
                        <a:pt x="1023" y="1"/>
                        <a:pt x="706" y="1"/>
                      </a:cubicBezTo>
                      <a:cubicBezTo>
                        <a:pt x="695" y="1"/>
                        <a:pt x="685" y="0"/>
                        <a:pt x="6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" name="Google Shape;123;p2"/>
                <p:cNvSpPr/>
                <p:nvPr/>
              </p:nvSpPr>
              <p:spPr>
                <a:xfrm>
                  <a:off x="1496750" y="3769100"/>
                  <a:ext cx="42950" cy="3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8" h="1452" extrusionOk="0">
                      <a:moveTo>
                        <a:pt x="978" y="1"/>
                      </a:moveTo>
                      <a:cubicBezTo>
                        <a:pt x="318" y="1"/>
                        <a:pt x="1" y="793"/>
                        <a:pt x="450" y="1242"/>
                      </a:cubicBezTo>
                      <a:cubicBezTo>
                        <a:pt x="603" y="1387"/>
                        <a:pt x="788" y="1452"/>
                        <a:pt x="970" y="1452"/>
                      </a:cubicBezTo>
                      <a:cubicBezTo>
                        <a:pt x="1353" y="1452"/>
                        <a:pt x="1718" y="1162"/>
                        <a:pt x="1718" y="714"/>
                      </a:cubicBezTo>
                      <a:cubicBezTo>
                        <a:pt x="1718" y="318"/>
                        <a:pt x="1374" y="1"/>
                        <a:pt x="97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" name="Google Shape;124;p2"/>
                <p:cNvSpPr/>
                <p:nvPr/>
              </p:nvSpPr>
              <p:spPr>
                <a:xfrm>
                  <a:off x="1359400" y="3958625"/>
                  <a:ext cx="29075" cy="2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3" h="972" extrusionOk="0">
                      <a:moveTo>
                        <a:pt x="661" y="1"/>
                      </a:moveTo>
                      <a:cubicBezTo>
                        <a:pt x="212" y="1"/>
                        <a:pt x="0" y="529"/>
                        <a:pt x="317" y="820"/>
                      </a:cubicBezTo>
                      <a:cubicBezTo>
                        <a:pt x="422" y="924"/>
                        <a:pt x="550" y="971"/>
                        <a:pt x="674" y="971"/>
                      </a:cubicBezTo>
                      <a:cubicBezTo>
                        <a:pt x="926" y="971"/>
                        <a:pt x="1163" y="777"/>
                        <a:pt x="1163" y="476"/>
                      </a:cubicBezTo>
                      <a:cubicBezTo>
                        <a:pt x="1163" y="212"/>
                        <a:pt x="925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" name="Google Shape;125;p2"/>
                <p:cNvSpPr/>
                <p:nvPr/>
              </p:nvSpPr>
              <p:spPr>
                <a:xfrm>
                  <a:off x="1068175" y="4338325"/>
                  <a:ext cx="40325" cy="3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3" h="1375" extrusionOk="0">
                      <a:moveTo>
                        <a:pt x="925" y="1"/>
                      </a:moveTo>
                      <a:cubicBezTo>
                        <a:pt x="291" y="1"/>
                        <a:pt x="1" y="740"/>
                        <a:pt x="423" y="1163"/>
                      </a:cubicBezTo>
                      <a:cubicBezTo>
                        <a:pt x="570" y="1310"/>
                        <a:pt x="747" y="1375"/>
                        <a:pt x="920" y="1375"/>
                      </a:cubicBezTo>
                      <a:cubicBezTo>
                        <a:pt x="1276" y="1375"/>
                        <a:pt x="1612" y="1097"/>
                        <a:pt x="1612" y="688"/>
                      </a:cubicBezTo>
                      <a:cubicBezTo>
                        <a:pt x="1612" y="291"/>
                        <a:pt x="1295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" name="Google Shape;126;p2"/>
                <p:cNvSpPr/>
                <p:nvPr/>
              </p:nvSpPr>
              <p:spPr>
                <a:xfrm>
                  <a:off x="533950" y="4482300"/>
                  <a:ext cx="48900" cy="4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6" h="1669" extrusionOk="0">
                      <a:moveTo>
                        <a:pt x="1136" y="0"/>
                      </a:moveTo>
                      <a:cubicBezTo>
                        <a:pt x="370" y="0"/>
                        <a:pt x="1" y="898"/>
                        <a:pt x="529" y="1427"/>
                      </a:cubicBezTo>
                      <a:cubicBezTo>
                        <a:pt x="697" y="1594"/>
                        <a:pt x="901" y="1669"/>
                        <a:pt x="1103" y="1669"/>
                      </a:cubicBezTo>
                      <a:cubicBezTo>
                        <a:pt x="1537" y="1669"/>
                        <a:pt x="1955" y="1324"/>
                        <a:pt x="1955" y="819"/>
                      </a:cubicBezTo>
                      <a:cubicBezTo>
                        <a:pt x="1955" y="370"/>
                        <a:pt x="1585" y="0"/>
                        <a:pt x="11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" name="Google Shape;127;p2"/>
                <p:cNvSpPr/>
                <p:nvPr/>
              </p:nvSpPr>
              <p:spPr>
                <a:xfrm>
                  <a:off x="895175" y="4776800"/>
                  <a:ext cx="38325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3" h="1311" extrusionOk="0">
                      <a:moveTo>
                        <a:pt x="872" y="1"/>
                      </a:moveTo>
                      <a:cubicBezTo>
                        <a:pt x="291" y="1"/>
                        <a:pt x="0" y="714"/>
                        <a:pt x="396" y="1110"/>
                      </a:cubicBezTo>
                      <a:cubicBezTo>
                        <a:pt x="535" y="1249"/>
                        <a:pt x="705" y="1311"/>
                        <a:pt x="871" y="1311"/>
                      </a:cubicBezTo>
                      <a:cubicBezTo>
                        <a:pt x="1210" y="1311"/>
                        <a:pt x="1532" y="1052"/>
                        <a:pt x="1532" y="661"/>
                      </a:cubicBezTo>
                      <a:cubicBezTo>
                        <a:pt x="1532" y="291"/>
                        <a:pt x="1242" y="1"/>
                        <a:pt x="87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" name="Google Shape;128;p2"/>
                <p:cNvSpPr/>
                <p:nvPr/>
              </p:nvSpPr>
              <p:spPr>
                <a:xfrm>
                  <a:off x="1537700" y="4700200"/>
                  <a:ext cx="40975" cy="3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9" h="1383" extrusionOk="0">
                      <a:moveTo>
                        <a:pt x="925" y="1"/>
                      </a:moveTo>
                      <a:cubicBezTo>
                        <a:pt x="317" y="1"/>
                        <a:pt x="0" y="740"/>
                        <a:pt x="449" y="1190"/>
                      </a:cubicBezTo>
                      <a:cubicBezTo>
                        <a:pt x="583" y="1323"/>
                        <a:pt x="751" y="1383"/>
                        <a:pt x="918" y="1383"/>
                      </a:cubicBezTo>
                      <a:cubicBezTo>
                        <a:pt x="1280" y="1383"/>
                        <a:pt x="1638" y="1103"/>
                        <a:pt x="1638" y="688"/>
                      </a:cubicBezTo>
                      <a:cubicBezTo>
                        <a:pt x="1638" y="318"/>
                        <a:pt x="1321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" name="Google Shape;129;p2"/>
                <p:cNvSpPr/>
                <p:nvPr/>
              </p:nvSpPr>
              <p:spPr>
                <a:xfrm>
                  <a:off x="1861275" y="4358050"/>
                  <a:ext cx="34600" cy="2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" h="1037" extrusionOk="0">
                      <a:moveTo>
                        <a:pt x="708" y="0"/>
                      </a:moveTo>
                      <a:cubicBezTo>
                        <a:pt x="684" y="0"/>
                        <a:pt x="660" y="2"/>
                        <a:pt x="634" y="4"/>
                      </a:cubicBezTo>
                      <a:cubicBezTo>
                        <a:pt x="0" y="57"/>
                        <a:pt x="0" y="982"/>
                        <a:pt x="634" y="1034"/>
                      </a:cubicBezTo>
                      <a:cubicBezTo>
                        <a:pt x="651" y="1036"/>
                        <a:pt x="668" y="1036"/>
                        <a:pt x="684" y="1036"/>
                      </a:cubicBezTo>
                      <a:cubicBezTo>
                        <a:pt x="1376" y="1036"/>
                        <a:pt x="1384" y="0"/>
                        <a:pt x="7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" name="Google Shape;130;p2"/>
                <p:cNvSpPr/>
                <p:nvPr/>
              </p:nvSpPr>
              <p:spPr>
                <a:xfrm>
                  <a:off x="2416625" y="4390500"/>
                  <a:ext cx="33050" cy="3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322" extrusionOk="0">
                      <a:moveTo>
                        <a:pt x="661" y="1"/>
                      </a:moveTo>
                      <a:cubicBezTo>
                        <a:pt x="291" y="1"/>
                        <a:pt x="1" y="291"/>
                        <a:pt x="1" y="661"/>
                      </a:cubicBezTo>
                      <a:cubicBezTo>
                        <a:pt x="1" y="1004"/>
                        <a:pt x="291" y="1321"/>
                        <a:pt x="661" y="1321"/>
                      </a:cubicBezTo>
                      <a:cubicBezTo>
                        <a:pt x="1005" y="1321"/>
                        <a:pt x="1322" y="1004"/>
                        <a:pt x="1322" y="661"/>
                      </a:cubicBezTo>
                      <a:cubicBezTo>
                        <a:pt x="1322" y="291"/>
                        <a:pt x="1005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" name="Google Shape;131;p2"/>
                <p:cNvSpPr/>
                <p:nvPr/>
              </p:nvSpPr>
              <p:spPr>
                <a:xfrm>
                  <a:off x="2930400" y="4723325"/>
                  <a:ext cx="29075" cy="2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3" h="992" extrusionOk="0">
                      <a:moveTo>
                        <a:pt x="661" y="0"/>
                      </a:moveTo>
                      <a:cubicBezTo>
                        <a:pt x="238" y="0"/>
                        <a:pt x="0" y="529"/>
                        <a:pt x="317" y="846"/>
                      </a:cubicBezTo>
                      <a:cubicBezTo>
                        <a:pt x="418" y="947"/>
                        <a:pt x="541" y="992"/>
                        <a:pt x="662" y="992"/>
                      </a:cubicBezTo>
                      <a:cubicBezTo>
                        <a:pt x="918" y="992"/>
                        <a:pt x="1162" y="790"/>
                        <a:pt x="1162" y="502"/>
                      </a:cubicBezTo>
                      <a:cubicBezTo>
                        <a:pt x="1162" y="212"/>
                        <a:pt x="951" y="0"/>
                        <a:pt x="66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" name="Google Shape;132;p2"/>
                <p:cNvSpPr/>
                <p:nvPr/>
              </p:nvSpPr>
              <p:spPr>
                <a:xfrm>
                  <a:off x="1503350" y="4286825"/>
                  <a:ext cx="31725" cy="2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87" extrusionOk="0">
                      <a:moveTo>
                        <a:pt x="714" y="1"/>
                      </a:moveTo>
                      <a:cubicBezTo>
                        <a:pt x="239" y="1"/>
                        <a:pt x="1" y="582"/>
                        <a:pt x="344" y="925"/>
                      </a:cubicBezTo>
                      <a:cubicBezTo>
                        <a:pt x="447" y="1036"/>
                        <a:pt x="577" y="1087"/>
                        <a:pt x="707" y="1087"/>
                      </a:cubicBezTo>
                      <a:cubicBezTo>
                        <a:pt x="977" y="1087"/>
                        <a:pt x="1242" y="868"/>
                        <a:pt x="1242" y="529"/>
                      </a:cubicBezTo>
                      <a:cubicBezTo>
                        <a:pt x="1269" y="238"/>
                        <a:pt x="1005" y="1"/>
                        <a:pt x="71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" name="Google Shape;133;p2"/>
                <p:cNvSpPr/>
                <p:nvPr/>
              </p:nvSpPr>
              <p:spPr>
                <a:xfrm>
                  <a:off x="755175" y="3900525"/>
                  <a:ext cx="23125" cy="2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5" h="925" extrusionOk="0">
                      <a:moveTo>
                        <a:pt x="476" y="0"/>
                      </a:moveTo>
                      <a:cubicBezTo>
                        <a:pt x="212" y="0"/>
                        <a:pt x="0" y="212"/>
                        <a:pt x="0" y="476"/>
                      </a:cubicBezTo>
                      <a:cubicBezTo>
                        <a:pt x="0" y="713"/>
                        <a:pt x="212" y="925"/>
                        <a:pt x="476" y="925"/>
                      </a:cubicBezTo>
                      <a:cubicBezTo>
                        <a:pt x="714" y="925"/>
                        <a:pt x="925" y="713"/>
                        <a:pt x="925" y="476"/>
                      </a:cubicBezTo>
                      <a:cubicBezTo>
                        <a:pt x="925" y="212"/>
                        <a:pt x="714" y="0"/>
                        <a:pt x="47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" name="Google Shape;134;p2"/>
                <p:cNvSpPr/>
                <p:nvPr/>
              </p:nvSpPr>
              <p:spPr>
                <a:xfrm>
                  <a:off x="1537700" y="3481200"/>
                  <a:ext cx="40975" cy="3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9" h="1426" extrusionOk="0">
                      <a:moveTo>
                        <a:pt x="925" y="0"/>
                      </a:moveTo>
                      <a:cubicBezTo>
                        <a:pt x="317" y="0"/>
                        <a:pt x="0" y="766"/>
                        <a:pt x="423" y="1215"/>
                      </a:cubicBezTo>
                      <a:cubicBezTo>
                        <a:pt x="568" y="1361"/>
                        <a:pt x="747" y="1426"/>
                        <a:pt x="922" y="1426"/>
                      </a:cubicBezTo>
                      <a:cubicBezTo>
                        <a:pt x="1288" y="1426"/>
                        <a:pt x="1638" y="1142"/>
                        <a:pt x="1638" y="713"/>
                      </a:cubicBezTo>
                      <a:cubicBezTo>
                        <a:pt x="1638" y="317"/>
                        <a:pt x="1321" y="0"/>
                        <a:pt x="9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" name="Google Shape;135;p2"/>
                <p:cNvSpPr/>
                <p:nvPr/>
              </p:nvSpPr>
              <p:spPr>
                <a:xfrm>
                  <a:off x="782900" y="3523450"/>
                  <a:ext cx="48900" cy="4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6" h="1676" extrusionOk="0">
                      <a:moveTo>
                        <a:pt x="1110" y="1"/>
                      </a:moveTo>
                      <a:cubicBezTo>
                        <a:pt x="371" y="1"/>
                        <a:pt x="1" y="899"/>
                        <a:pt x="529" y="1427"/>
                      </a:cubicBezTo>
                      <a:cubicBezTo>
                        <a:pt x="701" y="1599"/>
                        <a:pt x="909" y="1676"/>
                        <a:pt x="1113" y="1676"/>
                      </a:cubicBezTo>
                      <a:cubicBezTo>
                        <a:pt x="1535" y="1676"/>
                        <a:pt x="1938" y="1345"/>
                        <a:pt x="1955" y="846"/>
                      </a:cubicBezTo>
                      <a:cubicBezTo>
                        <a:pt x="1955" y="371"/>
                        <a:pt x="1586" y="1"/>
                        <a:pt x="111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" name="Google Shape;136;p2"/>
                <p:cNvSpPr/>
                <p:nvPr/>
              </p:nvSpPr>
              <p:spPr>
                <a:xfrm>
                  <a:off x="763275" y="2777225"/>
                  <a:ext cx="26925" cy="2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7" h="929" extrusionOk="0">
                      <a:moveTo>
                        <a:pt x="571" y="1"/>
                      </a:moveTo>
                      <a:cubicBezTo>
                        <a:pt x="194" y="1"/>
                        <a:pt x="1" y="485"/>
                        <a:pt x="284" y="794"/>
                      </a:cubicBezTo>
                      <a:cubicBezTo>
                        <a:pt x="377" y="887"/>
                        <a:pt x="491" y="928"/>
                        <a:pt x="603" y="928"/>
                      </a:cubicBezTo>
                      <a:cubicBezTo>
                        <a:pt x="844" y="928"/>
                        <a:pt x="1076" y="739"/>
                        <a:pt x="1076" y="451"/>
                      </a:cubicBezTo>
                      <a:cubicBezTo>
                        <a:pt x="1076" y="187"/>
                        <a:pt x="865" y="2"/>
                        <a:pt x="601" y="2"/>
                      </a:cubicBezTo>
                      <a:cubicBezTo>
                        <a:pt x="591" y="1"/>
                        <a:pt x="581" y="1"/>
                        <a:pt x="57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" name="Google Shape;137;p2"/>
                <p:cNvSpPr/>
                <p:nvPr/>
              </p:nvSpPr>
              <p:spPr>
                <a:xfrm>
                  <a:off x="6819900" y="974225"/>
                  <a:ext cx="4427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17" extrusionOk="0">
                      <a:moveTo>
                        <a:pt x="1003" y="1"/>
                      </a:moveTo>
                      <a:cubicBezTo>
                        <a:pt x="818" y="1"/>
                        <a:pt x="629" y="69"/>
                        <a:pt x="476" y="222"/>
                      </a:cubicBezTo>
                      <a:cubicBezTo>
                        <a:pt x="0" y="698"/>
                        <a:pt x="344" y="1516"/>
                        <a:pt x="1004" y="1516"/>
                      </a:cubicBezTo>
                      <a:cubicBezTo>
                        <a:pt x="1427" y="1490"/>
                        <a:pt x="1770" y="1173"/>
                        <a:pt x="1770" y="750"/>
                      </a:cubicBezTo>
                      <a:cubicBezTo>
                        <a:pt x="1770" y="303"/>
                        <a:pt x="1394" y="1"/>
                        <a:pt x="100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" name="Google Shape;138;p2"/>
                <p:cNvSpPr/>
                <p:nvPr/>
              </p:nvSpPr>
              <p:spPr>
                <a:xfrm>
                  <a:off x="5587000" y="1267675"/>
                  <a:ext cx="42950" cy="3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8" h="1479" extrusionOk="0">
                      <a:moveTo>
                        <a:pt x="1005" y="1"/>
                      </a:moveTo>
                      <a:cubicBezTo>
                        <a:pt x="344" y="1"/>
                        <a:pt x="1" y="793"/>
                        <a:pt x="476" y="1269"/>
                      </a:cubicBezTo>
                      <a:cubicBezTo>
                        <a:pt x="621" y="1413"/>
                        <a:pt x="801" y="1478"/>
                        <a:pt x="978" y="1478"/>
                      </a:cubicBezTo>
                      <a:cubicBezTo>
                        <a:pt x="1353" y="1478"/>
                        <a:pt x="1718" y="1188"/>
                        <a:pt x="1718" y="740"/>
                      </a:cubicBezTo>
                      <a:cubicBezTo>
                        <a:pt x="1718" y="344"/>
                        <a:pt x="1401" y="1"/>
                        <a:pt x="100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" name="Google Shape;139;p2"/>
                <p:cNvSpPr/>
                <p:nvPr/>
              </p:nvSpPr>
              <p:spPr>
                <a:xfrm>
                  <a:off x="5804275" y="838450"/>
                  <a:ext cx="38975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" h="1311" extrusionOk="0">
                      <a:moveTo>
                        <a:pt x="898" y="1"/>
                      </a:moveTo>
                      <a:cubicBezTo>
                        <a:pt x="291" y="1"/>
                        <a:pt x="0" y="714"/>
                        <a:pt x="423" y="1110"/>
                      </a:cubicBezTo>
                      <a:cubicBezTo>
                        <a:pt x="562" y="1249"/>
                        <a:pt x="732" y="1311"/>
                        <a:pt x="897" y="1311"/>
                      </a:cubicBezTo>
                      <a:cubicBezTo>
                        <a:pt x="1237" y="1311"/>
                        <a:pt x="1559" y="1051"/>
                        <a:pt x="1559" y="661"/>
                      </a:cubicBezTo>
                      <a:cubicBezTo>
                        <a:pt x="1559" y="291"/>
                        <a:pt x="1242" y="1"/>
                        <a:pt x="89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" name="Google Shape;140;p2"/>
                <p:cNvSpPr/>
                <p:nvPr/>
              </p:nvSpPr>
              <p:spPr>
                <a:xfrm>
                  <a:off x="6315375" y="1154750"/>
                  <a:ext cx="33050" cy="3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322" extrusionOk="0">
                      <a:moveTo>
                        <a:pt x="661" y="1"/>
                      </a:moveTo>
                      <a:cubicBezTo>
                        <a:pt x="291" y="1"/>
                        <a:pt x="1" y="292"/>
                        <a:pt x="1" y="661"/>
                      </a:cubicBezTo>
                      <a:cubicBezTo>
                        <a:pt x="1" y="1031"/>
                        <a:pt x="291" y="1322"/>
                        <a:pt x="661" y="1322"/>
                      </a:cubicBezTo>
                      <a:cubicBezTo>
                        <a:pt x="1031" y="1322"/>
                        <a:pt x="1322" y="1031"/>
                        <a:pt x="1322" y="661"/>
                      </a:cubicBezTo>
                      <a:cubicBezTo>
                        <a:pt x="1322" y="292"/>
                        <a:pt x="1031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" name="Google Shape;141;p2"/>
                <p:cNvSpPr/>
                <p:nvPr/>
              </p:nvSpPr>
              <p:spPr>
                <a:xfrm>
                  <a:off x="6045300" y="2040900"/>
                  <a:ext cx="31050" cy="2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" h="1047" extrusionOk="0">
                      <a:moveTo>
                        <a:pt x="758" y="1"/>
                      </a:moveTo>
                      <a:cubicBezTo>
                        <a:pt x="743" y="1"/>
                        <a:pt x="728" y="1"/>
                        <a:pt x="714" y="3"/>
                      </a:cubicBezTo>
                      <a:cubicBezTo>
                        <a:pt x="238" y="3"/>
                        <a:pt x="0" y="558"/>
                        <a:pt x="344" y="901"/>
                      </a:cubicBezTo>
                      <a:cubicBezTo>
                        <a:pt x="453" y="1001"/>
                        <a:pt x="583" y="1046"/>
                        <a:pt x="709" y="1046"/>
                      </a:cubicBezTo>
                      <a:cubicBezTo>
                        <a:pt x="983" y="1046"/>
                        <a:pt x="1242" y="838"/>
                        <a:pt x="1242" y="531"/>
                      </a:cubicBezTo>
                      <a:cubicBezTo>
                        <a:pt x="1242" y="230"/>
                        <a:pt x="1028" y="1"/>
                        <a:pt x="75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" name="Google Shape;142;p2"/>
                <p:cNvSpPr/>
                <p:nvPr/>
              </p:nvSpPr>
              <p:spPr>
                <a:xfrm>
                  <a:off x="6624425" y="1949175"/>
                  <a:ext cx="25775" cy="2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" h="1004" extrusionOk="0">
                      <a:moveTo>
                        <a:pt x="503" y="0"/>
                      </a:moveTo>
                      <a:cubicBezTo>
                        <a:pt x="239" y="0"/>
                        <a:pt x="1" y="212"/>
                        <a:pt x="1" y="502"/>
                      </a:cubicBezTo>
                      <a:cubicBezTo>
                        <a:pt x="1" y="793"/>
                        <a:pt x="239" y="1004"/>
                        <a:pt x="503" y="1004"/>
                      </a:cubicBezTo>
                      <a:cubicBezTo>
                        <a:pt x="793" y="1004"/>
                        <a:pt x="1031" y="793"/>
                        <a:pt x="1031" y="502"/>
                      </a:cubicBezTo>
                      <a:cubicBezTo>
                        <a:pt x="1031" y="212"/>
                        <a:pt x="793" y="0"/>
                        <a:pt x="5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" name="Google Shape;143;p2"/>
                <p:cNvSpPr/>
                <p:nvPr/>
              </p:nvSpPr>
              <p:spPr>
                <a:xfrm>
                  <a:off x="6839050" y="2318975"/>
                  <a:ext cx="43600" cy="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4" h="1505" extrusionOk="0">
                      <a:moveTo>
                        <a:pt x="978" y="0"/>
                      </a:moveTo>
                      <a:cubicBezTo>
                        <a:pt x="317" y="0"/>
                        <a:pt x="0" y="819"/>
                        <a:pt x="449" y="1295"/>
                      </a:cubicBezTo>
                      <a:cubicBezTo>
                        <a:pt x="602" y="1439"/>
                        <a:pt x="791" y="1504"/>
                        <a:pt x="976" y="1504"/>
                      </a:cubicBezTo>
                      <a:cubicBezTo>
                        <a:pt x="1367" y="1504"/>
                        <a:pt x="1744" y="1214"/>
                        <a:pt x="1744" y="766"/>
                      </a:cubicBezTo>
                      <a:cubicBezTo>
                        <a:pt x="1744" y="344"/>
                        <a:pt x="1400" y="0"/>
                        <a:pt x="9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" name="Google Shape;144;p2"/>
                <p:cNvSpPr/>
                <p:nvPr/>
              </p:nvSpPr>
              <p:spPr>
                <a:xfrm>
                  <a:off x="6786875" y="2701975"/>
                  <a:ext cx="30400" cy="2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018" extrusionOk="0">
                      <a:moveTo>
                        <a:pt x="687" y="0"/>
                      </a:moveTo>
                      <a:cubicBezTo>
                        <a:pt x="238" y="0"/>
                        <a:pt x="1" y="555"/>
                        <a:pt x="318" y="872"/>
                      </a:cubicBezTo>
                      <a:cubicBezTo>
                        <a:pt x="426" y="973"/>
                        <a:pt x="554" y="1017"/>
                        <a:pt x="678" y="1017"/>
                      </a:cubicBezTo>
                      <a:cubicBezTo>
                        <a:pt x="945" y="1017"/>
                        <a:pt x="1198" y="809"/>
                        <a:pt x="1216" y="502"/>
                      </a:cubicBezTo>
                      <a:cubicBezTo>
                        <a:pt x="1216" y="212"/>
                        <a:pt x="978" y="0"/>
                        <a:pt x="68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5" name="Google Shape;145;p2"/>
                <p:cNvSpPr/>
                <p:nvPr/>
              </p:nvSpPr>
              <p:spPr>
                <a:xfrm>
                  <a:off x="6275775" y="1501450"/>
                  <a:ext cx="46900" cy="3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6" h="1586" extrusionOk="0">
                      <a:moveTo>
                        <a:pt x="1083" y="0"/>
                      </a:moveTo>
                      <a:cubicBezTo>
                        <a:pt x="370" y="0"/>
                        <a:pt x="0" y="846"/>
                        <a:pt x="502" y="1348"/>
                      </a:cubicBezTo>
                      <a:cubicBezTo>
                        <a:pt x="666" y="1512"/>
                        <a:pt x="870" y="1585"/>
                        <a:pt x="1069" y="1585"/>
                      </a:cubicBezTo>
                      <a:cubicBezTo>
                        <a:pt x="1481" y="1585"/>
                        <a:pt x="1875" y="1273"/>
                        <a:pt x="1875" y="793"/>
                      </a:cubicBezTo>
                      <a:cubicBezTo>
                        <a:pt x="1875" y="344"/>
                        <a:pt x="1506" y="0"/>
                        <a:pt x="108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" name="Google Shape;146;p2"/>
                <p:cNvSpPr/>
                <p:nvPr/>
              </p:nvSpPr>
              <p:spPr>
                <a:xfrm>
                  <a:off x="6277750" y="852975"/>
                  <a:ext cx="43600" cy="3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4" h="1465" extrusionOk="0">
                      <a:moveTo>
                        <a:pt x="1004" y="1"/>
                      </a:moveTo>
                      <a:cubicBezTo>
                        <a:pt x="344" y="1"/>
                        <a:pt x="0" y="793"/>
                        <a:pt x="476" y="1242"/>
                      </a:cubicBezTo>
                      <a:cubicBezTo>
                        <a:pt x="621" y="1396"/>
                        <a:pt x="806" y="1464"/>
                        <a:pt x="989" y="1464"/>
                      </a:cubicBezTo>
                      <a:cubicBezTo>
                        <a:pt x="1370" y="1464"/>
                        <a:pt x="1744" y="1169"/>
                        <a:pt x="1744" y="740"/>
                      </a:cubicBezTo>
                      <a:cubicBezTo>
                        <a:pt x="1744" y="318"/>
                        <a:pt x="1400" y="1"/>
                        <a:pt x="10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" name="Google Shape;147;p2"/>
                <p:cNvSpPr/>
                <p:nvPr/>
              </p:nvSpPr>
              <p:spPr>
                <a:xfrm>
                  <a:off x="5790400" y="1037875"/>
                  <a:ext cx="33700" cy="2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8" h="1152" extrusionOk="0">
                      <a:moveTo>
                        <a:pt x="793" y="1"/>
                      </a:moveTo>
                      <a:cubicBezTo>
                        <a:pt x="265" y="1"/>
                        <a:pt x="1" y="635"/>
                        <a:pt x="370" y="978"/>
                      </a:cubicBezTo>
                      <a:cubicBezTo>
                        <a:pt x="490" y="1098"/>
                        <a:pt x="635" y="1151"/>
                        <a:pt x="777" y="1151"/>
                      </a:cubicBezTo>
                      <a:cubicBezTo>
                        <a:pt x="1071" y="1151"/>
                        <a:pt x="1348" y="921"/>
                        <a:pt x="1348" y="582"/>
                      </a:cubicBezTo>
                      <a:cubicBezTo>
                        <a:pt x="1348" y="265"/>
                        <a:pt x="1110" y="1"/>
                        <a:pt x="7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" name="Google Shape;148;p2"/>
                <p:cNvSpPr/>
                <p:nvPr/>
              </p:nvSpPr>
              <p:spPr>
                <a:xfrm>
                  <a:off x="4704775" y="852975"/>
                  <a:ext cx="41625" cy="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1427" extrusionOk="0">
                      <a:moveTo>
                        <a:pt x="951" y="1"/>
                      </a:moveTo>
                      <a:cubicBezTo>
                        <a:pt x="317" y="1"/>
                        <a:pt x="0" y="767"/>
                        <a:pt x="449" y="1216"/>
                      </a:cubicBezTo>
                      <a:cubicBezTo>
                        <a:pt x="595" y="1361"/>
                        <a:pt x="774" y="1426"/>
                        <a:pt x="949" y="1426"/>
                      </a:cubicBezTo>
                      <a:cubicBezTo>
                        <a:pt x="1314" y="1426"/>
                        <a:pt x="1664" y="1142"/>
                        <a:pt x="1664" y="714"/>
                      </a:cubicBezTo>
                      <a:cubicBezTo>
                        <a:pt x="1664" y="318"/>
                        <a:pt x="1348" y="1"/>
                        <a:pt x="95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" name="Google Shape;149;p2"/>
                <p:cNvSpPr/>
                <p:nvPr/>
              </p:nvSpPr>
              <p:spPr>
                <a:xfrm>
                  <a:off x="4248475" y="2602250"/>
                  <a:ext cx="28400" cy="2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6" h="955" extrusionOk="0">
                      <a:moveTo>
                        <a:pt x="634" y="1"/>
                      </a:moveTo>
                      <a:cubicBezTo>
                        <a:pt x="211" y="1"/>
                        <a:pt x="0" y="503"/>
                        <a:pt x="317" y="820"/>
                      </a:cubicBezTo>
                      <a:cubicBezTo>
                        <a:pt x="410" y="912"/>
                        <a:pt x="527" y="954"/>
                        <a:pt x="643" y="954"/>
                      </a:cubicBezTo>
                      <a:cubicBezTo>
                        <a:pt x="891" y="954"/>
                        <a:pt x="1136" y="764"/>
                        <a:pt x="1136" y="476"/>
                      </a:cubicBezTo>
                      <a:cubicBezTo>
                        <a:pt x="1110" y="212"/>
                        <a:pt x="898" y="1"/>
                        <a:pt x="63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" name="Google Shape;150;p2"/>
                <p:cNvSpPr/>
                <p:nvPr/>
              </p:nvSpPr>
              <p:spPr>
                <a:xfrm>
                  <a:off x="4117725" y="3023575"/>
                  <a:ext cx="45575" cy="3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554" extrusionOk="0">
                      <a:moveTo>
                        <a:pt x="1057" y="0"/>
                      </a:moveTo>
                      <a:cubicBezTo>
                        <a:pt x="343" y="0"/>
                        <a:pt x="0" y="819"/>
                        <a:pt x="502" y="1321"/>
                      </a:cubicBezTo>
                      <a:cubicBezTo>
                        <a:pt x="654" y="1482"/>
                        <a:pt x="845" y="1553"/>
                        <a:pt x="1033" y="1553"/>
                      </a:cubicBezTo>
                      <a:cubicBezTo>
                        <a:pt x="1432" y="1553"/>
                        <a:pt x="1823" y="1233"/>
                        <a:pt x="1823" y="766"/>
                      </a:cubicBezTo>
                      <a:cubicBezTo>
                        <a:pt x="1823" y="344"/>
                        <a:pt x="1479" y="0"/>
                        <a:pt x="1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" name="Google Shape;151;p2"/>
                <p:cNvSpPr/>
                <p:nvPr/>
              </p:nvSpPr>
              <p:spPr>
                <a:xfrm>
                  <a:off x="3732725" y="3346475"/>
                  <a:ext cx="34375" cy="2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177" extrusionOk="0">
                      <a:moveTo>
                        <a:pt x="793" y="1"/>
                      </a:moveTo>
                      <a:cubicBezTo>
                        <a:pt x="238" y="1"/>
                        <a:pt x="1" y="635"/>
                        <a:pt x="370" y="1004"/>
                      </a:cubicBezTo>
                      <a:cubicBezTo>
                        <a:pt x="489" y="1124"/>
                        <a:pt x="636" y="1177"/>
                        <a:pt x="780" y="1177"/>
                      </a:cubicBezTo>
                      <a:cubicBezTo>
                        <a:pt x="1083" y="1177"/>
                        <a:pt x="1374" y="940"/>
                        <a:pt x="1374" y="582"/>
                      </a:cubicBezTo>
                      <a:cubicBezTo>
                        <a:pt x="1374" y="265"/>
                        <a:pt x="1110" y="1"/>
                        <a:pt x="7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52" name="Google Shape;152;p2"/>
            <p:cNvGrpSpPr/>
            <p:nvPr/>
          </p:nvGrpSpPr>
          <p:grpSpPr>
            <a:xfrm rot="5400000">
              <a:off x="4793583" y="433768"/>
              <a:ext cx="5915146" cy="8686923"/>
              <a:chOff x="-825491" y="-400170"/>
              <a:chExt cx="4053691" cy="5943840"/>
            </a:xfrm>
          </p:grpSpPr>
          <p:grpSp>
            <p:nvGrpSpPr>
              <p:cNvPr id="153" name="Google Shape;153;p2"/>
              <p:cNvGrpSpPr/>
              <p:nvPr/>
            </p:nvGrpSpPr>
            <p:grpSpPr>
              <a:xfrm>
                <a:off x="-825491" y="-400170"/>
                <a:ext cx="4053691" cy="5935411"/>
                <a:chOff x="-825491" y="-400170"/>
                <a:chExt cx="4053691" cy="5935411"/>
              </a:xfrm>
            </p:grpSpPr>
            <p:grpSp>
              <p:nvGrpSpPr>
                <p:cNvPr id="154" name="Google Shape;154;p2"/>
                <p:cNvGrpSpPr/>
                <p:nvPr/>
              </p:nvGrpSpPr>
              <p:grpSpPr>
                <a:xfrm rot="-5400000">
                  <a:off x="-1767469" y="541807"/>
                  <a:ext cx="5935411" cy="4051456"/>
                  <a:chOff x="543200" y="628450"/>
                  <a:chExt cx="6513125" cy="4440925"/>
                </a:xfrm>
              </p:grpSpPr>
              <p:sp>
                <p:nvSpPr>
                  <p:cNvPr id="155" name="Google Shape;155;p2"/>
                  <p:cNvSpPr/>
                  <p:nvPr/>
                </p:nvSpPr>
                <p:spPr>
                  <a:xfrm>
                    <a:off x="562350" y="854300"/>
                    <a:ext cx="6301150" cy="4153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2046" h="166120" fill="none" extrusionOk="0">
                        <a:moveTo>
                          <a:pt x="21158" y="140049"/>
                        </a:moveTo>
                        <a:lnTo>
                          <a:pt x="8189" y="122325"/>
                        </a:lnTo>
                        <a:lnTo>
                          <a:pt x="32543" y="124649"/>
                        </a:lnTo>
                        <a:lnTo>
                          <a:pt x="9932" y="107612"/>
                        </a:lnTo>
                        <a:lnTo>
                          <a:pt x="39939" y="105789"/>
                        </a:lnTo>
                        <a:lnTo>
                          <a:pt x="38354" y="117306"/>
                        </a:lnTo>
                        <a:lnTo>
                          <a:pt x="24883" y="98076"/>
                        </a:lnTo>
                        <a:lnTo>
                          <a:pt x="53621" y="88779"/>
                        </a:lnTo>
                        <a:lnTo>
                          <a:pt x="8638" y="77368"/>
                        </a:lnTo>
                        <a:lnTo>
                          <a:pt x="46859" y="77368"/>
                        </a:lnTo>
                        <a:lnTo>
                          <a:pt x="39939" y="105763"/>
                        </a:lnTo>
                        <a:lnTo>
                          <a:pt x="60463" y="119736"/>
                        </a:lnTo>
                        <a:lnTo>
                          <a:pt x="52591" y="140656"/>
                        </a:lnTo>
                        <a:lnTo>
                          <a:pt x="39965" y="154524"/>
                        </a:lnTo>
                        <a:lnTo>
                          <a:pt x="65402" y="156056"/>
                        </a:lnTo>
                        <a:lnTo>
                          <a:pt x="95383" y="155237"/>
                        </a:lnTo>
                        <a:lnTo>
                          <a:pt x="81198" y="126076"/>
                        </a:lnTo>
                        <a:lnTo>
                          <a:pt x="75255" y="142294"/>
                        </a:lnTo>
                        <a:lnTo>
                          <a:pt x="102699" y="140022"/>
                        </a:lnTo>
                        <a:lnTo>
                          <a:pt x="84156" y="100903"/>
                        </a:lnTo>
                        <a:lnTo>
                          <a:pt x="65402" y="102329"/>
                        </a:lnTo>
                        <a:lnTo>
                          <a:pt x="91711" y="74964"/>
                        </a:lnTo>
                        <a:lnTo>
                          <a:pt x="111733" y="108986"/>
                        </a:lnTo>
                        <a:lnTo>
                          <a:pt x="114348" y="88594"/>
                        </a:lnTo>
                        <a:lnTo>
                          <a:pt x="131702" y="74990"/>
                        </a:lnTo>
                        <a:lnTo>
                          <a:pt x="143272" y="87537"/>
                        </a:lnTo>
                        <a:lnTo>
                          <a:pt x="122880" y="125283"/>
                        </a:lnTo>
                        <a:lnTo>
                          <a:pt x="127608" y="100269"/>
                        </a:lnTo>
                        <a:lnTo>
                          <a:pt x="121427" y="66723"/>
                        </a:lnTo>
                        <a:lnTo>
                          <a:pt x="156875" y="60964"/>
                        </a:lnTo>
                        <a:lnTo>
                          <a:pt x="148079" y="70421"/>
                        </a:lnTo>
                        <a:lnTo>
                          <a:pt x="182840" y="64927"/>
                        </a:lnTo>
                        <a:lnTo>
                          <a:pt x="197738" y="64398"/>
                        </a:lnTo>
                        <a:lnTo>
                          <a:pt x="168128" y="44324"/>
                        </a:lnTo>
                        <a:lnTo>
                          <a:pt x="171165" y="30773"/>
                        </a:lnTo>
                        <a:lnTo>
                          <a:pt x="201991" y="17275"/>
                        </a:lnTo>
                        <a:lnTo>
                          <a:pt x="191927" y="33943"/>
                        </a:lnTo>
                        <a:lnTo>
                          <a:pt x="173120" y="11808"/>
                        </a:lnTo>
                        <a:lnTo>
                          <a:pt x="189444" y="1400"/>
                        </a:lnTo>
                        <a:lnTo>
                          <a:pt x="209915" y="7898"/>
                        </a:lnTo>
                        <a:lnTo>
                          <a:pt x="210470" y="27"/>
                        </a:lnTo>
                        <a:lnTo>
                          <a:pt x="230809" y="12679"/>
                        </a:lnTo>
                        <a:lnTo>
                          <a:pt x="218209" y="22294"/>
                        </a:lnTo>
                        <a:lnTo>
                          <a:pt x="229620" y="26679"/>
                        </a:lnTo>
                        <a:lnTo>
                          <a:pt x="251333" y="5547"/>
                        </a:lnTo>
                        <a:lnTo>
                          <a:pt x="229620" y="634"/>
                        </a:lnTo>
                        <a:lnTo>
                          <a:pt x="218183" y="22294"/>
                        </a:lnTo>
                        <a:lnTo>
                          <a:pt x="205240" y="44007"/>
                        </a:lnTo>
                        <a:lnTo>
                          <a:pt x="220032" y="47969"/>
                        </a:lnTo>
                        <a:lnTo>
                          <a:pt x="217417" y="57108"/>
                        </a:lnTo>
                        <a:lnTo>
                          <a:pt x="237307" y="54889"/>
                        </a:lnTo>
                        <a:lnTo>
                          <a:pt x="229620" y="26679"/>
                        </a:lnTo>
                        <a:lnTo>
                          <a:pt x="223650" y="36795"/>
                        </a:lnTo>
                        <a:lnTo>
                          <a:pt x="228801" y="71768"/>
                        </a:lnTo>
                        <a:lnTo>
                          <a:pt x="249668" y="74409"/>
                        </a:lnTo>
                        <a:lnTo>
                          <a:pt x="252046" y="59327"/>
                        </a:lnTo>
                        <a:lnTo>
                          <a:pt x="228801" y="71741"/>
                        </a:lnTo>
                        <a:lnTo>
                          <a:pt x="217417" y="57134"/>
                        </a:lnTo>
                        <a:lnTo>
                          <a:pt x="201991" y="17275"/>
                        </a:lnTo>
                        <a:lnTo>
                          <a:pt x="166648" y="687"/>
                        </a:lnTo>
                        <a:lnTo>
                          <a:pt x="189444" y="1400"/>
                        </a:lnTo>
                        <a:lnTo>
                          <a:pt x="210470" y="0"/>
                        </a:lnTo>
                        <a:lnTo>
                          <a:pt x="229620" y="634"/>
                        </a:lnTo>
                        <a:lnTo>
                          <a:pt x="230782" y="12679"/>
                        </a:lnTo>
                        <a:lnTo>
                          <a:pt x="251306" y="5547"/>
                        </a:lnTo>
                        <a:lnTo>
                          <a:pt x="247318" y="19124"/>
                        </a:lnTo>
                        <a:lnTo>
                          <a:pt x="229620" y="26679"/>
                        </a:lnTo>
                        <a:lnTo>
                          <a:pt x="242986" y="44297"/>
                        </a:lnTo>
                        <a:lnTo>
                          <a:pt x="237307" y="54889"/>
                        </a:lnTo>
                        <a:lnTo>
                          <a:pt x="223624" y="36795"/>
                        </a:lnTo>
                        <a:lnTo>
                          <a:pt x="220032" y="47995"/>
                        </a:lnTo>
                        <a:lnTo>
                          <a:pt x="218183" y="22294"/>
                        </a:lnTo>
                        <a:lnTo>
                          <a:pt x="209915" y="7898"/>
                        </a:lnTo>
                        <a:lnTo>
                          <a:pt x="201991" y="17275"/>
                        </a:lnTo>
                        <a:cubicBezTo>
                          <a:pt x="201991" y="17275"/>
                          <a:pt x="172671" y="11808"/>
                          <a:pt x="173120" y="11808"/>
                        </a:cubicBezTo>
                        <a:cubicBezTo>
                          <a:pt x="173595" y="11808"/>
                          <a:pt x="171139" y="30773"/>
                          <a:pt x="171139" y="30773"/>
                        </a:cubicBezTo>
                        <a:lnTo>
                          <a:pt x="191927" y="33943"/>
                        </a:lnTo>
                        <a:lnTo>
                          <a:pt x="197712" y="64398"/>
                        </a:lnTo>
                        <a:lnTo>
                          <a:pt x="205240" y="44007"/>
                        </a:lnTo>
                        <a:lnTo>
                          <a:pt x="168128" y="44297"/>
                        </a:lnTo>
                        <a:lnTo>
                          <a:pt x="156875" y="60964"/>
                        </a:lnTo>
                        <a:lnTo>
                          <a:pt x="182840" y="64900"/>
                        </a:lnTo>
                        <a:lnTo>
                          <a:pt x="143272" y="87537"/>
                        </a:lnTo>
                        <a:lnTo>
                          <a:pt x="148079" y="70421"/>
                        </a:lnTo>
                        <a:lnTo>
                          <a:pt x="131729" y="74990"/>
                        </a:lnTo>
                        <a:lnTo>
                          <a:pt x="127608" y="100295"/>
                        </a:lnTo>
                        <a:lnTo>
                          <a:pt x="114348" y="88620"/>
                        </a:lnTo>
                        <a:lnTo>
                          <a:pt x="91711" y="74964"/>
                        </a:lnTo>
                        <a:lnTo>
                          <a:pt x="46859" y="77368"/>
                        </a:lnTo>
                        <a:lnTo>
                          <a:pt x="53621" y="88779"/>
                        </a:lnTo>
                        <a:lnTo>
                          <a:pt x="65402" y="102329"/>
                        </a:lnTo>
                        <a:lnTo>
                          <a:pt x="39939" y="105789"/>
                        </a:lnTo>
                        <a:lnTo>
                          <a:pt x="24883" y="98076"/>
                        </a:lnTo>
                        <a:lnTo>
                          <a:pt x="9932" y="107612"/>
                        </a:lnTo>
                        <a:lnTo>
                          <a:pt x="38328" y="117306"/>
                        </a:lnTo>
                        <a:lnTo>
                          <a:pt x="32516" y="124649"/>
                        </a:lnTo>
                        <a:lnTo>
                          <a:pt x="60436" y="119763"/>
                        </a:lnTo>
                        <a:lnTo>
                          <a:pt x="84130" y="100903"/>
                        </a:lnTo>
                        <a:lnTo>
                          <a:pt x="111707" y="108986"/>
                        </a:lnTo>
                        <a:lnTo>
                          <a:pt x="122853" y="125283"/>
                        </a:lnTo>
                        <a:lnTo>
                          <a:pt x="81172" y="126076"/>
                        </a:lnTo>
                        <a:lnTo>
                          <a:pt x="102699" y="140049"/>
                        </a:lnTo>
                        <a:lnTo>
                          <a:pt x="95383" y="155263"/>
                        </a:lnTo>
                        <a:lnTo>
                          <a:pt x="75255" y="142294"/>
                        </a:lnTo>
                        <a:lnTo>
                          <a:pt x="65402" y="156082"/>
                        </a:lnTo>
                        <a:lnTo>
                          <a:pt x="52591" y="140683"/>
                        </a:lnTo>
                        <a:lnTo>
                          <a:pt x="38354" y="137856"/>
                        </a:lnTo>
                        <a:lnTo>
                          <a:pt x="39965" y="154524"/>
                        </a:lnTo>
                        <a:lnTo>
                          <a:pt x="14211" y="157561"/>
                        </a:lnTo>
                        <a:lnTo>
                          <a:pt x="21158" y="140049"/>
                        </a:lnTo>
                        <a:lnTo>
                          <a:pt x="0" y="145939"/>
                        </a:lnTo>
                        <a:lnTo>
                          <a:pt x="14211" y="157561"/>
                        </a:lnTo>
                        <a:lnTo>
                          <a:pt x="9985" y="164614"/>
                        </a:lnTo>
                        <a:lnTo>
                          <a:pt x="35079" y="166119"/>
                        </a:lnTo>
                        <a:lnTo>
                          <a:pt x="39965" y="154524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" name="Google Shape;156;p2"/>
                  <p:cNvSpPr/>
                  <p:nvPr/>
                </p:nvSpPr>
                <p:spPr>
                  <a:xfrm>
                    <a:off x="1439300" y="4756350"/>
                    <a:ext cx="758125" cy="313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325" h="12521" fill="none" extrusionOk="0">
                        <a:moveTo>
                          <a:pt x="1" y="10037"/>
                        </a:moveTo>
                        <a:lnTo>
                          <a:pt x="30324" y="0"/>
                        </a:lnTo>
                        <a:lnTo>
                          <a:pt x="18887" y="1252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" name="Google Shape;157;p2"/>
                  <p:cNvSpPr/>
                  <p:nvPr/>
                </p:nvSpPr>
                <p:spPr>
                  <a:xfrm>
                    <a:off x="2443700" y="4411625"/>
                    <a:ext cx="503225" cy="570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29" h="22823" fill="none" extrusionOk="0">
                        <a:moveTo>
                          <a:pt x="1" y="1"/>
                        </a:moveTo>
                        <a:lnTo>
                          <a:pt x="5284" y="22823"/>
                        </a:lnTo>
                        <a:lnTo>
                          <a:pt x="20129" y="1297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" name="Google Shape;158;p2"/>
                  <p:cNvSpPr/>
                  <p:nvPr/>
                </p:nvSpPr>
                <p:spPr>
                  <a:xfrm>
                    <a:off x="1091300" y="3412525"/>
                    <a:ext cx="1352425" cy="999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097" h="39965" fill="none" extrusionOk="0">
                        <a:moveTo>
                          <a:pt x="0" y="37720"/>
                        </a:moveTo>
                        <a:lnTo>
                          <a:pt x="17196" y="35501"/>
                        </a:lnTo>
                        <a:lnTo>
                          <a:pt x="11385" y="22320"/>
                        </a:lnTo>
                        <a:lnTo>
                          <a:pt x="44244" y="0"/>
                        </a:lnTo>
                        <a:lnTo>
                          <a:pt x="39305" y="17434"/>
                        </a:lnTo>
                        <a:lnTo>
                          <a:pt x="54097" y="39965"/>
                        </a:lnTo>
                        <a:lnTo>
                          <a:pt x="31433" y="38327"/>
                        </a:lnTo>
                        <a:lnTo>
                          <a:pt x="17196" y="14977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9" name="Google Shape;159;p2"/>
                  <p:cNvSpPr/>
                  <p:nvPr/>
                </p:nvSpPr>
                <p:spPr>
                  <a:xfrm>
                    <a:off x="1877125" y="3042725"/>
                    <a:ext cx="2267025" cy="132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681" h="53120" fill="none" extrusionOk="0">
                        <a:moveTo>
                          <a:pt x="0" y="53119"/>
                        </a:moveTo>
                        <a:lnTo>
                          <a:pt x="28607" y="38539"/>
                        </a:lnTo>
                        <a:lnTo>
                          <a:pt x="31565" y="13366"/>
                        </a:lnTo>
                        <a:lnTo>
                          <a:pt x="70262" y="37746"/>
                        </a:lnTo>
                        <a:lnTo>
                          <a:pt x="50108" y="52512"/>
                        </a:lnTo>
                        <a:lnTo>
                          <a:pt x="59142" y="21449"/>
                        </a:lnTo>
                        <a:lnTo>
                          <a:pt x="75017" y="12732"/>
                        </a:lnTo>
                        <a:lnTo>
                          <a:pt x="90681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0" name="Google Shape;160;p2"/>
                  <p:cNvSpPr/>
                  <p:nvPr/>
                </p:nvSpPr>
                <p:spPr>
                  <a:xfrm>
                    <a:off x="543200" y="2788475"/>
                    <a:ext cx="641225" cy="1714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649" h="68573" fill="none" extrusionOk="0">
                        <a:moveTo>
                          <a:pt x="25649" y="20709"/>
                        </a:moveTo>
                        <a:lnTo>
                          <a:pt x="9404" y="1"/>
                        </a:lnTo>
                        <a:lnTo>
                          <a:pt x="0" y="8057"/>
                        </a:lnTo>
                        <a:lnTo>
                          <a:pt x="10698" y="30245"/>
                        </a:lnTo>
                        <a:lnTo>
                          <a:pt x="8955" y="44958"/>
                        </a:lnTo>
                        <a:lnTo>
                          <a:pt x="766" y="68572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1" name="Google Shape;161;p2"/>
                  <p:cNvSpPr/>
                  <p:nvPr/>
                </p:nvSpPr>
                <p:spPr>
                  <a:xfrm>
                    <a:off x="1902875" y="2522350"/>
                    <a:ext cx="1694500" cy="85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780" h="34181" fill="none" extrusionOk="0">
                        <a:moveTo>
                          <a:pt x="30535" y="34181"/>
                        </a:moveTo>
                        <a:lnTo>
                          <a:pt x="67780" y="1"/>
                        </a:lnTo>
                        <a:lnTo>
                          <a:pt x="38090" y="8242"/>
                        </a:lnTo>
                        <a:lnTo>
                          <a:pt x="0" y="22057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2" name="Google Shape;162;p2"/>
                  <p:cNvSpPr/>
                  <p:nvPr/>
                </p:nvSpPr>
                <p:spPr>
                  <a:xfrm>
                    <a:off x="4484225" y="871475"/>
                    <a:ext cx="1532700" cy="150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308" h="60278" fill="none" extrusionOk="0">
                        <a:moveTo>
                          <a:pt x="14290" y="30086"/>
                        </a:moveTo>
                        <a:lnTo>
                          <a:pt x="9773" y="0"/>
                        </a:lnTo>
                        <a:lnTo>
                          <a:pt x="0" y="60277"/>
                        </a:lnTo>
                        <a:lnTo>
                          <a:pt x="48365" y="43320"/>
                        </a:lnTo>
                        <a:lnTo>
                          <a:pt x="35078" y="33256"/>
                        </a:lnTo>
                        <a:lnTo>
                          <a:pt x="61308" y="21607"/>
                        </a:lnTo>
                        <a:lnTo>
                          <a:pt x="45116" y="16588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3" name="Google Shape;163;p2"/>
                  <p:cNvSpPr/>
                  <p:nvPr/>
                </p:nvSpPr>
                <p:spPr>
                  <a:xfrm>
                    <a:off x="5505775" y="1842850"/>
                    <a:ext cx="1444900" cy="80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796" h="32226" fill="none" extrusionOk="0">
                        <a:moveTo>
                          <a:pt x="57795" y="1"/>
                        </a:moveTo>
                        <a:lnTo>
                          <a:pt x="45275" y="4755"/>
                        </a:lnTo>
                        <a:lnTo>
                          <a:pt x="54309" y="19811"/>
                        </a:lnTo>
                        <a:lnTo>
                          <a:pt x="39570" y="15347"/>
                        </a:lnTo>
                        <a:lnTo>
                          <a:pt x="31091" y="32226"/>
                        </a:lnTo>
                        <a:lnTo>
                          <a:pt x="1" y="24856"/>
                        </a:lnTo>
                        <a:lnTo>
                          <a:pt x="19680" y="17592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" name="Google Shape;164;p2"/>
                  <p:cNvSpPr/>
                  <p:nvPr/>
                </p:nvSpPr>
                <p:spPr>
                  <a:xfrm>
                    <a:off x="6745275" y="1311275"/>
                    <a:ext cx="205400" cy="278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16" h="11147" fill="none" extrusionOk="0">
                        <a:moveTo>
                          <a:pt x="8215" y="11147"/>
                        </a:moveTo>
                        <a:lnTo>
                          <a:pt x="1" y="845"/>
                        </a:lnTo>
                        <a:lnTo>
                          <a:pt x="7819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" name="Google Shape;165;p2"/>
                  <p:cNvSpPr/>
                  <p:nvPr/>
                </p:nvSpPr>
                <p:spPr>
                  <a:xfrm>
                    <a:off x="6302850" y="1521250"/>
                    <a:ext cx="633950" cy="227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358" h="9088" fill="none" extrusionOk="0">
                        <a:moveTo>
                          <a:pt x="0" y="1"/>
                        </a:moveTo>
                        <a:lnTo>
                          <a:pt x="25358" y="9087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" name="Google Shape;166;p2"/>
                  <p:cNvSpPr/>
                  <p:nvPr/>
                </p:nvSpPr>
                <p:spPr>
                  <a:xfrm>
                    <a:off x="6845000" y="674025"/>
                    <a:ext cx="211325" cy="318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53" h="12759" fill="none" extrusionOk="0">
                        <a:moveTo>
                          <a:pt x="766" y="0"/>
                        </a:moveTo>
                        <a:lnTo>
                          <a:pt x="0" y="12758"/>
                        </a:lnTo>
                        <a:lnTo>
                          <a:pt x="8453" y="383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" name="Google Shape;167;p2"/>
                  <p:cNvSpPr/>
                  <p:nvPr/>
                </p:nvSpPr>
                <p:spPr>
                  <a:xfrm>
                    <a:off x="6302850" y="646275"/>
                    <a:ext cx="387650" cy="223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06" h="8956" fill="none" extrusionOk="0">
                        <a:moveTo>
                          <a:pt x="0" y="8955"/>
                        </a:moveTo>
                        <a:lnTo>
                          <a:pt x="15505" y="1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" name="Google Shape;168;p2"/>
                  <p:cNvSpPr/>
                  <p:nvPr/>
                </p:nvSpPr>
                <p:spPr>
                  <a:xfrm>
                    <a:off x="5755400" y="639025"/>
                    <a:ext cx="350675" cy="215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027" h="8638" fill="none" extrusionOk="0">
                        <a:moveTo>
                          <a:pt x="14027" y="0"/>
                        </a:moveTo>
                        <a:lnTo>
                          <a:pt x="2748" y="8638"/>
                        </a:lnTo>
                        <a:lnTo>
                          <a:pt x="1" y="291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9" name="Google Shape;169;p2"/>
                  <p:cNvSpPr/>
                  <p:nvPr/>
                </p:nvSpPr>
                <p:spPr>
                  <a:xfrm>
                    <a:off x="5278625" y="628450"/>
                    <a:ext cx="274725" cy="26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89" h="10461" fill="none" extrusionOk="0">
                        <a:moveTo>
                          <a:pt x="10989" y="714"/>
                        </a:moveTo>
                        <a:lnTo>
                          <a:pt x="793" y="10461"/>
                        </a:lnTo>
                        <a:lnTo>
                          <a:pt x="0" y="1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" name="Google Shape;170;p2"/>
                  <p:cNvSpPr/>
                  <p:nvPr/>
                </p:nvSpPr>
                <p:spPr>
                  <a:xfrm>
                    <a:off x="4728550" y="639025"/>
                    <a:ext cx="464900" cy="232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596" h="9299" fill="none" extrusionOk="0">
                        <a:moveTo>
                          <a:pt x="0" y="9298"/>
                        </a:moveTo>
                        <a:lnTo>
                          <a:pt x="18596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71" name="Google Shape;171;p2"/>
                <p:cNvSpPr/>
                <p:nvPr/>
              </p:nvSpPr>
              <p:spPr>
                <a:xfrm>
                  <a:off x="3147175" y="3684800"/>
                  <a:ext cx="81025" cy="103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1" h="41242" extrusionOk="0">
                      <a:moveTo>
                        <a:pt x="0" y="0"/>
                      </a:moveTo>
                      <a:lnTo>
                        <a:pt x="3241" y="24254"/>
                      </a:lnTo>
                      <a:lnTo>
                        <a:pt x="884" y="4124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/>
                <a:lstStyle/>
                <a:p>
                  <a:endParaRPr lang="bs-Latn-BA"/>
                </a:p>
              </p:txBody>
            </p:sp>
          </p:grpSp>
          <p:grpSp>
            <p:nvGrpSpPr>
              <p:cNvPr id="172" name="Google Shape;172;p2"/>
              <p:cNvGrpSpPr/>
              <p:nvPr/>
            </p:nvGrpSpPr>
            <p:grpSpPr>
              <a:xfrm rot="-5400000">
                <a:off x="-1715265" y="839456"/>
                <a:ext cx="5785570" cy="3622857"/>
                <a:chOff x="533950" y="838450"/>
                <a:chExt cx="6348700" cy="3971125"/>
              </a:xfrm>
            </p:grpSpPr>
            <p:sp>
              <p:nvSpPr>
                <p:cNvPr id="173" name="Google Shape;173;p2"/>
                <p:cNvSpPr/>
                <p:nvPr/>
              </p:nvSpPr>
              <p:spPr>
                <a:xfrm>
                  <a:off x="5993125" y="1393775"/>
                  <a:ext cx="41625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1428" extrusionOk="0">
                      <a:moveTo>
                        <a:pt x="994" y="0"/>
                      </a:moveTo>
                      <a:cubicBezTo>
                        <a:pt x="980" y="0"/>
                        <a:pt x="966" y="1"/>
                        <a:pt x="952" y="2"/>
                      </a:cubicBezTo>
                      <a:cubicBezTo>
                        <a:pt x="318" y="2"/>
                        <a:pt x="1" y="768"/>
                        <a:pt x="450" y="1217"/>
                      </a:cubicBezTo>
                      <a:cubicBezTo>
                        <a:pt x="595" y="1362"/>
                        <a:pt x="774" y="1427"/>
                        <a:pt x="949" y="1427"/>
                      </a:cubicBezTo>
                      <a:cubicBezTo>
                        <a:pt x="1315" y="1427"/>
                        <a:pt x="1665" y="1144"/>
                        <a:pt x="1665" y="715"/>
                      </a:cubicBezTo>
                      <a:cubicBezTo>
                        <a:pt x="1665" y="333"/>
                        <a:pt x="1370" y="0"/>
                        <a:pt x="99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" name="Google Shape;174;p2"/>
                <p:cNvSpPr/>
                <p:nvPr/>
              </p:nvSpPr>
              <p:spPr>
                <a:xfrm>
                  <a:off x="6717550" y="1311275"/>
                  <a:ext cx="48875" cy="4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" h="1701" extrusionOk="0">
                      <a:moveTo>
                        <a:pt x="1110" y="0"/>
                      </a:moveTo>
                      <a:cubicBezTo>
                        <a:pt x="370" y="0"/>
                        <a:pt x="0" y="925"/>
                        <a:pt x="529" y="1453"/>
                      </a:cubicBezTo>
                      <a:cubicBezTo>
                        <a:pt x="699" y="1624"/>
                        <a:pt x="909" y="1701"/>
                        <a:pt x="1114" y="1701"/>
                      </a:cubicBezTo>
                      <a:cubicBezTo>
                        <a:pt x="1544" y="1701"/>
                        <a:pt x="1955" y="1364"/>
                        <a:pt x="1955" y="845"/>
                      </a:cubicBezTo>
                      <a:cubicBezTo>
                        <a:pt x="1955" y="396"/>
                        <a:pt x="1585" y="0"/>
                        <a:pt x="11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" name="Google Shape;175;p2"/>
                <p:cNvSpPr/>
                <p:nvPr/>
              </p:nvSpPr>
              <p:spPr>
                <a:xfrm>
                  <a:off x="5272025" y="870150"/>
                  <a:ext cx="45575" cy="3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560" extrusionOk="0">
                      <a:moveTo>
                        <a:pt x="1057" y="0"/>
                      </a:moveTo>
                      <a:cubicBezTo>
                        <a:pt x="344" y="0"/>
                        <a:pt x="0" y="846"/>
                        <a:pt x="502" y="1321"/>
                      </a:cubicBezTo>
                      <a:cubicBezTo>
                        <a:pt x="659" y="1486"/>
                        <a:pt x="855" y="1560"/>
                        <a:pt x="1048" y="1560"/>
                      </a:cubicBezTo>
                      <a:cubicBezTo>
                        <a:pt x="1442" y="1560"/>
                        <a:pt x="1823" y="1254"/>
                        <a:pt x="1823" y="793"/>
                      </a:cubicBezTo>
                      <a:cubicBezTo>
                        <a:pt x="1823" y="344"/>
                        <a:pt x="1479" y="0"/>
                        <a:pt x="1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" name="Google Shape;176;p2"/>
                <p:cNvSpPr/>
                <p:nvPr/>
              </p:nvSpPr>
              <p:spPr>
                <a:xfrm>
                  <a:off x="4875150" y="1137600"/>
                  <a:ext cx="27100" cy="2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4" h="928" extrusionOk="0">
                      <a:moveTo>
                        <a:pt x="634" y="0"/>
                      </a:moveTo>
                      <a:cubicBezTo>
                        <a:pt x="212" y="0"/>
                        <a:pt x="0" y="502"/>
                        <a:pt x="291" y="793"/>
                      </a:cubicBezTo>
                      <a:cubicBezTo>
                        <a:pt x="384" y="886"/>
                        <a:pt x="500" y="928"/>
                        <a:pt x="614" y="928"/>
                      </a:cubicBezTo>
                      <a:cubicBezTo>
                        <a:pt x="853" y="928"/>
                        <a:pt x="1083" y="744"/>
                        <a:pt x="1083" y="476"/>
                      </a:cubicBezTo>
                      <a:cubicBezTo>
                        <a:pt x="1083" y="211"/>
                        <a:pt x="872" y="0"/>
                        <a:pt x="63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" name="Google Shape;177;p2"/>
                <p:cNvSpPr/>
                <p:nvPr/>
              </p:nvSpPr>
              <p:spPr>
                <a:xfrm>
                  <a:off x="5337400" y="1685025"/>
                  <a:ext cx="40950" cy="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8" h="1427" extrusionOk="0">
                      <a:moveTo>
                        <a:pt x="925" y="1"/>
                      </a:moveTo>
                      <a:cubicBezTo>
                        <a:pt x="317" y="1"/>
                        <a:pt x="0" y="767"/>
                        <a:pt x="449" y="1216"/>
                      </a:cubicBezTo>
                      <a:cubicBezTo>
                        <a:pt x="586" y="1361"/>
                        <a:pt x="759" y="1426"/>
                        <a:pt x="930" y="1426"/>
                      </a:cubicBezTo>
                      <a:cubicBezTo>
                        <a:pt x="1288" y="1426"/>
                        <a:pt x="1638" y="1142"/>
                        <a:pt x="1638" y="714"/>
                      </a:cubicBezTo>
                      <a:cubicBezTo>
                        <a:pt x="1638" y="318"/>
                        <a:pt x="1321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" name="Google Shape;178;p2"/>
                <p:cNvSpPr/>
                <p:nvPr/>
              </p:nvSpPr>
              <p:spPr>
                <a:xfrm>
                  <a:off x="5670225" y="1937950"/>
                  <a:ext cx="40300" cy="3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1363" extrusionOk="0">
                      <a:moveTo>
                        <a:pt x="925" y="0"/>
                      </a:moveTo>
                      <a:cubicBezTo>
                        <a:pt x="317" y="0"/>
                        <a:pt x="0" y="740"/>
                        <a:pt x="423" y="1162"/>
                      </a:cubicBezTo>
                      <a:cubicBezTo>
                        <a:pt x="569" y="1300"/>
                        <a:pt x="746" y="1362"/>
                        <a:pt x="919" y="1362"/>
                      </a:cubicBezTo>
                      <a:cubicBezTo>
                        <a:pt x="1275" y="1362"/>
                        <a:pt x="1611" y="1097"/>
                        <a:pt x="1611" y="687"/>
                      </a:cubicBezTo>
                      <a:cubicBezTo>
                        <a:pt x="1611" y="291"/>
                        <a:pt x="1294" y="0"/>
                        <a:pt x="9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" name="Google Shape;179;p2"/>
                <p:cNvSpPr/>
                <p:nvPr/>
              </p:nvSpPr>
              <p:spPr>
                <a:xfrm>
                  <a:off x="6135100" y="1760300"/>
                  <a:ext cx="31725" cy="2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88" extrusionOk="0">
                      <a:moveTo>
                        <a:pt x="740" y="1"/>
                      </a:moveTo>
                      <a:cubicBezTo>
                        <a:pt x="239" y="1"/>
                        <a:pt x="1" y="582"/>
                        <a:pt x="344" y="925"/>
                      </a:cubicBezTo>
                      <a:cubicBezTo>
                        <a:pt x="456" y="1038"/>
                        <a:pt x="594" y="1088"/>
                        <a:pt x="729" y="1088"/>
                      </a:cubicBezTo>
                      <a:cubicBezTo>
                        <a:pt x="1006" y="1088"/>
                        <a:pt x="1269" y="875"/>
                        <a:pt x="1269" y="555"/>
                      </a:cubicBezTo>
                      <a:cubicBezTo>
                        <a:pt x="1269" y="239"/>
                        <a:pt x="1031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" name="Google Shape;180;p2"/>
                <p:cNvSpPr/>
                <p:nvPr/>
              </p:nvSpPr>
              <p:spPr>
                <a:xfrm>
                  <a:off x="6473200" y="2210000"/>
                  <a:ext cx="38775" cy="3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1" h="1330" extrusionOk="0">
                      <a:moveTo>
                        <a:pt x="873" y="1"/>
                      </a:moveTo>
                      <a:cubicBezTo>
                        <a:pt x="291" y="1"/>
                        <a:pt x="1" y="714"/>
                        <a:pt x="424" y="1137"/>
                      </a:cubicBezTo>
                      <a:cubicBezTo>
                        <a:pt x="557" y="1270"/>
                        <a:pt x="720" y="1330"/>
                        <a:pt x="879" y="1330"/>
                      </a:cubicBezTo>
                      <a:cubicBezTo>
                        <a:pt x="1223" y="1330"/>
                        <a:pt x="1551" y="1050"/>
                        <a:pt x="1533" y="635"/>
                      </a:cubicBezTo>
                      <a:cubicBezTo>
                        <a:pt x="1533" y="291"/>
                        <a:pt x="1242" y="1"/>
                        <a:pt x="8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" name="Google Shape;181;p2"/>
                <p:cNvSpPr/>
                <p:nvPr/>
              </p:nvSpPr>
              <p:spPr>
                <a:xfrm>
                  <a:off x="6259250" y="2629325"/>
                  <a:ext cx="4362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" h="1517" extrusionOk="0">
                      <a:moveTo>
                        <a:pt x="1004" y="1"/>
                      </a:moveTo>
                      <a:cubicBezTo>
                        <a:pt x="318" y="1"/>
                        <a:pt x="1" y="820"/>
                        <a:pt x="476" y="1295"/>
                      </a:cubicBezTo>
                      <a:cubicBezTo>
                        <a:pt x="621" y="1448"/>
                        <a:pt x="804" y="1517"/>
                        <a:pt x="985" y="1517"/>
                      </a:cubicBezTo>
                      <a:cubicBezTo>
                        <a:pt x="1368" y="1517"/>
                        <a:pt x="1744" y="1215"/>
                        <a:pt x="1744" y="767"/>
                      </a:cubicBezTo>
                      <a:cubicBezTo>
                        <a:pt x="1744" y="344"/>
                        <a:pt x="1401" y="1"/>
                        <a:pt x="10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" name="Google Shape;182;p2"/>
                <p:cNvSpPr/>
                <p:nvPr/>
              </p:nvSpPr>
              <p:spPr>
                <a:xfrm>
                  <a:off x="5485975" y="2449725"/>
                  <a:ext cx="34375" cy="2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150" extrusionOk="0">
                      <a:moveTo>
                        <a:pt x="793" y="0"/>
                      </a:moveTo>
                      <a:cubicBezTo>
                        <a:pt x="265" y="0"/>
                        <a:pt x="1" y="608"/>
                        <a:pt x="370" y="978"/>
                      </a:cubicBezTo>
                      <a:cubicBezTo>
                        <a:pt x="489" y="1097"/>
                        <a:pt x="636" y="1150"/>
                        <a:pt x="780" y="1150"/>
                      </a:cubicBezTo>
                      <a:cubicBezTo>
                        <a:pt x="1083" y="1150"/>
                        <a:pt x="1374" y="913"/>
                        <a:pt x="1374" y="555"/>
                      </a:cubicBezTo>
                      <a:cubicBezTo>
                        <a:pt x="1374" y="238"/>
                        <a:pt x="1110" y="0"/>
                        <a:pt x="79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" name="Google Shape;183;p2"/>
                <p:cNvSpPr/>
                <p:nvPr/>
              </p:nvSpPr>
              <p:spPr>
                <a:xfrm>
                  <a:off x="5972650" y="2263500"/>
                  <a:ext cx="4427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17" extrusionOk="0">
                      <a:moveTo>
                        <a:pt x="1005" y="0"/>
                      </a:moveTo>
                      <a:cubicBezTo>
                        <a:pt x="344" y="0"/>
                        <a:pt x="1" y="819"/>
                        <a:pt x="476" y="1295"/>
                      </a:cubicBezTo>
                      <a:cubicBezTo>
                        <a:pt x="629" y="1448"/>
                        <a:pt x="818" y="1516"/>
                        <a:pt x="1004" y="1516"/>
                      </a:cubicBezTo>
                      <a:cubicBezTo>
                        <a:pt x="1394" y="1516"/>
                        <a:pt x="1771" y="1214"/>
                        <a:pt x="1771" y="766"/>
                      </a:cubicBezTo>
                      <a:cubicBezTo>
                        <a:pt x="1771" y="344"/>
                        <a:pt x="1427" y="0"/>
                        <a:pt x="100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" name="Google Shape;184;p2"/>
                <p:cNvSpPr/>
                <p:nvPr/>
              </p:nvSpPr>
              <p:spPr>
                <a:xfrm>
                  <a:off x="5106275" y="2456975"/>
                  <a:ext cx="46900" cy="40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6" h="1606" extrusionOk="0">
                      <a:moveTo>
                        <a:pt x="1083" y="1"/>
                      </a:moveTo>
                      <a:cubicBezTo>
                        <a:pt x="370" y="1"/>
                        <a:pt x="0" y="872"/>
                        <a:pt x="502" y="1374"/>
                      </a:cubicBezTo>
                      <a:cubicBezTo>
                        <a:pt x="671" y="1534"/>
                        <a:pt x="871" y="1606"/>
                        <a:pt x="1066" y="1606"/>
                      </a:cubicBezTo>
                      <a:cubicBezTo>
                        <a:pt x="1483" y="1606"/>
                        <a:pt x="1876" y="1279"/>
                        <a:pt x="1876" y="793"/>
                      </a:cubicBezTo>
                      <a:cubicBezTo>
                        <a:pt x="1876" y="371"/>
                        <a:pt x="1532" y="1"/>
                        <a:pt x="108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" name="Google Shape;185;p2"/>
                <p:cNvSpPr/>
                <p:nvPr/>
              </p:nvSpPr>
              <p:spPr>
                <a:xfrm>
                  <a:off x="4461750" y="2361900"/>
                  <a:ext cx="39000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0" h="1311" extrusionOk="0">
                      <a:moveTo>
                        <a:pt x="899" y="0"/>
                      </a:moveTo>
                      <a:cubicBezTo>
                        <a:pt x="291" y="0"/>
                        <a:pt x="1" y="687"/>
                        <a:pt x="424" y="1110"/>
                      </a:cubicBezTo>
                      <a:cubicBezTo>
                        <a:pt x="562" y="1248"/>
                        <a:pt x="732" y="1310"/>
                        <a:pt x="898" y="1310"/>
                      </a:cubicBezTo>
                      <a:cubicBezTo>
                        <a:pt x="1238" y="1310"/>
                        <a:pt x="1559" y="1051"/>
                        <a:pt x="1559" y="660"/>
                      </a:cubicBezTo>
                      <a:cubicBezTo>
                        <a:pt x="1533" y="291"/>
                        <a:pt x="1242" y="0"/>
                        <a:pt x="8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" name="Google Shape;186;p2"/>
                <p:cNvSpPr/>
                <p:nvPr/>
              </p:nvSpPr>
              <p:spPr>
                <a:xfrm>
                  <a:off x="4739775" y="1942575"/>
                  <a:ext cx="45375" cy="3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" h="1542" extrusionOk="0">
                      <a:moveTo>
                        <a:pt x="1031" y="0"/>
                      </a:moveTo>
                      <a:cubicBezTo>
                        <a:pt x="344" y="0"/>
                        <a:pt x="0" y="819"/>
                        <a:pt x="502" y="1321"/>
                      </a:cubicBezTo>
                      <a:cubicBezTo>
                        <a:pt x="654" y="1473"/>
                        <a:pt x="844" y="1541"/>
                        <a:pt x="1032" y="1541"/>
                      </a:cubicBezTo>
                      <a:cubicBezTo>
                        <a:pt x="1429" y="1541"/>
                        <a:pt x="1814" y="1233"/>
                        <a:pt x="1797" y="766"/>
                      </a:cubicBezTo>
                      <a:cubicBezTo>
                        <a:pt x="1797" y="343"/>
                        <a:pt x="1453" y="0"/>
                        <a:pt x="10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" name="Google Shape;187;p2"/>
                <p:cNvSpPr/>
                <p:nvPr/>
              </p:nvSpPr>
              <p:spPr>
                <a:xfrm>
                  <a:off x="4826275" y="1607775"/>
                  <a:ext cx="30400" cy="3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242" extrusionOk="0">
                      <a:moveTo>
                        <a:pt x="608" y="0"/>
                      </a:moveTo>
                      <a:cubicBezTo>
                        <a:pt x="265" y="0"/>
                        <a:pt x="1" y="291"/>
                        <a:pt x="1" y="634"/>
                      </a:cubicBezTo>
                      <a:cubicBezTo>
                        <a:pt x="1" y="951"/>
                        <a:pt x="265" y="1242"/>
                        <a:pt x="608" y="1242"/>
                      </a:cubicBezTo>
                      <a:cubicBezTo>
                        <a:pt x="952" y="1242"/>
                        <a:pt x="1216" y="951"/>
                        <a:pt x="1216" y="634"/>
                      </a:cubicBezTo>
                      <a:cubicBezTo>
                        <a:pt x="1216" y="291"/>
                        <a:pt x="952" y="0"/>
                        <a:pt x="6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" name="Google Shape;188;p2"/>
                <p:cNvSpPr/>
                <p:nvPr/>
              </p:nvSpPr>
              <p:spPr>
                <a:xfrm>
                  <a:off x="3839700" y="2713225"/>
                  <a:ext cx="35700" cy="30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1215" extrusionOk="0">
                      <a:moveTo>
                        <a:pt x="623" y="0"/>
                      </a:moveTo>
                      <a:cubicBezTo>
                        <a:pt x="304" y="0"/>
                        <a:pt x="1" y="249"/>
                        <a:pt x="1" y="607"/>
                      </a:cubicBezTo>
                      <a:cubicBezTo>
                        <a:pt x="1" y="950"/>
                        <a:pt x="291" y="1215"/>
                        <a:pt x="635" y="1215"/>
                      </a:cubicBezTo>
                      <a:cubicBezTo>
                        <a:pt x="1163" y="1215"/>
                        <a:pt x="1427" y="554"/>
                        <a:pt x="1057" y="184"/>
                      </a:cubicBezTo>
                      <a:cubicBezTo>
                        <a:pt x="929" y="57"/>
                        <a:pt x="774" y="0"/>
                        <a:pt x="6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" name="Google Shape;189;p2"/>
                <p:cNvSpPr/>
                <p:nvPr/>
              </p:nvSpPr>
              <p:spPr>
                <a:xfrm>
                  <a:off x="3579525" y="2509150"/>
                  <a:ext cx="3172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62" extrusionOk="0">
                      <a:moveTo>
                        <a:pt x="740" y="1"/>
                      </a:moveTo>
                      <a:cubicBezTo>
                        <a:pt x="238" y="1"/>
                        <a:pt x="0" y="555"/>
                        <a:pt x="344" y="899"/>
                      </a:cubicBezTo>
                      <a:cubicBezTo>
                        <a:pt x="456" y="1011"/>
                        <a:pt x="594" y="1061"/>
                        <a:pt x="728" y="1061"/>
                      </a:cubicBezTo>
                      <a:cubicBezTo>
                        <a:pt x="1005" y="1061"/>
                        <a:pt x="1268" y="849"/>
                        <a:pt x="1268" y="529"/>
                      </a:cubicBezTo>
                      <a:cubicBezTo>
                        <a:pt x="1268" y="238"/>
                        <a:pt x="1031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2"/>
                <p:cNvSpPr/>
                <p:nvPr/>
              </p:nvSpPr>
              <p:spPr>
                <a:xfrm>
                  <a:off x="2829350" y="2709900"/>
                  <a:ext cx="44275" cy="3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08" extrusionOk="0">
                      <a:moveTo>
                        <a:pt x="1031" y="0"/>
                      </a:moveTo>
                      <a:cubicBezTo>
                        <a:pt x="344" y="0"/>
                        <a:pt x="1" y="793"/>
                        <a:pt x="476" y="1268"/>
                      </a:cubicBezTo>
                      <a:cubicBezTo>
                        <a:pt x="633" y="1433"/>
                        <a:pt x="826" y="1507"/>
                        <a:pt x="1016" y="1507"/>
                      </a:cubicBezTo>
                      <a:cubicBezTo>
                        <a:pt x="1402" y="1507"/>
                        <a:pt x="1771" y="1201"/>
                        <a:pt x="1771" y="740"/>
                      </a:cubicBezTo>
                      <a:cubicBezTo>
                        <a:pt x="1771" y="317"/>
                        <a:pt x="1427" y="0"/>
                        <a:pt x="10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91;p2"/>
                <p:cNvSpPr/>
                <p:nvPr/>
              </p:nvSpPr>
              <p:spPr>
                <a:xfrm>
                  <a:off x="2653700" y="3364975"/>
                  <a:ext cx="24450" cy="2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" h="978" extrusionOk="0">
                      <a:moveTo>
                        <a:pt x="502" y="0"/>
                      </a:moveTo>
                      <a:cubicBezTo>
                        <a:pt x="238" y="0"/>
                        <a:pt x="1" y="212"/>
                        <a:pt x="1" y="476"/>
                      </a:cubicBezTo>
                      <a:cubicBezTo>
                        <a:pt x="1" y="766"/>
                        <a:pt x="238" y="978"/>
                        <a:pt x="502" y="978"/>
                      </a:cubicBezTo>
                      <a:cubicBezTo>
                        <a:pt x="767" y="978"/>
                        <a:pt x="978" y="766"/>
                        <a:pt x="978" y="476"/>
                      </a:cubicBezTo>
                      <a:cubicBezTo>
                        <a:pt x="978" y="212"/>
                        <a:pt x="767" y="0"/>
                        <a:pt x="50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" name="Google Shape;192;p2"/>
                <p:cNvSpPr/>
                <p:nvPr/>
              </p:nvSpPr>
              <p:spPr>
                <a:xfrm>
                  <a:off x="3407175" y="3055275"/>
                  <a:ext cx="27750" cy="2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1110" extrusionOk="0">
                      <a:moveTo>
                        <a:pt x="555" y="0"/>
                      </a:moveTo>
                      <a:cubicBezTo>
                        <a:pt x="238" y="0"/>
                        <a:pt x="0" y="238"/>
                        <a:pt x="0" y="555"/>
                      </a:cubicBezTo>
                      <a:cubicBezTo>
                        <a:pt x="0" y="872"/>
                        <a:pt x="238" y="1109"/>
                        <a:pt x="555" y="1109"/>
                      </a:cubicBezTo>
                      <a:cubicBezTo>
                        <a:pt x="872" y="1109"/>
                        <a:pt x="1110" y="872"/>
                        <a:pt x="1110" y="555"/>
                      </a:cubicBezTo>
                      <a:cubicBezTo>
                        <a:pt x="1110" y="238"/>
                        <a:pt x="872" y="0"/>
                        <a:pt x="5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" name="Google Shape;193;p2"/>
                <p:cNvSpPr/>
                <p:nvPr/>
              </p:nvSpPr>
              <p:spPr>
                <a:xfrm>
                  <a:off x="3329250" y="3558450"/>
                  <a:ext cx="46250" cy="40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0" h="1607" extrusionOk="0">
                      <a:moveTo>
                        <a:pt x="1057" y="1"/>
                      </a:moveTo>
                      <a:cubicBezTo>
                        <a:pt x="344" y="1"/>
                        <a:pt x="0" y="872"/>
                        <a:pt x="502" y="1374"/>
                      </a:cubicBezTo>
                      <a:cubicBezTo>
                        <a:pt x="663" y="1535"/>
                        <a:pt x="859" y="1606"/>
                        <a:pt x="1052" y="1606"/>
                      </a:cubicBezTo>
                      <a:cubicBezTo>
                        <a:pt x="1459" y="1606"/>
                        <a:pt x="1849" y="1286"/>
                        <a:pt x="1849" y="820"/>
                      </a:cubicBezTo>
                      <a:cubicBezTo>
                        <a:pt x="1849" y="370"/>
                        <a:pt x="1506" y="1"/>
                        <a:pt x="10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" name="Google Shape;194;p2"/>
                <p:cNvSpPr/>
                <p:nvPr/>
              </p:nvSpPr>
              <p:spPr>
                <a:xfrm>
                  <a:off x="3611225" y="3969200"/>
                  <a:ext cx="39650" cy="3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" h="1363" extrusionOk="0">
                      <a:moveTo>
                        <a:pt x="898" y="0"/>
                      </a:moveTo>
                      <a:cubicBezTo>
                        <a:pt x="291" y="0"/>
                        <a:pt x="0" y="740"/>
                        <a:pt x="423" y="1163"/>
                      </a:cubicBezTo>
                      <a:cubicBezTo>
                        <a:pt x="561" y="1300"/>
                        <a:pt x="732" y="1362"/>
                        <a:pt x="900" y="1362"/>
                      </a:cubicBezTo>
                      <a:cubicBezTo>
                        <a:pt x="1249" y="1362"/>
                        <a:pt x="1585" y="1097"/>
                        <a:pt x="1585" y="687"/>
                      </a:cubicBezTo>
                      <a:cubicBezTo>
                        <a:pt x="1585" y="317"/>
                        <a:pt x="1268" y="0"/>
                        <a:pt x="89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" name="Google Shape;195;p2"/>
                <p:cNvSpPr/>
                <p:nvPr/>
              </p:nvSpPr>
              <p:spPr>
                <a:xfrm>
                  <a:off x="3105375" y="4337025"/>
                  <a:ext cx="43625" cy="3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" h="1490" extrusionOk="0">
                      <a:moveTo>
                        <a:pt x="978" y="0"/>
                      </a:moveTo>
                      <a:cubicBezTo>
                        <a:pt x="318" y="0"/>
                        <a:pt x="1" y="792"/>
                        <a:pt x="450" y="1268"/>
                      </a:cubicBezTo>
                      <a:cubicBezTo>
                        <a:pt x="603" y="1421"/>
                        <a:pt x="792" y="1489"/>
                        <a:pt x="977" y="1489"/>
                      </a:cubicBezTo>
                      <a:cubicBezTo>
                        <a:pt x="1368" y="1489"/>
                        <a:pt x="1744" y="1187"/>
                        <a:pt x="1744" y="740"/>
                      </a:cubicBezTo>
                      <a:cubicBezTo>
                        <a:pt x="1744" y="317"/>
                        <a:pt x="1401" y="0"/>
                        <a:pt x="9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" name="Google Shape;196;p2"/>
                <p:cNvSpPr/>
                <p:nvPr/>
              </p:nvSpPr>
              <p:spPr>
                <a:xfrm>
                  <a:off x="2169650" y="4735875"/>
                  <a:ext cx="48250" cy="4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0" h="1638" extrusionOk="0">
                      <a:moveTo>
                        <a:pt x="1110" y="0"/>
                      </a:moveTo>
                      <a:cubicBezTo>
                        <a:pt x="371" y="0"/>
                        <a:pt x="1" y="872"/>
                        <a:pt x="529" y="1400"/>
                      </a:cubicBezTo>
                      <a:cubicBezTo>
                        <a:pt x="692" y="1563"/>
                        <a:pt x="897" y="1637"/>
                        <a:pt x="1099" y="1637"/>
                      </a:cubicBezTo>
                      <a:cubicBezTo>
                        <a:pt x="1520" y="1637"/>
                        <a:pt x="1929" y="1318"/>
                        <a:pt x="1929" y="819"/>
                      </a:cubicBezTo>
                      <a:cubicBezTo>
                        <a:pt x="1929" y="370"/>
                        <a:pt x="1559" y="0"/>
                        <a:pt x="11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" name="Google Shape;197;p2"/>
                <p:cNvSpPr/>
                <p:nvPr/>
              </p:nvSpPr>
              <p:spPr>
                <a:xfrm>
                  <a:off x="2569825" y="3989675"/>
                  <a:ext cx="39650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" h="1356" extrusionOk="0">
                      <a:moveTo>
                        <a:pt x="899" y="0"/>
                      </a:moveTo>
                      <a:cubicBezTo>
                        <a:pt x="291" y="0"/>
                        <a:pt x="1" y="713"/>
                        <a:pt x="424" y="1162"/>
                      </a:cubicBezTo>
                      <a:cubicBezTo>
                        <a:pt x="557" y="1296"/>
                        <a:pt x="722" y="1356"/>
                        <a:pt x="886" y="1356"/>
                      </a:cubicBezTo>
                      <a:cubicBezTo>
                        <a:pt x="1240" y="1356"/>
                        <a:pt x="1586" y="1076"/>
                        <a:pt x="1586" y="661"/>
                      </a:cubicBezTo>
                      <a:cubicBezTo>
                        <a:pt x="1586" y="291"/>
                        <a:pt x="1269" y="0"/>
                        <a:pt x="8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" name="Google Shape;198;p2"/>
                <p:cNvSpPr/>
                <p:nvPr/>
              </p:nvSpPr>
              <p:spPr>
                <a:xfrm>
                  <a:off x="2056075" y="3835350"/>
                  <a:ext cx="30400" cy="2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023" extrusionOk="0">
                      <a:moveTo>
                        <a:pt x="703" y="0"/>
                      </a:moveTo>
                      <a:cubicBezTo>
                        <a:pt x="576" y="0"/>
                        <a:pt x="448" y="47"/>
                        <a:pt x="344" y="151"/>
                      </a:cubicBezTo>
                      <a:cubicBezTo>
                        <a:pt x="1" y="468"/>
                        <a:pt x="238" y="1022"/>
                        <a:pt x="714" y="1022"/>
                      </a:cubicBezTo>
                      <a:cubicBezTo>
                        <a:pt x="978" y="1022"/>
                        <a:pt x="1216" y="785"/>
                        <a:pt x="1216" y="521"/>
                      </a:cubicBezTo>
                      <a:cubicBezTo>
                        <a:pt x="1216" y="200"/>
                        <a:pt x="964" y="0"/>
                        <a:pt x="7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2"/>
                <p:cNvSpPr/>
                <p:nvPr/>
              </p:nvSpPr>
              <p:spPr>
                <a:xfrm>
                  <a:off x="2179575" y="3399300"/>
                  <a:ext cx="31050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" h="1062" extrusionOk="0">
                      <a:moveTo>
                        <a:pt x="713" y="1"/>
                      </a:moveTo>
                      <a:cubicBezTo>
                        <a:pt x="238" y="1"/>
                        <a:pt x="0" y="582"/>
                        <a:pt x="343" y="899"/>
                      </a:cubicBezTo>
                      <a:cubicBezTo>
                        <a:pt x="447" y="1011"/>
                        <a:pt x="579" y="1061"/>
                        <a:pt x="710" y="1061"/>
                      </a:cubicBezTo>
                      <a:cubicBezTo>
                        <a:pt x="978" y="1061"/>
                        <a:pt x="1242" y="849"/>
                        <a:pt x="1242" y="529"/>
                      </a:cubicBezTo>
                      <a:cubicBezTo>
                        <a:pt x="1242" y="239"/>
                        <a:pt x="1004" y="1"/>
                        <a:pt x="71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" name="Google Shape;200;p2"/>
                <p:cNvSpPr/>
                <p:nvPr/>
              </p:nvSpPr>
              <p:spPr>
                <a:xfrm>
                  <a:off x="1885700" y="3061200"/>
                  <a:ext cx="29750" cy="2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" h="998" extrusionOk="0">
                      <a:moveTo>
                        <a:pt x="687" y="1"/>
                      </a:moveTo>
                      <a:cubicBezTo>
                        <a:pt x="238" y="1"/>
                        <a:pt x="1" y="529"/>
                        <a:pt x="318" y="846"/>
                      </a:cubicBezTo>
                      <a:cubicBezTo>
                        <a:pt x="422" y="951"/>
                        <a:pt x="553" y="998"/>
                        <a:pt x="681" y="998"/>
                      </a:cubicBezTo>
                      <a:cubicBezTo>
                        <a:pt x="940" y="998"/>
                        <a:pt x="1189" y="804"/>
                        <a:pt x="1189" y="503"/>
                      </a:cubicBezTo>
                      <a:cubicBezTo>
                        <a:pt x="1189" y="212"/>
                        <a:pt x="952" y="1"/>
                        <a:pt x="68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" name="Google Shape;201;p2"/>
                <p:cNvSpPr/>
                <p:nvPr/>
              </p:nvSpPr>
              <p:spPr>
                <a:xfrm>
                  <a:off x="1716650" y="2775925"/>
                  <a:ext cx="29750" cy="2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" h="1018" extrusionOk="0">
                      <a:moveTo>
                        <a:pt x="687" y="1"/>
                      </a:moveTo>
                      <a:cubicBezTo>
                        <a:pt x="238" y="1"/>
                        <a:pt x="1" y="556"/>
                        <a:pt x="318" y="873"/>
                      </a:cubicBezTo>
                      <a:cubicBezTo>
                        <a:pt x="418" y="973"/>
                        <a:pt x="542" y="1018"/>
                        <a:pt x="665" y="1018"/>
                      </a:cubicBezTo>
                      <a:cubicBezTo>
                        <a:pt x="930" y="1018"/>
                        <a:pt x="1189" y="810"/>
                        <a:pt x="1189" y="503"/>
                      </a:cubicBezTo>
                      <a:cubicBezTo>
                        <a:pt x="1189" y="239"/>
                        <a:pt x="952" y="1"/>
                        <a:pt x="68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2"/>
                <p:cNvSpPr/>
                <p:nvPr/>
              </p:nvSpPr>
              <p:spPr>
                <a:xfrm>
                  <a:off x="1166775" y="3292975"/>
                  <a:ext cx="3152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1" h="1062" extrusionOk="0">
                      <a:moveTo>
                        <a:pt x="675" y="0"/>
                      </a:moveTo>
                      <a:cubicBezTo>
                        <a:pt x="220" y="0"/>
                        <a:pt x="0" y="563"/>
                        <a:pt x="336" y="899"/>
                      </a:cubicBezTo>
                      <a:cubicBezTo>
                        <a:pt x="440" y="1012"/>
                        <a:pt x="574" y="1062"/>
                        <a:pt x="709" y="1062"/>
                      </a:cubicBezTo>
                      <a:cubicBezTo>
                        <a:pt x="985" y="1062"/>
                        <a:pt x="1260" y="849"/>
                        <a:pt x="1260" y="529"/>
                      </a:cubicBezTo>
                      <a:cubicBezTo>
                        <a:pt x="1260" y="239"/>
                        <a:pt x="1023" y="1"/>
                        <a:pt x="706" y="1"/>
                      </a:cubicBezTo>
                      <a:cubicBezTo>
                        <a:pt x="695" y="1"/>
                        <a:pt x="685" y="0"/>
                        <a:pt x="6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" name="Google Shape;203;p2"/>
                <p:cNvSpPr/>
                <p:nvPr/>
              </p:nvSpPr>
              <p:spPr>
                <a:xfrm>
                  <a:off x="1496750" y="3769100"/>
                  <a:ext cx="42950" cy="3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8" h="1452" extrusionOk="0">
                      <a:moveTo>
                        <a:pt x="978" y="1"/>
                      </a:moveTo>
                      <a:cubicBezTo>
                        <a:pt x="318" y="1"/>
                        <a:pt x="1" y="793"/>
                        <a:pt x="450" y="1242"/>
                      </a:cubicBezTo>
                      <a:cubicBezTo>
                        <a:pt x="603" y="1387"/>
                        <a:pt x="788" y="1452"/>
                        <a:pt x="970" y="1452"/>
                      </a:cubicBezTo>
                      <a:cubicBezTo>
                        <a:pt x="1353" y="1452"/>
                        <a:pt x="1718" y="1162"/>
                        <a:pt x="1718" y="714"/>
                      </a:cubicBezTo>
                      <a:cubicBezTo>
                        <a:pt x="1718" y="318"/>
                        <a:pt x="1374" y="1"/>
                        <a:pt x="97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" name="Google Shape;204;p2"/>
                <p:cNvSpPr/>
                <p:nvPr/>
              </p:nvSpPr>
              <p:spPr>
                <a:xfrm>
                  <a:off x="1359400" y="3958625"/>
                  <a:ext cx="29075" cy="2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3" h="972" extrusionOk="0">
                      <a:moveTo>
                        <a:pt x="661" y="1"/>
                      </a:moveTo>
                      <a:cubicBezTo>
                        <a:pt x="212" y="1"/>
                        <a:pt x="0" y="529"/>
                        <a:pt x="317" y="820"/>
                      </a:cubicBezTo>
                      <a:cubicBezTo>
                        <a:pt x="422" y="924"/>
                        <a:pt x="550" y="971"/>
                        <a:pt x="674" y="971"/>
                      </a:cubicBezTo>
                      <a:cubicBezTo>
                        <a:pt x="926" y="971"/>
                        <a:pt x="1163" y="777"/>
                        <a:pt x="1163" y="476"/>
                      </a:cubicBezTo>
                      <a:cubicBezTo>
                        <a:pt x="1163" y="212"/>
                        <a:pt x="925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" name="Google Shape;205;p2"/>
                <p:cNvSpPr/>
                <p:nvPr/>
              </p:nvSpPr>
              <p:spPr>
                <a:xfrm>
                  <a:off x="1068175" y="4338325"/>
                  <a:ext cx="40325" cy="3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3" h="1375" extrusionOk="0">
                      <a:moveTo>
                        <a:pt x="925" y="1"/>
                      </a:moveTo>
                      <a:cubicBezTo>
                        <a:pt x="291" y="1"/>
                        <a:pt x="1" y="740"/>
                        <a:pt x="423" y="1163"/>
                      </a:cubicBezTo>
                      <a:cubicBezTo>
                        <a:pt x="570" y="1310"/>
                        <a:pt x="747" y="1375"/>
                        <a:pt x="920" y="1375"/>
                      </a:cubicBezTo>
                      <a:cubicBezTo>
                        <a:pt x="1276" y="1375"/>
                        <a:pt x="1612" y="1097"/>
                        <a:pt x="1612" y="688"/>
                      </a:cubicBezTo>
                      <a:cubicBezTo>
                        <a:pt x="1612" y="291"/>
                        <a:pt x="1295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" name="Google Shape;206;p2"/>
                <p:cNvSpPr/>
                <p:nvPr/>
              </p:nvSpPr>
              <p:spPr>
                <a:xfrm>
                  <a:off x="533950" y="4482300"/>
                  <a:ext cx="48900" cy="4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6" h="1669" extrusionOk="0">
                      <a:moveTo>
                        <a:pt x="1136" y="0"/>
                      </a:moveTo>
                      <a:cubicBezTo>
                        <a:pt x="370" y="0"/>
                        <a:pt x="1" y="898"/>
                        <a:pt x="529" y="1427"/>
                      </a:cubicBezTo>
                      <a:cubicBezTo>
                        <a:pt x="697" y="1594"/>
                        <a:pt x="901" y="1669"/>
                        <a:pt x="1103" y="1669"/>
                      </a:cubicBezTo>
                      <a:cubicBezTo>
                        <a:pt x="1537" y="1669"/>
                        <a:pt x="1955" y="1324"/>
                        <a:pt x="1955" y="819"/>
                      </a:cubicBezTo>
                      <a:cubicBezTo>
                        <a:pt x="1955" y="370"/>
                        <a:pt x="1585" y="0"/>
                        <a:pt x="11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" name="Google Shape;207;p2"/>
                <p:cNvSpPr/>
                <p:nvPr/>
              </p:nvSpPr>
              <p:spPr>
                <a:xfrm>
                  <a:off x="895175" y="4776800"/>
                  <a:ext cx="38325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3" h="1311" extrusionOk="0">
                      <a:moveTo>
                        <a:pt x="872" y="1"/>
                      </a:moveTo>
                      <a:cubicBezTo>
                        <a:pt x="291" y="1"/>
                        <a:pt x="0" y="714"/>
                        <a:pt x="396" y="1110"/>
                      </a:cubicBezTo>
                      <a:cubicBezTo>
                        <a:pt x="535" y="1249"/>
                        <a:pt x="705" y="1311"/>
                        <a:pt x="871" y="1311"/>
                      </a:cubicBezTo>
                      <a:cubicBezTo>
                        <a:pt x="1210" y="1311"/>
                        <a:pt x="1532" y="1052"/>
                        <a:pt x="1532" y="661"/>
                      </a:cubicBezTo>
                      <a:cubicBezTo>
                        <a:pt x="1532" y="291"/>
                        <a:pt x="1242" y="1"/>
                        <a:pt x="87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" name="Google Shape;208;p2"/>
                <p:cNvSpPr/>
                <p:nvPr/>
              </p:nvSpPr>
              <p:spPr>
                <a:xfrm>
                  <a:off x="1537700" y="4700200"/>
                  <a:ext cx="40975" cy="3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9" h="1383" extrusionOk="0">
                      <a:moveTo>
                        <a:pt x="925" y="1"/>
                      </a:moveTo>
                      <a:cubicBezTo>
                        <a:pt x="317" y="1"/>
                        <a:pt x="0" y="740"/>
                        <a:pt x="449" y="1190"/>
                      </a:cubicBezTo>
                      <a:cubicBezTo>
                        <a:pt x="583" y="1323"/>
                        <a:pt x="751" y="1383"/>
                        <a:pt x="918" y="1383"/>
                      </a:cubicBezTo>
                      <a:cubicBezTo>
                        <a:pt x="1280" y="1383"/>
                        <a:pt x="1638" y="1103"/>
                        <a:pt x="1638" y="688"/>
                      </a:cubicBezTo>
                      <a:cubicBezTo>
                        <a:pt x="1638" y="318"/>
                        <a:pt x="1321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" name="Google Shape;209;p2"/>
                <p:cNvSpPr/>
                <p:nvPr/>
              </p:nvSpPr>
              <p:spPr>
                <a:xfrm>
                  <a:off x="1861275" y="4358050"/>
                  <a:ext cx="34600" cy="2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" h="1037" extrusionOk="0">
                      <a:moveTo>
                        <a:pt x="708" y="0"/>
                      </a:moveTo>
                      <a:cubicBezTo>
                        <a:pt x="684" y="0"/>
                        <a:pt x="660" y="2"/>
                        <a:pt x="634" y="4"/>
                      </a:cubicBezTo>
                      <a:cubicBezTo>
                        <a:pt x="0" y="57"/>
                        <a:pt x="0" y="982"/>
                        <a:pt x="634" y="1034"/>
                      </a:cubicBezTo>
                      <a:cubicBezTo>
                        <a:pt x="651" y="1036"/>
                        <a:pt x="668" y="1036"/>
                        <a:pt x="684" y="1036"/>
                      </a:cubicBezTo>
                      <a:cubicBezTo>
                        <a:pt x="1376" y="1036"/>
                        <a:pt x="1384" y="0"/>
                        <a:pt x="7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" name="Google Shape;210;p2"/>
                <p:cNvSpPr/>
                <p:nvPr/>
              </p:nvSpPr>
              <p:spPr>
                <a:xfrm>
                  <a:off x="2416625" y="4390500"/>
                  <a:ext cx="33050" cy="3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322" extrusionOk="0">
                      <a:moveTo>
                        <a:pt x="661" y="1"/>
                      </a:moveTo>
                      <a:cubicBezTo>
                        <a:pt x="291" y="1"/>
                        <a:pt x="1" y="291"/>
                        <a:pt x="1" y="661"/>
                      </a:cubicBezTo>
                      <a:cubicBezTo>
                        <a:pt x="1" y="1004"/>
                        <a:pt x="291" y="1321"/>
                        <a:pt x="661" y="1321"/>
                      </a:cubicBezTo>
                      <a:cubicBezTo>
                        <a:pt x="1005" y="1321"/>
                        <a:pt x="1322" y="1004"/>
                        <a:pt x="1322" y="661"/>
                      </a:cubicBezTo>
                      <a:cubicBezTo>
                        <a:pt x="1322" y="291"/>
                        <a:pt x="1005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" name="Google Shape;211;p2"/>
                <p:cNvSpPr/>
                <p:nvPr/>
              </p:nvSpPr>
              <p:spPr>
                <a:xfrm>
                  <a:off x="2930400" y="4723325"/>
                  <a:ext cx="29075" cy="2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3" h="992" extrusionOk="0">
                      <a:moveTo>
                        <a:pt x="661" y="0"/>
                      </a:moveTo>
                      <a:cubicBezTo>
                        <a:pt x="238" y="0"/>
                        <a:pt x="0" y="529"/>
                        <a:pt x="317" y="846"/>
                      </a:cubicBezTo>
                      <a:cubicBezTo>
                        <a:pt x="418" y="947"/>
                        <a:pt x="541" y="992"/>
                        <a:pt x="662" y="992"/>
                      </a:cubicBezTo>
                      <a:cubicBezTo>
                        <a:pt x="918" y="992"/>
                        <a:pt x="1162" y="790"/>
                        <a:pt x="1162" y="502"/>
                      </a:cubicBezTo>
                      <a:cubicBezTo>
                        <a:pt x="1162" y="212"/>
                        <a:pt x="951" y="0"/>
                        <a:pt x="66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" name="Google Shape;212;p2"/>
                <p:cNvSpPr/>
                <p:nvPr/>
              </p:nvSpPr>
              <p:spPr>
                <a:xfrm>
                  <a:off x="1503350" y="4286825"/>
                  <a:ext cx="31725" cy="2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87" extrusionOk="0">
                      <a:moveTo>
                        <a:pt x="714" y="1"/>
                      </a:moveTo>
                      <a:cubicBezTo>
                        <a:pt x="239" y="1"/>
                        <a:pt x="1" y="582"/>
                        <a:pt x="344" y="925"/>
                      </a:cubicBezTo>
                      <a:cubicBezTo>
                        <a:pt x="447" y="1036"/>
                        <a:pt x="577" y="1087"/>
                        <a:pt x="707" y="1087"/>
                      </a:cubicBezTo>
                      <a:cubicBezTo>
                        <a:pt x="977" y="1087"/>
                        <a:pt x="1242" y="868"/>
                        <a:pt x="1242" y="529"/>
                      </a:cubicBezTo>
                      <a:cubicBezTo>
                        <a:pt x="1269" y="238"/>
                        <a:pt x="1005" y="1"/>
                        <a:pt x="71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" name="Google Shape;213;p2"/>
                <p:cNvSpPr/>
                <p:nvPr/>
              </p:nvSpPr>
              <p:spPr>
                <a:xfrm>
                  <a:off x="755175" y="3900525"/>
                  <a:ext cx="23125" cy="2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5" h="925" extrusionOk="0">
                      <a:moveTo>
                        <a:pt x="476" y="0"/>
                      </a:moveTo>
                      <a:cubicBezTo>
                        <a:pt x="212" y="0"/>
                        <a:pt x="0" y="212"/>
                        <a:pt x="0" y="476"/>
                      </a:cubicBezTo>
                      <a:cubicBezTo>
                        <a:pt x="0" y="713"/>
                        <a:pt x="212" y="925"/>
                        <a:pt x="476" y="925"/>
                      </a:cubicBezTo>
                      <a:cubicBezTo>
                        <a:pt x="714" y="925"/>
                        <a:pt x="925" y="713"/>
                        <a:pt x="925" y="476"/>
                      </a:cubicBezTo>
                      <a:cubicBezTo>
                        <a:pt x="925" y="212"/>
                        <a:pt x="714" y="0"/>
                        <a:pt x="47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" name="Google Shape;214;p2"/>
                <p:cNvSpPr/>
                <p:nvPr/>
              </p:nvSpPr>
              <p:spPr>
                <a:xfrm>
                  <a:off x="1537700" y="3481200"/>
                  <a:ext cx="40975" cy="3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9" h="1426" extrusionOk="0">
                      <a:moveTo>
                        <a:pt x="925" y="0"/>
                      </a:moveTo>
                      <a:cubicBezTo>
                        <a:pt x="317" y="0"/>
                        <a:pt x="0" y="766"/>
                        <a:pt x="423" y="1215"/>
                      </a:cubicBezTo>
                      <a:cubicBezTo>
                        <a:pt x="568" y="1361"/>
                        <a:pt x="747" y="1426"/>
                        <a:pt x="922" y="1426"/>
                      </a:cubicBezTo>
                      <a:cubicBezTo>
                        <a:pt x="1288" y="1426"/>
                        <a:pt x="1638" y="1142"/>
                        <a:pt x="1638" y="713"/>
                      </a:cubicBezTo>
                      <a:cubicBezTo>
                        <a:pt x="1638" y="317"/>
                        <a:pt x="1321" y="0"/>
                        <a:pt x="9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" name="Google Shape;215;p2"/>
                <p:cNvSpPr/>
                <p:nvPr/>
              </p:nvSpPr>
              <p:spPr>
                <a:xfrm>
                  <a:off x="782900" y="3523450"/>
                  <a:ext cx="48900" cy="4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6" h="1676" extrusionOk="0">
                      <a:moveTo>
                        <a:pt x="1110" y="1"/>
                      </a:moveTo>
                      <a:cubicBezTo>
                        <a:pt x="371" y="1"/>
                        <a:pt x="1" y="899"/>
                        <a:pt x="529" y="1427"/>
                      </a:cubicBezTo>
                      <a:cubicBezTo>
                        <a:pt x="701" y="1599"/>
                        <a:pt x="909" y="1676"/>
                        <a:pt x="1113" y="1676"/>
                      </a:cubicBezTo>
                      <a:cubicBezTo>
                        <a:pt x="1535" y="1676"/>
                        <a:pt x="1938" y="1345"/>
                        <a:pt x="1955" y="846"/>
                      </a:cubicBezTo>
                      <a:cubicBezTo>
                        <a:pt x="1955" y="371"/>
                        <a:pt x="1586" y="1"/>
                        <a:pt x="111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" name="Google Shape;216;p2"/>
                <p:cNvSpPr/>
                <p:nvPr/>
              </p:nvSpPr>
              <p:spPr>
                <a:xfrm>
                  <a:off x="763275" y="2777225"/>
                  <a:ext cx="26925" cy="2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7" h="929" extrusionOk="0">
                      <a:moveTo>
                        <a:pt x="571" y="1"/>
                      </a:moveTo>
                      <a:cubicBezTo>
                        <a:pt x="194" y="1"/>
                        <a:pt x="1" y="485"/>
                        <a:pt x="284" y="794"/>
                      </a:cubicBezTo>
                      <a:cubicBezTo>
                        <a:pt x="377" y="887"/>
                        <a:pt x="491" y="928"/>
                        <a:pt x="603" y="928"/>
                      </a:cubicBezTo>
                      <a:cubicBezTo>
                        <a:pt x="844" y="928"/>
                        <a:pt x="1076" y="739"/>
                        <a:pt x="1076" y="451"/>
                      </a:cubicBezTo>
                      <a:cubicBezTo>
                        <a:pt x="1076" y="187"/>
                        <a:pt x="865" y="2"/>
                        <a:pt x="601" y="2"/>
                      </a:cubicBezTo>
                      <a:cubicBezTo>
                        <a:pt x="591" y="1"/>
                        <a:pt x="581" y="1"/>
                        <a:pt x="57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" name="Google Shape;217;p2"/>
                <p:cNvSpPr/>
                <p:nvPr/>
              </p:nvSpPr>
              <p:spPr>
                <a:xfrm>
                  <a:off x="6819900" y="974225"/>
                  <a:ext cx="4427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17" extrusionOk="0">
                      <a:moveTo>
                        <a:pt x="1003" y="1"/>
                      </a:moveTo>
                      <a:cubicBezTo>
                        <a:pt x="818" y="1"/>
                        <a:pt x="629" y="69"/>
                        <a:pt x="476" y="222"/>
                      </a:cubicBezTo>
                      <a:cubicBezTo>
                        <a:pt x="0" y="698"/>
                        <a:pt x="344" y="1516"/>
                        <a:pt x="1004" y="1516"/>
                      </a:cubicBezTo>
                      <a:cubicBezTo>
                        <a:pt x="1427" y="1490"/>
                        <a:pt x="1770" y="1173"/>
                        <a:pt x="1770" y="750"/>
                      </a:cubicBezTo>
                      <a:cubicBezTo>
                        <a:pt x="1770" y="303"/>
                        <a:pt x="1394" y="1"/>
                        <a:pt x="100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" name="Google Shape;218;p2"/>
                <p:cNvSpPr/>
                <p:nvPr/>
              </p:nvSpPr>
              <p:spPr>
                <a:xfrm>
                  <a:off x="5587000" y="1267675"/>
                  <a:ext cx="42950" cy="3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8" h="1479" extrusionOk="0">
                      <a:moveTo>
                        <a:pt x="1005" y="1"/>
                      </a:moveTo>
                      <a:cubicBezTo>
                        <a:pt x="344" y="1"/>
                        <a:pt x="1" y="793"/>
                        <a:pt x="476" y="1269"/>
                      </a:cubicBezTo>
                      <a:cubicBezTo>
                        <a:pt x="621" y="1413"/>
                        <a:pt x="801" y="1478"/>
                        <a:pt x="978" y="1478"/>
                      </a:cubicBezTo>
                      <a:cubicBezTo>
                        <a:pt x="1353" y="1478"/>
                        <a:pt x="1718" y="1188"/>
                        <a:pt x="1718" y="740"/>
                      </a:cubicBezTo>
                      <a:cubicBezTo>
                        <a:pt x="1718" y="344"/>
                        <a:pt x="1401" y="1"/>
                        <a:pt x="100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" name="Google Shape;219;p2"/>
                <p:cNvSpPr/>
                <p:nvPr/>
              </p:nvSpPr>
              <p:spPr>
                <a:xfrm>
                  <a:off x="5804275" y="838450"/>
                  <a:ext cx="38975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" h="1311" extrusionOk="0">
                      <a:moveTo>
                        <a:pt x="898" y="1"/>
                      </a:moveTo>
                      <a:cubicBezTo>
                        <a:pt x="291" y="1"/>
                        <a:pt x="0" y="714"/>
                        <a:pt x="423" y="1110"/>
                      </a:cubicBezTo>
                      <a:cubicBezTo>
                        <a:pt x="562" y="1249"/>
                        <a:pt x="732" y="1311"/>
                        <a:pt x="897" y="1311"/>
                      </a:cubicBezTo>
                      <a:cubicBezTo>
                        <a:pt x="1237" y="1311"/>
                        <a:pt x="1559" y="1051"/>
                        <a:pt x="1559" y="661"/>
                      </a:cubicBezTo>
                      <a:cubicBezTo>
                        <a:pt x="1559" y="291"/>
                        <a:pt x="1242" y="1"/>
                        <a:pt x="89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" name="Google Shape;220;p2"/>
                <p:cNvSpPr/>
                <p:nvPr/>
              </p:nvSpPr>
              <p:spPr>
                <a:xfrm>
                  <a:off x="6315375" y="1154750"/>
                  <a:ext cx="33050" cy="3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322" extrusionOk="0">
                      <a:moveTo>
                        <a:pt x="661" y="1"/>
                      </a:moveTo>
                      <a:cubicBezTo>
                        <a:pt x="291" y="1"/>
                        <a:pt x="1" y="292"/>
                        <a:pt x="1" y="661"/>
                      </a:cubicBezTo>
                      <a:cubicBezTo>
                        <a:pt x="1" y="1031"/>
                        <a:pt x="291" y="1322"/>
                        <a:pt x="661" y="1322"/>
                      </a:cubicBezTo>
                      <a:cubicBezTo>
                        <a:pt x="1031" y="1322"/>
                        <a:pt x="1322" y="1031"/>
                        <a:pt x="1322" y="661"/>
                      </a:cubicBezTo>
                      <a:cubicBezTo>
                        <a:pt x="1322" y="292"/>
                        <a:pt x="1031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" name="Google Shape;221;p2"/>
                <p:cNvSpPr/>
                <p:nvPr/>
              </p:nvSpPr>
              <p:spPr>
                <a:xfrm>
                  <a:off x="6045300" y="2040900"/>
                  <a:ext cx="31050" cy="2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" h="1047" extrusionOk="0">
                      <a:moveTo>
                        <a:pt x="758" y="1"/>
                      </a:moveTo>
                      <a:cubicBezTo>
                        <a:pt x="743" y="1"/>
                        <a:pt x="728" y="1"/>
                        <a:pt x="714" y="3"/>
                      </a:cubicBezTo>
                      <a:cubicBezTo>
                        <a:pt x="238" y="3"/>
                        <a:pt x="0" y="558"/>
                        <a:pt x="344" y="901"/>
                      </a:cubicBezTo>
                      <a:cubicBezTo>
                        <a:pt x="453" y="1001"/>
                        <a:pt x="583" y="1046"/>
                        <a:pt x="709" y="1046"/>
                      </a:cubicBezTo>
                      <a:cubicBezTo>
                        <a:pt x="983" y="1046"/>
                        <a:pt x="1242" y="838"/>
                        <a:pt x="1242" y="531"/>
                      </a:cubicBezTo>
                      <a:cubicBezTo>
                        <a:pt x="1242" y="230"/>
                        <a:pt x="1028" y="1"/>
                        <a:pt x="75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" name="Google Shape;222;p2"/>
                <p:cNvSpPr/>
                <p:nvPr/>
              </p:nvSpPr>
              <p:spPr>
                <a:xfrm>
                  <a:off x="6624425" y="1949175"/>
                  <a:ext cx="25775" cy="2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" h="1004" extrusionOk="0">
                      <a:moveTo>
                        <a:pt x="503" y="0"/>
                      </a:moveTo>
                      <a:cubicBezTo>
                        <a:pt x="239" y="0"/>
                        <a:pt x="1" y="212"/>
                        <a:pt x="1" y="502"/>
                      </a:cubicBezTo>
                      <a:cubicBezTo>
                        <a:pt x="1" y="793"/>
                        <a:pt x="239" y="1004"/>
                        <a:pt x="503" y="1004"/>
                      </a:cubicBezTo>
                      <a:cubicBezTo>
                        <a:pt x="793" y="1004"/>
                        <a:pt x="1031" y="793"/>
                        <a:pt x="1031" y="502"/>
                      </a:cubicBezTo>
                      <a:cubicBezTo>
                        <a:pt x="1031" y="212"/>
                        <a:pt x="793" y="0"/>
                        <a:pt x="5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" name="Google Shape;223;p2"/>
                <p:cNvSpPr/>
                <p:nvPr/>
              </p:nvSpPr>
              <p:spPr>
                <a:xfrm>
                  <a:off x="6839050" y="2318975"/>
                  <a:ext cx="43600" cy="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4" h="1505" extrusionOk="0">
                      <a:moveTo>
                        <a:pt x="978" y="0"/>
                      </a:moveTo>
                      <a:cubicBezTo>
                        <a:pt x="317" y="0"/>
                        <a:pt x="0" y="819"/>
                        <a:pt x="449" y="1295"/>
                      </a:cubicBezTo>
                      <a:cubicBezTo>
                        <a:pt x="602" y="1439"/>
                        <a:pt x="791" y="1504"/>
                        <a:pt x="976" y="1504"/>
                      </a:cubicBezTo>
                      <a:cubicBezTo>
                        <a:pt x="1367" y="1504"/>
                        <a:pt x="1744" y="1214"/>
                        <a:pt x="1744" y="766"/>
                      </a:cubicBezTo>
                      <a:cubicBezTo>
                        <a:pt x="1744" y="344"/>
                        <a:pt x="1400" y="0"/>
                        <a:pt x="9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" name="Google Shape;224;p2"/>
                <p:cNvSpPr/>
                <p:nvPr/>
              </p:nvSpPr>
              <p:spPr>
                <a:xfrm>
                  <a:off x="6786875" y="2701975"/>
                  <a:ext cx="30400" cy="2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018" extrusionOk="0">
                      <a:moveTo>
                        <a:pt x="687" y="0"/>
                      </a:moveTo>
                      <a:cubicBezTo>
                        <a:pt x="238" y="0"/>
                        <a:pt x="1" y="555"/>
                        <a:pt x="318" y="872"/>
                      </a:cubicBezTo>
                      <a:cubicBezTo>
                        <a:pt x="426" y="973"/>
                        <a:pt x="554" y="1017"/>
                        <a:pt x="678" y="1017"/>
                      </a:cubicBezTo>
                      <a:cubicBezTo>
                        <a:pt x="945" y="1017"/>
                        <a:pt x="1198" y="809"/>
                        <a:pt x="1216" y="502"/>
                      </a:cubicBezTo>
                      <a:cubicBezTo>
                        <a:pt x="1216" y="212"/>
                        <a:pt x="978" y="0"/>
                        <a:pt x="68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5" name="Google Shape;225;p2"/>
                <p:cNvSpPr/>
                <p:nvPr/>
              </p:nvSpPr>
              <p:spPr>
                <a:xfrm>
                  <a:off x="6275775" y="1501450"/>
                  <a:ext cx="46900" cy="3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6" h="1586" extrusionOk="0">
                      <a:moveTo>
                        <a:pt x="1083" y="0"/>
                      </a:moveTo>
                      <a:cubicBezTo>
                        <a:pt x="370" y="0"/>
                        <a:pt x="0" y="846"/>
                        <a:pt x="502" y="1348"/>
                      </a:cubicBezTo>
                      <a:cubicBezTo>
                        <a:pt x="666" y="1512"/>
                        <a:pt x="870" y="1585"/>
                        <a:pt x="1069" y="1585"/>
                      </a:cubicBezTo>
                      <a:cubicBezTo>
                        <a:pt x="1481" y="1585"/>
                        <a:pt x="1875" y="1273"/>
                        <a:pt x="1875" y="793"/>
                      </a:cubicBezTo>
                      <a:cubicBezTo>
                        <a:pt x="1875" y="344"/>
                        <a:pt x="1506" y="0"/>
                        <a:pt x="108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" name="Google Shape;226;p2"/>
                <p:cNvSpPr/>
                <p:nvPr/>
              </p:nvSpPr>
              <p:spPr>
                <a:xfrm>
                  <a:off x="6277750" y="852975"/>
                  <a:ext cx="43600" cy="3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4" h="1465" extrusionOk="0">
                      <a:moveTo>
                        <a:pt x="1004" y="1"/>
                      </a:moveTo>
                      <a:cubicBezTo>
                        <a:pt x="344" y="1"/>
                        <a:pt x="0" y="793"/>
                        <a:pt x="476" y="1242"/>
                      </a:cubicBezTo>
                      <a:cubicBezTo>
                        <a:pt x="621" y="1396"/>
                        <a:pt x="806" y="1464"/>
                        <a:pt x="989" y="1464"/>
                      </a:cubicBezTo>
                      <a:cubicBezTo>
                        <a:pt x="1370" y="1464"/>
                        <a:pt x="1744" y="1169"/>
                        <a:pt x="1744" y="740"/>
                      </a:cubicBezTo>
                      <a:cubicBezTo>
                        <a:pt x="1744" y="318"/>
                        <a:pt x="1400" y="1"/>
                        <a:pt x="10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" name="Google Shape;227;p2"/>
                <p:cNvSpPr/>
                <p:nvPr/>
              </p:nvSpPr>
              <p:spPr>
                <a:xfrm>
                  <a:off x="5790400" y="1037875"/>
                  <a:ext cx="33700" cy="2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8" h="1152" extrusionOk="0">
                      <a:moveTo>
                        <a:pt x="793" y="1"/>
                      </a:moveTo>
                      <a:cubicBezTo>
                        <a:pt x="265" y="1"/>
                        <a:pt x="1" y="635"/>
                        <a:pt x="370" y="978"/>
                      </a:cubicBezTo>
                      <a:cubicBezTo>
                        <a:pt x="490" y="1098"/>
                        <a:pt x="635" y="1151"/>
                        <a:pt x="777" y="1151"/>
                      </a:cubicBezTo>
                      <a:cubicBezTo>
                        <a:pt x="1071" y="1151"/>
                        <a:pt x="1348" y="921"/>
                        <a:pt x="1348" y="582"/>
                      </a:cubicBezTo>
                      <a:cubicBezTo>
                        <a:pt x="1348" y="265"/>
                        <a:pt x="1110" y="1"/>
                        <a:pt x="7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" name="Google Shape;228;p2"/>
                <p:cNvSpPr/>
                <p:nvPr/>
              </p:nvSpPr>
              <p:spPr>
                <a:xfrm>
                  <a:off x="4704775" y="852975"/>
                  <a:ext cx="41625" cy="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1427" extrusionOk="0">
                      <a:moveTo>
                        <a:pt x="951" y="1"/>
                      </a:moveTo>
                      <a:cubicBezTo>
                        <a:pt x="317" y="1"/>
                        <a:pt x="0" y="767"/>
                        <a:pt x="449" y="1216"/>
                      </a:cubicBezTo>
                      <a:cubicBezTo>
                        <a:pt x="595" y="1361"/>
                        <a:pt x="774" y="1426"/>
                        <a:pt x="949" y="1426"/>
                      </a:cubicBezTo>
                      <a:cubicBezTo>
                        <a:pt x="1314" y="1426"/>
                        <a:pt x="1664" y="1142"/>
                        <a:pt x="1664" y="714"/>
                      </a:cubicBezTo>
                      <a:cubicBezTo>
                        <a:pt x="1664" y="318"/>
                        <a:pt x="1348" y="1"/>
                        <a:pt x="95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" name="Google Shape;229;p2"/>
                <p:cNvSpPr/>
                <p:nvPr/>
              </p:nvSpPr>
              <p:spPr>
                <a:xfrm>
                  <a:off x="4248475" y="2602250"/>
                  <a:ext cx="28400" cy="2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6" h="955" extrusionOk="0">
                      <a:moveTo>
                        <a:pt x="634" y="1"/>
                      </a:moveTo>
                      <a:cubicBezTo>
                        <a:pt x="211" y="1"/>
                        <a:pt x="0" y="503"/>
                        <a:pt x="317" y="820"/>
                      </a:cubicBezTo>
                      <a:cubicBezTo>
                        <a:pt x="410" y="912"/>
                        <a:pt x="527" y="954"/>
                        <a:pt x="643" y="954"/>
                      </a:cubicBezTo>
                      <a:cubicBezTo>
                        <a:pt x="891" y="954"/>
                        <a:pt x="1136" y="764"/>
                        <a:pt x="1136" y="476"/>
                      </a:cubicBezTo>
                      <a:cubicBezTo>
                        <a:pt x="1110" y="212"/>
                        <a:pt x="898" y="1"/>
                        <a:pt x="63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" name="Google Shape;230;p2"/>
                <p:cNvSpPr/>
                <p:nvPr/>
              </p:nvSpPr>
              <p:spPr>
                <a:xfrm>
                  <a:off x="4117725" y="3023575"/>
                  <a:ext cx="45575" cy="3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554" extrusionOk="0">
                      <a:moveTo>
                        <a:pt x="1057" y="0"/>
                      </a:moveTo>
                      <a:cubicBezTo>
                        <a:pt x="343" y="0"/>
                        <a:pt x="0" y="819"/>
                        <a:pt x="502" y="1321"/>
                      </a:cubicBezTo>
                      <a:cubicBezTo>
                        <a:pt x="654" y="1482"/>
                        <a:pt x="845" y="1553"/>
                        <a:pt x="1033" y="1553"/>
                      </a:cubicBezTo>
                      <a:cubicBezTo>
                        <a:pt x="1432" y="1553"/>
                        <a:pt x="1823" y="1233"/>
                        <a:pt x="1823" y="766"/>
                      </a:cubicBezTo>
                      <a:cubicBezTo>
                        <a:pt x="1823" y="344"/>
                        <a:pt x="1479" y="0"/>
                        <a:pt x="1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" name="Google Shape;231;p2"/>
                <p:cNvSpPr/>
                <p:nvPr/>
              </p:nvSpPr>
              <p:spPr>
                <a:xfrm>
                  <a:off x="3732725" y="3346475"/>
                  <a:ext cx="34375" cy="2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177" extrusionOk="0">
                      <a:moveTo>
                        <a:pt x="793" y="1"/>
                      </a:moveTo>
                      <a:cubicBezTo>
                        <a:pt x="238" y="1"/>
                        <a:pt x="1" y="635"/>
                        <a:pt x="370" y="1004"/>
                      </a:cubicBezTo>
                      <a:cubicBezTo>
                        <a:pt x="489" y="1124"/>
                        <a:pt x="636" y="1177"/>
                        <a:pt x="780" y="1177"/>
                      </a:cubicBezTo>
                      <a:cubicBezTo>
                        <a:pt x="1083" y="1177"/>
                        <a:pt x="1374" y="940"/>
                        <a:pt x="1374" y="582"/>
                      </a:cubicBezTo>
                      <a:cubicBezTo>
                        <a:pt x="1374" y="265"/>
                        <a:pt x="1110" y="1"/>
                        <a:pt x="7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" name="Google Shape;232;p2"/>
                <p:cNvSpPr/>
                <p:nvPr/>
              </p:nvSpPr>
              <p:spPr>
                <a:xfrm>
                  <a:off x="5993125" y="1393775"/>
                  <a:ext cx="41625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1428" extrusionOk="0">
                      <a:moveTo>
                        <a:pt x="994" y="0"/>
                      </a:moveTo>
                      <a:cubicBezTo>
                        <a:pt x="980" y="0"/>
                        <a:pt x="966" y="1"/>
                        <a:pt x="952" y="2"/>
                      </a:cubicBezTo>
                      <a:cubicBezTo>
                        <a:pt x="318" y="2"/>
                        <a:pt x="1" y="768"/>
                        <a:pt x="450" y="1217"/>
                      </a:cubicBezTo>
                      <a:cubicBezTo>
                        <a:pt x="595" y="1362"/>
                        <a:pt x="774" y="1427"/>
                        <a:pt x="949" y="1427"/>
                      </a:cubicBezTo>
                      <a:cubicBezTo>
                        <a:pt x="1315" y="1427"/>
                        <a:pt x="1665" y="1144"/>
                        <a:pt x="1665" y="715"/>
                      </a:cubicBezTo>
                      <a:cubicBezTo>
                        <a:pt x="1665" y="333"/>
                        <a:pt x="1370" y="0"/>
                        <a:pt x="99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" name="Google Shape;233;p2"/>
                <p:cNvSpPr/>
                <p:nvPr/>
              </p:nvSpPr>
              <p:spPr>
                <a:xfrm>
                  <a:off x="6717550" y="1311275"/>
                  <a:ext cx="48875" cy="4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" h="1701" extrusionOk="0">
                      <a:moveTo>
                        <a:pt x="1110" y="0"/>
                      </a:moveTo>
                      <a:cubicBezTo>
                        <a:pt x="370" y="0"/>
                        <a:pt x="0" y="925"/>
                        <a:pt x="529" y="1453"/>
                      </a:cubicBezTo>
                      <a:cubicBezTo>
                        <a:pt x="699" y="1624"/>
                        <a:pt x="909" y="1701"/>
                        <a:pt x="1114" y="1701"/>
                      </a:cubicBezTo>
                      <a:cubicBezTo>
                        <a:pt x="1544" y="1701"/>
                        <a:pt x="1955" y="1364"/>
                        <a:pt x="1955" y="845"/>
                      </a:cubicBezTo>
                      <a:cubicBezTo>
                        <a:pt x="1955" y="396"/>
                        <a:pt x="1585" y="0"/>
                        <a:pt x="11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4" name="Google Shape;234;p2"/>
                <p:cNvSpPr/>
                <p:nvPr/>
              </p:nvSpPr>
              <p:spPr>
                <a:xfrm>
                  <a:off x="5272025" y="870150"/>
                  <a:ext cx="45575" cy="3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560" extrusionOk="0">
                      <a:moveTo>
                        <a:pt x="1057" y="0"/>
                      </a:moveTo>
                      <a:cubicBezTo>
                        <a:pt x="344" y="0"/>
                        <a:pt x="0" y="846"/>
                        <a:pt x="502" y="1321"/>
                      </a:cubicBezTo>
                      <a:cubicBezTo>
                        <a:pt x="659" y="1486"/>
                        <a:pt x="855" y="1560"/>
                        <a:pt x="1048" y="1560"/>
                      </a:cubicBezTo>
                      <a:cubicBezTo>
                        <a:pt x="1442" y="1560"/>
                        <a:pt x="1823" y="1254"/>
                        <a:pt x="1823" y="793"/>
                      </a:cubicBezTo>
                      <a:cubicBezTo>
                        <a:pt x="1823" y="344"/>
                        <a:pt x="1479" y="0"/>
                        <a:pt x="1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" name="Google Shape;235;p2"/>
                <p:cNvSpPr/>
                <p:nvPr/>
              </p:nvSpPr>
              <p:spPr>
                <a:xfrm>
                  <a:off x="4875150" y="1137600"/>
                  <a:ext cx="27100" cy="2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4" h="928" extrusionOk="0">
                      <a:moveTo>
                        <a:pt x="634" y="0"/>
                      </a:moveTo>
                      <a:cubicBezTo>
                        <a:pt x="212" y="0"/>
                        <a:pt x="0" y="502"/>
                        <a:pt x="291" y="793"/>
                      </a:cubicBezTo>
                      <a:cubicBezTo>
                        <a:pt x="384" y="886"/>
                        <a:pt x="500" y="928"/>
                        <a:pt x="614" y="928"/>
                      </a:cubicBezTo>
                      <a:cubicBezTo>
                        <a:pt x="853" y="928"/>
                        <a:pt x="1083" y="744"/>
                        <a:pt x="1083" y="476"/>
                      </a:cubicBezTo>
                      <a:cubicBezTo>
                        <a:pt x="1083" y="211"/>
                        <a:pt x="872" y="0"/>
                        <a:pt x="63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" name="Google Shape;236;p2"/>
                <p:cNvSpPr/>
                <p:nvPr/>
              </p:nvSpPr>
              <p:spPr>
                <a:xfrm>
                  <a:off x="5337400" y="1685025"/>
                  <a:ext cx="40950" cy="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8" h="1427" extrusionOk="0">
                      <a:moveTo>
                        <a:pt x="925" y="1"/>
                      </a:moveTo>
                      <a:cubicBezTo>
                        <a:pt x="317" y="1"/>
                        <a:pt x="0" y="767"/>
                        <a:pt x="449" y="1216"/>
                      </a:cubicBezTo>
                      <a:cubicBezTo>
                        <a:pt x="586" y="1361"/>
                        <a:pt x="759" y="1426"/>
                        <a:pt x="930" y="1426"/>
                      </a:cubicBezTo>
                      <a:cubicBezTo>
                        <a:pt x="1288" y="1426"/>
                        <a:pt x="1638" y="1142"/>
                        <a:pt x="1638" y="714"/>
                      </a:cubicBezTo>
                      <a:cubicBezTo>
                        <a:pt x="1638" y="318"/>
                        <a:pt x="1321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37;p2"/>
                <p:cNvSpPr/>
                <p:nvPr/>
              </p:nvSpPr>
              <p:spPr>
                <a:xfrm>
                  <a:off x="5670225" y="1937950"/>
                  <a:ext cx="40300" cy="3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1363" extrusionOk="0">
                      <a:moveTo>
                        <a:pt x="925" y="0"/>
                      </a:moveTo>
                      <a:cubicBezTo>
                        <a:pt x="317" y="0"/>
                        <a:pt x="0" y="740"/>
                        <a:pt x="423" y="1162"/>
                      </a:cubicBezTo>
                      <a:cubicBezTo>
                        <a:pt x="569" y="1300"/>
                        <a:pt x="746" y="1362"/>
                        <a:pt x="919" y="1362"/>
                      </a:cubicBezTo>
                      <a:cubicBezTo>
                        <a:pt x="1275" y="1362"/>
                        <a:pt x="1611" y="1097"/>
                        <a:pt x="1611" y="687"/>
                      </a:cubicBezTo>
                      <a:cubicBezTo>
                        <a:pt x="1611" y="291"/>
                        <a:pt x="1294" y="0"/>
                        <a:pt x="9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" name="Google Shape;238;p2"/>
                <p:cNvSpPr/>
                <p:nvPr/>
              </p:nvSpPr>
              <p:spPr>
                <a:xfrm>
                  <a:off x="6135100" y="1760300"/>
                  <a:ext cx="31725" cy="2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88" extrusionOk="0">
                      <a:moveTo>
                        <a:pt x="740" y="1"/>
                      </a:moveTo>
                      <a:cubicBezTo>
                        <a:pt x="239" y="1"/>
                        <a:pt x="1" y="582"/>
                        <a:pt x="344" y="925"/>
                      </a:cubicBezTo>
                      <a:cubicBezTo>
                        <a:pt x="456" y="1038"/>
                        <a:pt x="594" y="1088"/>
                        <a:pt x="729" y="1088"/>
                      </a:cubicBezTo>
                      <a:cubicBezTo>
                        <a:pt x="1006" y="1088"/>
                        <a:pt x="1269" y="875"/>
                        <a:pt x="1269" y="555"/>
                      </a:cubicBezTo>
                      <a:cubicBezTo>
                        <a:pt x="1269" y="239"/>
                        <a:pt x="1031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39;p2"/>
                <p:cNvSpPr/>
                <p:nvPr/>
              </p:nvSpPr>
              <p:spPr>
                <a:xfrm>
                  <a:off x="6473200" y="2210000"/>
                  <a:ext cx="38775" cy="3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1" h="1330" extrusionOk="0">
                      <a:moveTo>
                        <a:pt x="873" y="1"/>
                      </a:moveTo>
                      <a:cubicBezTo>
                        <a:pt x="291" y="1"/>
                        <a:pt x="1" y="714"/>
                        <a:pt x="424" y="1137"/>
                      </a:cubicBezTo>
                      <a:cubicBezTo>
                        <a:pt x="557" y="1270"/>
                        <a:pt x="720" y="1330"/>
                        <a:pt x="879" y="1330"/>
                      </a:cubicBezTo>
                      <a:cubicBezTo>
                        <a:pt x="1223" y="1330"/>
                        <a:pt x="1551" y="1050"/>
                        <a:pt x="1533" y="635"/>
                      </a:cubicBezTo>
                      <a:cubicBezTo>
                        <a:pt x="1533" y="291"/>
                        <a:pt x="1242" y="1"/>
                        <a:pt x="8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" name="Google Shape;240;p2"/>
                <p:cNvSpPr/>
                <p:nvPr/>
              </p:nvSpPr>
              <p:spPr>
                <a:xfrm>
                  <a:off x="6259250" y="2629325"/>
                  <a:ext cx="4362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" h="1517" extrusionOk="0">
                      <a:moveTo>
                        <a:pt x="1004" y="1"/>
                      </a:moveTo>
                      <a:cubicBezTo>
                        <a:pt x="318" y="1"/>
                        <a:pt x="1" y="820"/>
                        <a:pt x="476" y="1295"/>
                      </a:cubicBezTo>
                      <a:cubicBezTo>
                        <a:pt x="621" y="1448"/>
                        <a:pt x="804" y="1517"/>
                        <a:pt x="985" y="1517"/>
                      </a:cubicBezTo>
                      <a:cubicBezTo>
                        <a:pt x="1368" y="1517"/>
                        <a:pt x="1744" y="1215"/>
                        <a:pt x="1744" y="767"/>
                      </a:cubicBezTo>
                      <a:cubicBezTo>
                        <a:pt x="1744" y="344"/>
                        <a:pt x="1401" y="1"/>
                        <a:pt x="10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41;p2"/>
                <p:cNvSpPr/>
                <p:nvPr/>
              </p:nvSpPr>
              <p:spPr>
                <a:xfrm>
                  <a:off x="5485975" y="2449725"/>
                  <a:ext cx="34375" cy="2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150" extrusionOk="0">
                      <a:moveTo>
                        <a:pt x="793" y="0"/>
                      </a:moveTo>
                      <a:cubicBezTo>
                        <a:pt x="265" y="0"/>
                        <a:pt x="1" y="608"/>
                        <a:pt x="370" y="978"/>
                      </a:cubicBezTo>
                      <a:cubicBezTo>
                        <a:pt x="489" y="1097"/>
                        <a:pt x="636" y="1150"/>
                        <a:pt x="780" y="1150"/>
                      </a:cubicBezTo>
                      <a:cubicBezTo>
                        <a:pt x="1083" y="1150"/>
                        <a:pt x="1374" y="913"/>
                        <a:pt x="1374" y="555"/>
                      </a:cubicBezTo>
                      <a:cubicBezTo>
                        <a:pt x="1374" y="238"/>
                        <a:pt x="1110" y="0"/>
                        <a:pt x="79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" name="Google Shape;242;p2"/>
                <p:cNvSpPr/>
                <p:nvPr/>
              </p:nvSpPr>
              <p:spPr>
                <a:xfrm>
                  <a:off x="5972650" y="2263500"/>
                  <a:ext cx="4427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17" extrusionOk="0">
                      <a:moveTo>
                        <a:pt x="1005" y="0"/>
                      </a:moveTo>
                      <a:cubicBezTo>
                        <a:pt x="344" y="0"/>
                        <a:pt x="1" y="819"/>
                        <a:pt x="476" y="1295"/>
                      </a:cubicBezTo>
                      <a:cubicBezTo>
                        <a:pt x="629" y="1448"/>
                        <a:pt x="818" y="1516"/>
                        <a:pt x="1004" y="1516"/>
                      </a:cubicBezTo>
                      <a:cubicBezTo>
                        <a:pt x="1394" y="1516"/>
                        <a:pt x="1771" y="1214"/>
                        <a:pt x="1771" y="766"/>
                      </a:cubicBezTo>
                      <a:cubicBezTo>
                        <a:pt x="1771" y="344"/>
                        <a:pt x="1427" y="0"/>
                        <a:pt x="100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" name="Google Shape;243;p2"/>
                <p:cNvSpPr/>
                <p:nvPr/>
              </p:nvSpPr>
              <p:spPr>
                <a:xfrm>
                  <a:off x="5106275" y="2456975"/>
                  <a:ext cx="46900" cy="40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6" h="1606" extrusionOk="0">
                      <a:moveTo>
                        <a:pt x="1083" y="1"/>
                      </a:moveTo>
                      <a:cubicBezTo>
                        <a:pt x="370" y="1"/>
                        <a:pt x="0" y="872"/>
                        <a:pt x="502" y="1374"/>
                      </a:cubicBezTo>
                      <a:cubicBezTo>
                        <a:pt x="671" y="1534"/>
                        <a:pt x="871" y="1606"/>
                        <a:pt x="1066" y="1606"/>
                      </a:cubicBezTo>
                      <a:cubicBezTo>
                        <a:pt x="1483" y="1606"/>
                        <a:pt x="1876" y="1279"/>
                        <a:pt x="1876" y="793"/>
                      </a:cubicBezTo>
                      <a:cubicBezTo>
                        <a:pt x="1876" y="371"/>
                        <a:pt x="1532" y="1"/>
                        <a:pt x="108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" name="Google Shape;244;p2"/>
                <p:cNvSpPr/>
                <p:nvPr/>
              </p:nvSpPr>
              <p:spPr>
                <a:xfrm>
                  <a:off x="4461750" y="2361900"/>
                  <a:ext cx="39000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0" h="1311" extrusionOk="0">
                      <a:moveTo>
                        <a:pt x="899" y="0"/>
                      </a:moveTo>
                      <a:cubicBezTo>
                        <a:pt x="291" y="0"/>
                        <a:pt x="1" y="687"/>
                        <a:pt x="424" y="1110"/>
                      </a:cubicBezTo>
                      <a:cubicBezTo>
                        <a:pt x="562" y="1248"/>
                        <a:pt x="732" y="1310"/>
                        <a:pt x="898" y="1310"/>
                      </a:cubicBezTo>
                      <a:cubicBezTo>
                        <a:pt x="1238" y="1310"/>
                        <a:pt x="1559" y="1051"/>
                        <a:pt x="1559" y="660"/>
                      </a:cubicBezTo>
                      <a:cubicBezTo>
                        <a:pt x="1533" y="291"/>
                        <a:pt x="1242" y="0"/>
                        <a:pt x="8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" name="Google Shape;245;p2"/>
                <p:cNvSpPr/>
                <p:nvPr/>
              </p:nvSpPr>
              <p:spPr>
                <a:xfrm>
                  <a:off x="4739775" y="1942575"/>
                  <a:ext cx="45375" cy="3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" h="1542" extrusionOk="0">
                      <a:moveTo>
                        <a:pt x="1031" y="0"/>
                      </a:moveTo>
                      <a:cubicBezTo>
                        <a:pt x="344" y="0"/>
                        <a:pt x="0" y="819"/>
                        <a:pt x="502" y="1321"/>
                      </a:cubicBezTo>
                      <a:cubicBezTo>
                        <a:pt x="654" y="1473"/>
                        <a:pt x="844" y="1541"/>
                        <a:pt x="1032" y="1541"/>
                      </a:cubicBezTo>
                      <a:cubicBezTo>
                        <a:pt x="1429" y="1541"/>
                        <a:pt x="1814" y="1233"/>
                        <a:pt x="1797" y="766"/>
                      </a:cubicBezTo>
                      <a:cubicBezTo>
                        <a:pt x="1797" y="343"/>
                        <a:pt x="1453" y="0"/>
                        <a:pt x="10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46;p2"/>
                <p:cNvSpPr/>
                <p:nvPr/>
              </p:nvSpPr>
              <p:spPr>
                <a:xfrm>
                  <a:off x="4826275" y="1607775"/>
                  <a:ext cx="30400" cy="3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242" extrusionOk="0">
                      <a:moveTo>
                        <a:pt x="608" y="0"/>
                      </a:moveTo>
                      <a:cubicBezTo>
                        <a:pt x="265" y="0"/>
                        <a:pt x="1" y="291"/>
                        <a:pt x="1" y="634"/>
                      </a:cubicBezTo>
                      <a:cubicBezTo>
                        <a:pt x="1" y="951"/>
                        <a:pt x="265" y="1242"/>
                        <a:pt x="608" y="1242"/>
                      </a:cubicBezTo>
                      <a:cubicBezTo>
                        <a:pt x="952" y="1242"/>
                        <a:pt x="1216" y="951"/>
                        <a:pt x="1216" y="634"/>
                      </a:cubicBezTo>
                      <a:cubicBezTo>
                        <a:pt x="1216" y="291"/>
                        <a:pt x="952" y="0"/>
                        <a:pt x="6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" name="Google Shape;247;p2"/>
                <p:cNvSpPr/>
                <p:nvPr/>
              </p:nvSpPr>
              <p:spPr>
                <a:xfrm>
                  <a:off x="3839700" y="2713225"/>
                  <a:ext cx="35700" cy="30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1215" extrusionOk="0">
                      <a:moveTo>
                        <a:pt x="623" y="0"/>
                      </a:moveTo>
                      <a:cubicBezTo>
                        <a:pt x="304" y="0"/>
                        <a:pt x="1" y="249"/>
                        <a:pt x="1" y="607"/>
                      </a:cubicBezTo>
                      <a:cubicBezTo>
                        <a:pt x="1" y="950"/>
                        <a:pt x="291" y="1215"/>
                        <a:pt x="635" y="1215"/>
                      </a:cubicBezTo>
                      <a:cubicBezTo>
                        <a:pt x="1163" y="1215"/>
                        <a:pt x="1427" y="554"/>
                        <a:pt x="1057" y="184"/>
                      </a:cubicBezTo>
                      <a:cubicBezTo>
                        <a:pt x="929" y="57"/>
                        <a:pt x="774" y="0"/>
                        <a:pt x="6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48;p2"/>
                <p:cNvSpPr/>
                <p:nvPr/>
              </p:nvSpPr>
              <p:spPr>
                <a:xfrm>
                  <a:off x="3579525" y="2509150"/>
                  <a:ext cx="3172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62" extrusionOk="0">
                      <a:moveTo>
                        <a:pt x="740" y="1"/>
                      </a:moveTo>
                      <a:cubicBezTo>
                        <a:pt x="238" y="1"/>
                        <a:pt x="0" y="555"/>
                        <a:pt x="344" y="899"/>
                      </a:cubicBezTo>
                      <a:cubicBezTo>
                        <a:pt x="456" y="1011"/>
                        <a:pt x="594" y="1061"/>
                        <a:pt x="728" y="1061"/>
                      </a:cubicBezTo>
                      <a:cubicBezTo>
                        <a:pt x="1005" y="1061"/>
                        <a:pt x="1268" y="849"/>
                        <a:pt x="1268" y="529"/>
                      </a:cubicBezTo>
                      <a:cubicBezTo>
                        <a:pt x="1268" y="238"/>
                        <a:pt x="1031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" name="Google Shape;249;p2"/>
                <p:cNvSpPr/>
                <p:nvPr/>
              </p:nvSpPr>
              <p:spPr>
                <a:xfrm>
                  <a:off x="2829350" y="2709900"/>
                  <a:ext cx="44275" cy="3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08" extrusionOk="0">
                      <a:moveTo>
                        <a:pt x="1031" y="0"/>
                      </a:moveTo>
                      <a:cubicBezTo>
                        <a:pt x="344" y="0"/>
                        <a:pt x="1" y="793"/>
                        <a:pt x="476" y="1268"/>
                      </a:cubicBezTo>
                      <a:cubicBezTo>
                        <a:pt x="633" y="1433"/>
                        <a:pt x="826" y="1507"/>
                        <a:pt x="1016" y="1507"/>
                      </a:cubicBezTo>
                      <a:cubicBezTo>
                        <a:pt x="1402" y="1507"/>
                        <a:pt x="1771" y="1201"/>
                        <a:pt x="1771" y="740"/>
                      </a:cubicBezTo>
                      <a:cubicBezTo>
                        <a:pt x="1771" y="317"/>
                        <a:pt x="1427" y="0"/>
                        <a:pt x="10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50;p2"/>
                <p:cNvSpPr/>
                <p:nvPr/>
              </p:nvSpPr>
              <p:spPr>
                <a:xfrm>
                  <a:off x="2653700" y="3364975"/>
                  <a:ext cx="24450" cy="2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" h="978" extrusionOk="0">
                      <a:moveTo>
                        <a:pt x="502" y="0"/>
                      </a:moveTo>
                      <a:cubicBezTo>
                        <a:pt x="238" y="0"/>
                        <a:pt x="1" y="212"/>
                        <a:pt x="1" y="476"/>
                      </a:cubicBezTo>
                      <a:cubicBezTo>
                        <a:pt x="1" y="766"/>
                        <a:pt x="238" y="978"/>
                        <a:pt x="502" y="978"/>
                      </a:cubicBezTo>
                      <a:cubicBezTo>
                        <a:pt x="767" y="978"/>
                        <a:pt x="978" y="766"/>
                        <a:pt x="978" y="476"/>
                      </a:cubicBezTo>
                      <a:cubicBezTo>
                        <a:pt x="978" y="212"/>
                        <a:pt x="767" y="0"/>
                        <a:pt x="50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" name="Google Shape;251;p2"/>
                <p:cNvSpPr/>
                <p:nvPr/>
              </p:nvSpPr>
              <p:spPr>
                <a:xfrm>
                  <a:off x="3407175" y="3055275"/>
                  <a:ext cx="27750" cy="2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1110" extrusionOk="0">
                      <a:moveTo>
                        <a:pt x="555" y="0"/>
                      </a:moveTo>
                      <a:cubicBezTo>
                        <a:pt x="238" y="0"/>
                        <a:pt x="0" y="238"/>
                        <a:pt x="0" y="555"/>
                      </a:cubicBezTo>
                      <a:cubicBezTo>
                        <a:pt x="0" y="872"/>
                        <a:pt x="238" y="1109"/>
                        <a:pt x="555" y="1109"/>
                      </a:cubicBezTo>
                      <a:cubicBezTo>
                        <a:pt x="872" y="1109"/>
                        <a:pt x="1110" y="872"/>
                        <a:pt x="1110" y="555"/>
                      </a:cubicBezTo>
                      <a:cubicBezTo>
                        <a:pt x="1110" y="238"/>
                        <a:pt x="872" y="0"/>
                        <a:pt x="5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" name="Google Shape;252;p2"/>
                <p:cNvSpPr/>
                <p:nvPr/>
              </p:nvSpPr>
              <p:spPr>
                <a:xfrm>
                  <a:off x="3329250" y="3558450"/>
                  <a:ext cx="46250" cy="40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0" h="1607" extrusionOk="0">
                      <a:moveTo>
                        <a:pt x="1057" y="1"/>
                      </a:moveTo>
                      <a:cubicBezTo>
                        <a:pt x="344" y="1"/>
                        <a:pt x="0" y="872"/>
                        <a:pt x="502" y="1374"/>
                      </a:cubicBezTo>
                      <a:cubicBezTo>
                        <a:pt x="663" y="1535"/>
                        <a:pt x="859" y="1606"/>
                        <a:pt x="1052" y="1606"/>
                      </a:cubicBezTo>
                      <a:cubicBezTo>
                        <a:pt x="1459" y="1606"/>
                        <a:pt x="1849" y="1286"/>
                        <a:pt x="1849" y="820"/>
                      </a:cubicBezTo>
                      <a:cubicBezTo>
                        <a:pt x="1849" y="370"/>
                        <a:pt x="1506" y="1"/>
                        <a:pt x="10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" name="Google Shape;253;p2"/>
                <p:cNvSpPr/>
                <p:nvPr/>
              </p:nvSpPr>
              <p:spPr>
                <a:xfrm>
                  <a:off x="3611225" y="3969200"/>
                  <a:ext cx="39650" cy="3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" h="1363" extrusionOk="0">
                      <a:moveTo>
                        <a:pt x="898" y="0"/>
                      </a:moveTo>
                      <a:cubicBezTo>
                        <a:pt x="291" y="0"/>
                        <a:pt x="0" y="740"/>
                        <a:pt x="423" y="1163"/>
                      </a:cubicBezTo>
                      <a:cubicBezTo>
                        <a:pt x="561" y="1300"/>
                        <a:pt x="732" y="1362"/>
                        <a:pt x="900" y="1362"/>
                      </a:cubicBezTo>
                      <a:cubicBezTo>
                        <a:pt x="1249" y="1362"/>
                        <a:pt x="1585" y="1097"/>
                        <a:pt x="1585" y="687"/>
                      </a:cubicBezTo>
                      <a:cubicBezTo>
                        <a:pt x="1585" y="317"/>
                        <a:pt x="1268" y="0"/>
                        <a:pt x="89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" name="Google Shape;254;p2"/>
                <p:cNvSpPr/>
                <p:nvPr/>
              </p:nvSpPr>
              <p:spPr>
                <a:xfrm>
                  <a:off x="3105375" y="4337025"/>
                  <a:ext cx="43625" cy="3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" h="1490" extrusionOk="0">
                      <a:moveTo>
                        <a:pt x="978" y="0"/>
                      </a:moveTo>
                      <a:cubicBezTo>
                        <a:pt x="318" y="0"/>
                        <a:pt x="1" y="792"/>
                        <a:pt x="450" y="1268"/>
                      </a:cubicBezTo>
                      <a:cubicBezTo>
                        <a:pt x="603" y="1421"/>
                        <a:pt x="792" y="1489"/>
                        <a:pt x="977" y="1489"/>
                      </a:cubicBezTo>
                      <a:cubicBezTo>
                        <a:pt x="1368" y="1489"/>
                        <a:pt x="1744" y="1187"/>
                        <a:pt x="1744" y="740"/>
                      </a:cubicBezTo>
                      <a:cubicBezTo>
                        <a:pt x="1744" y="317"/>
                        <a:pt x="1401" y="0"/>
                        <a:pt x="9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" name="Google Shape;255;p2"/>
                <p:cNvSpPr/>
                <p:nvPr/>
              </p:nvSpPr>
              <p:spPr>
                <a:xfrm>
                  <a:off x="2169650" y="4735875"/>
                  <a:ext cx="48250" cy="4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0" h="1638" extrusionOk="0">
                      <a:moveTo>
                        <a:pt x="1110" y="0"/>
                      </a:moveTo>
                      <a:cubicBezTo>
                        <a:pt x="371" y="0"/>
                        <a:pt x="1" y="872"/>
                        <a:pt x="529" y="1400"/>
                      </a:cubicBezTo>
                      <a:cubicBezTo>
                        <a:pt x="692" y="1563"/>
                        <a:pt x="897" y="1637"/>
                        <a:pt x="1099" y="1637"/>
                      </a:cubicBezTo>
                      <a:cubicBezTo>
                        <a:pt x="1520" y="1637"/>
                        <a:pt x="1929" y="1318"/>
                        <a:pt x="1929" y="819"/>
                      </a:cubicBezTo>
                      <a:cubicBezTo>
                        <a:pt x="1929" y="370"/>
                        <a:pt x="1559" y="0"/>
                        <a:pt x="11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" name="Google Shape;256;p2"/>
                <p:cNvSpPr/>
                <p:nvPr/>
              </p:nvSpPr>
              <p:spPr>
                <a:xfrm>
                  <a:off x="2569825" y="3989675"/>
                  <a:ext cx="39650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" h="1356" extrusionOk="0">
                      <a:moveTo>
                        <a:pt x="899" y="0"/>
                      </a:moveTo>
                      <a:cubicBezTo>
                        <a:pt x="291" y="0"/>
                        <a:pt x="1" y="713"/>
                        <a:pt x="424" y="1162"/>
                      </a:cubicBezTo>
                      <a:cubicBezTo>
                        <a:pt x="557" y="1296"/>
                        <a:pt x="722" y="1356"/>
                        <a:pt x="886" y="1356"/>
                      </a:cubicBezTo>
                      <a:cubicBezTo>
                        <a:pt x="1240" y="1356"/>
                        <a:pt x="1586" y="1076"/>
                        <a:pt x="1586" y="661"/>
                      </a:cubicBezTo>
                      <a:cubicBezTo>
                        <a:pt x="1586" y="291"/>
                        <a:pt x="1269" y="0"/>
                        <a:pt x="8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" name="Google Shape;257;p2"/>
                <p:cNvSpPr/>
                <p:nvPr/>
              </p:nvSpPr>
              <p:spPr>
                <a:xfrm>
                  <a:off x="2056075" y="3835350"/>
                  <a:ext cx="30400" cy="2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023" extrusionOk="0">
                      <a:moveTo>
                        <a:pt x="703" y="0"/>
                      </a:moveTo>
                      <a:cubicBezTo>
                        <a:pt x="576" y="0"/>
                        <a:pt x="448" y="47"/>
                        <a:pt x="344" y="151"/>
                      </a:cubicBezTo>
                      <a:cubicBezTo>
                        <a:pt x="1" y="468"/>
                        <a:pt x="238" y="1022"/>
                        <a:pt x="714" y="1022"/>
                      </a:cubicBezTo>
                      <a:cubicBezTo>
                        <a:pt x="978" y="1022"/>
                        <a:pt x="1216" y="785"/>
                        <a:pt x="1216" y="521"/>
                      </a:cubicBezTo>
                      <a:cubicBezTo>
                        <a:pt x="1216" y="200"/>
                        <a:pt x="964" y="0"/>
                        <a:pt x="7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" name="Google Shape;258;p2"/>
                <p:cNvSpPr/>
                <p:nvPr/>
              </p:nvSpPr>
              <p:spPr>
                <a:xfrm>
                  <a:off x="2179575" y="3399300"/>
                  <a:ext cx="31050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" h="1062" extrusionOk="0">
                      <a:moveTo>
                        <a:pt x="713" y="1"/>
                      </a:moveTo>
                      <a:cubicBezTo>
                        <a:pt x="238" y="1"/>
                        <a:pt x="0" y="582"/>
                        <a:pt x="343" y="899"/>
                      </a:cubicBezTo>
                      <a:cubicBezTo>
                        <a:pt x="447" y="1011"/>
                        <a:pt x="579" y="1061"/>
                        <a:pt x="710" y="1061"/>
                      </a:cubicBezTo>
                      <a:cubicBezTo>
                        <a:pt x="978" y="1061"/>
                        <a:pt x="1242" y="849"/>
                        <a:pt x="1242" y="529"/>
                      </a:cubicBezTo>
                      <a:cubicBezTo>
                        <a:pt x="1242" y="239"/>
                        <a:pt x="1004" y="1"/>
                        <a:pt x="71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" name="Google Shape;259;p2"/>
                <p:cNvSpPr/>
                <p:nvPr/>
              </p:nvSpPr>
              <p:spPr>
                <a:xfrm>
                  <a:off x="1885700" y="3061200"/>
                  <a:ext cx="29750" cy="2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" h="998" extrusionOk="0">
                      <a:moveTo>
                        <a:pt x="687" y="1"/>
                      </a:moveTo>
                      <a:cubicBezTo>
                        <a:pt x="238" y="1"/>
                        <a:pt x="1" y="529"/>
                        <a:pt x="318" y="846"/>
                      </a:cubicBezTo>
                      <a:cubicBezTo>
                        <a:pt x="422" y="951"/>
                        <a:pt x="553" y="998"/>
                        <a:pt x="681" y="998"/>
                      </a:cubicBezTo>
                      <a:cubicBezTo>
                        <a:pt x="940" y="998"/>
                        <a:pt x="1189" y="804"/>
                        <a:pt x="1189" y="503"/>
                      </a:cubicBezTo>
                      <a:cubicBezTo>
                        <a:pt x="1189" y="212"/>
                        <a:pt x="952" y="1"/>
                        <a:pt x="68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" name="Google Shape;260;p2"/>
                <p:cNvSpPr/>
                <p:nvPr/>
              </p:nvSpPr>
              <p:spPr>
                <a:xfrm>
                  <a:off x="1716650" y="2775925"/>
                  <a:ext cx="29750" cy="2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" h="1018" extrusionOk="0">
                      <a:moveTo>
                        <a:pt x="687" y="1"/>
                      </a:moveTo>
                      <a:cubicBezTo>
                        <a:pt x="238" y="1"/>
                        <a:pt x="1" y="556"/>
                        <a:pt x="318" y="873"/>
                      </a:cubicBezTo>
                      <a:cubicBezTo>
                        <a:pt x="418" y="973"/>
                        <a:pt x="542" y="1018"/>
                        <a:pt x="665" y="1018"/>
                      </a:cubicBezTo>
                      <a:cubicBezTo>
                        <a:pt x="930" y="1018"/>
                        <a:pt x="1189" y="810"/>
                        <a:pt x="1189" y="503"/>
                      </a:cubicBezTo>
                      <a:cubicBezTo>
                        <a:pt x="1189" y="239"/>
                        <a:pt x="952" y="1"/>
                        <a:pt x="68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" name="Google Shape;261;p2"/>
                <p:cNvSpPr/>
                <p:nvPr/>
              </p:nvSpPr>
              <p:spPr>
                <a:xfrm>
                  <a:off x="1166775" y="3292975"/>
                  <a:ext cx="3152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1" h="1062" extrusionOk="0">
                      <a:moveTo>
                        <a:pt x="675" y="0"/>
                      </a:moveTo>
                      <a:cubicBezTo>
                        <a:pt x="220" y="0"/>
                        <a:pt x="0" y="563"/>
                        <a:pt x="336" y="899"/>
                      </a:cubicBezTo>
                      <a:cubicBezTo>
                        <a:pt x="440" y="1012"/>
                        <a:pt x="574" y="1062"/>
                        <a:pt x="709" y="1062"/>
                      </a:cubicBezTo>
                      <a:cubicBezTo>
                        <a:pt x="985" y="1062"/>
                        <a:pt x="1260" y="849"/>
                        <a:pt x="1260" y="529"/>
                      </a:cubicBezTo>
                      <a:cubicBezTo>
                        <a:pt x="1260" y="239"/>
                        <a:pt x="1023" y="1"/>
                        <a:pt x="706" y="1"/>
                      </a:cubicBezTo>
                      <a:cubicBezTo>
                        <a:pt x="695" y="1"/>
                        <a:pt x="685" y="0"/>
                        <a:pt x="6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" name="Google Shape;262;p2"/>
                <p:cNvSpPr/>
                <p:nvPr/>
              </p:nvSpPr>
              <p:spPr>
                <a:xfrm>
                  <a:off x="1496750" y="3769100"/>
                  <a:ext cx="42950" cy="3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8" h="1452" extrusionOk="0">
                      <a:moveTo>
                        <a:pt x="978" y="1"/>
                      </a:moveTo>
                      <a:cubicBezTo>
                        <a:pt x="318" y="1"/>
                        <a:pt x="1" y="793"/>
                        <a:pt x="450" y="1242"/>
                      </a:cubicBezTo>
                      <a:cubicBezTo>
                        <a:pt x="603" y="1387"/>
                        <a:pt x="788" y="1452"/>
                        <a:pt x="970" y="1452"/>
                      </a:cubicBezTo>
                      <a:cubicBezTo>
                        <a:pt x="1353" y="1452"/>
                        <a:pt x="1718" y="1162"/>
                        <a:pt x="1718" y="714"/>
                      </a:cubicBezTo>
                      <a:cubicBezTo>
                        <a:pt x="1718" y="318"/>
                        <a:pt x="1374" y="1"/>
                        <a:pt x="97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" name="Google Shape;263;p2"/>
                <p:cNvSpPr/>
                <p:nvPr/>
              </p:nvSpPr>
              <p:spPr>
                <a:xfrm>
                  <a:off x="1359400" y="3958625"/>
                  <a:ext cx="29075" cy="2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3" h="972" extrusionOk="0">
                      <a:moveTo>
                        <a:pt x="661" y="1"/>
                      </a:moveTo>
                      <a:cubicBezTo>
                        <a:pt x="212" y="1"/>
                        <a:pt x="0" y="529"/>
                        <a:pt x="317" y="820"/>
                      </a:cubicBezTo>
                      <a:cubicBezTo>
                        <a:pt x="422" y="924"/>
                        <a:pt x="550" y="971"/>
                        <a:pt x="674" y="971"/>
                      </a:cubicBezTo>
                      <a:cubicBezTo>
                        <a:pt x="926" y="971"/>
                        <a:pt x="1163" y="777"/>
                        <a:pt x="1163" y="476"/>
                      </a:cubicBezTo>
                      <a:cubicBezTo>
                        <a:pt x="1163" y="212"/>
                        <a:pt x="925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" name="Google Shape;264;p2"/>
                <p:cNvSpPr/>
                <p:nvPr/>
              </p:nvSpPr>
              <p:spPr>
                <a:xfrm>
                  <a:off x="1068175" y="4338325"/>
                  <a:ext cx="40325" cy="3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3" h="1375" extrusionOk="0">
                      <a:moveTo>
                        <a:pt x="925" y="1"/>
                      </a:moveTo>
                      <a:cubicBezTo>
                        <a:pt x="291" y="1"/>
                        <a:pt x="1" y="740"/>
                        <a:pt x="423" y="1163"/>
                      </a:cubicBezTo>
                      <a:cubicBezTo>
                        <a:pt x="570" y="1310"/>
                        <a:pt x="747" y="1375"/>
                        <a:pt x="920" y="1375"/>
                      </a:cubicBezTo>
                      <a:cubicBezTo>
                        <a:pt x="1276" y="1375"/>
                        <a:pt x="1612" y="1097"/>
                        <a:pt x="1612" y="688"/>
                      </a:cubicBezTo>
                      <a:cubicBezTo>
                        <a:pt x="1612" y="291"/>
                        <a:pt x="1295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5" name="Google Shape;265;p2"/>
                <p:cNvSpPr/>
                <p:nvPr/>
              </p:nvSpPr>
              <p:spPr>
                <a:xfrm>
                  <a:off x="533950" y="4482300"/>
                  <a:ext cx="48900" cy="4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6" h="1669" extrusionOk="0">
                      <a:moveTo>
                        <a:pt x="1136" y="0"/>
                      </a:moveTo>
                      <a:cubicBezTo>
                        <a:pt x="370" y="0"/>
                        <a:pt x="1" y="898"/>
                        <a:pt x="529" y="1427"/>
                      </a:cubicBezTo>
                      <a:cubicBezTo>
                        <a:pt x="697" y="1594"/>
                        <a:pt x="901" y="1669"/>
                        <a:pt x="1103" y="1669"/>
                      </a:cubicBezTo>
                      <a:cubicBezTo>
                        <a:pt x="1537" y="1669"/>
                        <a:pt x="1955" y="1324"/>
                        <a:pt x="1955" y="819"/>
                      </a:cubicBezTo>
                      <a:cubicBezTo>
                        <a:pt x="1955" y="370"/>
                        <a:pt x="1585" y="0"/>
                        <a:pt x="11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6" name="Google Shape;266;p2"/>
                <p:cNvSpPr/>
                <p:nvPr/>
              </p:nvSpPr>
              <p:spPr>
                <a:xfrm>
                  <a:off x="895175" y="4776800"/>
                  <a:ext cx="38325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3" h="1311" extrusionOk="0">
                      <a:moveTo>
                        <a:pt x="872" y="1"/>
                      </a:moveTo>
                      <a:cubicBezTo>
                        <a:pt x="291" y="1"/>
                        <a:pt x="0" y="714"/>
                        <a:pt x="396" y="1110"/>
                      </a:cubicBezTo>
                      <a:cubicBezTo>
                        <a:pt x="535" y="1249"/>
                        <a:pt x="705" y="1311"/>
                        <a:pt x="871" y="1311"/>
                      </a:cubicBezTo>
                      <a:cubicBezTo>
                        <a:pt x="1210" y="1311"/>
                        <a:pt x="1532" y="1052"/>
                        <a:pt x="1532" y="661"/>
                      </a:cubicBezTo>
                      <a:cubicBezTo>
                        <a:pt x="1532" y="291"/>
                        <a:pt x="1242" y="1"/>
                        <a:pt x="87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7" name="Google Shape;267;p2"/>
                <p:cNvSpPr/>
                <p:nvPr/>
              </p:nvSpPr>
              <p:spPr>
                <a:xfrm>
                  <a:off x="1537700" y="4700200"/>
                  <a:ext cx="40975" cy="3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9" h="1383" extrusionOk="0">
                      <a:moveTo>
                        <a:pt x="925" y="1"/>
                      </a:moveTo>
                      <a:cubicBezTo>
                        <a:pt x="317" y="1"/>
                        <a:pt x="0" y="740"/>
                        <a:pt x="449" y="1190"/>
                      </a:cubicBezTo>
                      <a:cubicBezTo>
                        <a:pt x="583" y="1323"/>
                        <a:pt x="751" y="1383"/>
                        <a:pt x="918" y="1383"/>
                      </a:cubicBezTo>
                      <a:cubicBezTo>
                        <a:pt x="1280" y="1383"/>
                        <a:pt x="1638" y="1103"/>
                        <a:pt x="1638" y="688"/>
                      </a:cubicBezTo>
                      <a:cubicBezTo>
                        <a:pt x="1638" y="318"/>
                        <a:pt x="1321" y="1"/>
                        <a:pt x="9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" name="Google Shape;268;p2"/>
                <p:cNvSpPr/>
                <p:nvPr/>
              </p:nvSpPr>
              <p:spPr>
                <a:xfrm>
                  <a:off x="1861275" y="4358050"/>
                  <a:ext cx="34600" cy="2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" h="1037" extrusionOk="0">
                      <a:moveTo>
                        <a:pt x="708" y="0"/>
                      </a:moveTo>
                      <a:cubicBezTo>
                        <a:pt x="684" y="0"/>
                        <a:pt x="660" y="2"/>
                        <a:pt x="634" y="4"/>
                      </a:cubicBezTo>
                      <a:cubicBezTo>
                        <a:pt x="0" y="57"/>
                        <a:pt x="0" y="982"/>
                        <a:pt x="634" y="1034"/>
                      </a:cubicBezTo>
                      <a:cubicBezTo>
                        <a:pt x="651" y="1036"/>
                        <a:pt x="668" y="1036"/>
                        <a:pt x="684" y="1036"/>
                      </a:cubicBezTo>
                      <a:cubicBezTo>
                        <a:pt x="1376" y="1036"/>
                        <a:pt x="1384" y="0"/>
                        <a:pt x="7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" name="Google Shape;269;p2"/>
                <p:cNvSpPr/>
                <p:nvPr/>
              </p:nvSpPr>
              <p:spPr>
                <a:xfrm>
                  <a:off x="2416625" y="4390500"/>
                  <a:ext cx="33050" cy="3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322" extrusionOk="0">
                      <a:moveTo>
                        <a:pt x="661" y="1"/>
                      </a:moveTo>
                      <a:cubicBezTo>
                        <a:pt x="291" y="1"/>
                        <a:pt x="1" y="291"/>
                        <a:pt x="1" y="661"/>
                      </a:cubicBezTo>
                      <a:cubicBezTo>
                        <a:pt x="1" y="1004"/>
                        <a:pt x="291" y="1321"/>
                        <a:pt x="661" y="1321"/>
                      </a:cubicBezTo>
                      <a:cubicBezTo>
                        <a:pt x="1005" y="1321"/>
                        <a:pt x="1322" y="1004"/>
                        <a:pt x="1322" y="661"/>
                      </a:cubicBezTo>
                      <a:cubicBezTo>
                        <a:pt x="1322" y="291"/>
                        <a:pt x="1005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0" name="Google Shape;270;p2"/>
                <p:cNvSpPr/>
                <p:nvPr/>
              </p:nvSpPr>
              <p:spPr>
                <a:xfrm>
                  <a:off x="2930400" y="4723325"/>
                  <a:ext cx="29075" cy="2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3" h="992" extrusionOk="0">
                      <a:moveTo>
                        <a:pt x="661" y="0"/>
                      </a:moveTo>
                      <a:cubicBezTo>
                        <a:pt x="238" y="0"/>
                        <a:pt x="0" y="529"/>
                        <a:pt x="317" y="846"/>
                      </a:cubicBezTo>
                      <a:cubicBezTo>
                        <a:pt x="418" y="947"/>
                        <a:pt x="541" y="992"/>
                        <a:pt x="662" y="992"/>
                      </a:cubicBezTo>
                      <a:cubicBezTo>
                        <a:pt x="918" y="992"/>
                        <a:pt x="1162" y="790"/>
                        <a:pt x="1162" y="502"/>
                      </a:cubicBezTo>
                      <a:cubicBezTo>
                        <a:pt x="1162" y="212"/>
                        <a:pt x="951" y="0"/>
                        <a:pt x="66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" name="Google Shape;271;p2"/>
                <p:cNvSpPr/>
                <p:nvPr/>
              </p:nvSpPr>
              <p:spPr>
                <a:xfrm>
                  <a:off x="1503350" y="4286825"/>
                  <a:ext cx="31725" cy="2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" h="1087" extrusionOk="0">
                      <a:moveTo>
                        <a:pt x="714" y="1"/>
                      </a:moveTo>
                      <a:cubicBezTo>
                        <a:pt x="239" y="1"/>
                        <a:pt x="1" y="582"/>
                        <a:pt x="344" y="925"/>
                      </a:cubicBezTo>
                      <a:cubicBezTo>
                        <a:pt x="447" y="1036"/>
                        <a:pt x="577" y="1087"/>
                        <a:pt x="707" y="1087"/>
                      </a:cubicBezTo>
                      <a:cubicBezTo>
                        <a:pt x="977" y="1087"/>
                        <a:pt x="1242" y="868"/>
                        <a:pt x="1242" y="529"/>
                      </a:cubicBezTo>
                      <a:cubicBezTo>
                        <a:pt x="1269" y="238"/>
                        <a:pt x="1005" y="1"/>
                        <a:pt x="71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2"/>
                <p:cNvSpPr/>
                <p:nvPr/>
              </p:nvSpPr>
              <p:spPr>
                <a:xfrm>
                  <a:off x="755175" y="3900525"/>
                  <a:ext cx="23125" cy="2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5" h="925" extrusionOk="0">
                      <a:moveTo>
                        <a:pt x="476" y="0"/>
                      </a:moveTo>
                      <a:cubicBezTo>
                        <a:pt x="212" y="0"/>
                        <a:pt x="0" y="212"/>
                        <a:pt x="0" y="476"/>
                      </a:cubicBezTo>
                      <a:cubicBezTo>
                        <a:pt x="0" y="713"/>
                        <a:pt x="212" y="925"/>
                        <a:pt x="476" y="925"/>
                      </a:cubicBezTo>
                      <a:cubicBezTo>
                        <a:pt x="714" y="925"/>
                        <a:pt x="925" y="713"/>
                        <a:pt x="925" y="476"/>
                      </a:cubicBezTo>
                      <a:cubicBezTo>
                        <a:pt x="925" y="212"/>
                        <a:pt x="714" y="0"/>
                        <a:pt x="47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" name="Google Shape;273;p2"/>
                <p:cNvSpPr/>
                <p:nvPr/>
              </p:nvSpPr>
              <p:spPr>
                <a:xfrm>
                  <a:off x="1537700" y="3481200"/>
                  <a:ext cx="40975" cy="3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9" h="1426" extrusionOk="0">
                      <a:moveTo>
                        <a:pt x="925" y="0"/>
                      </a:moveTo>
                      <a:cubicBezTo>
                        <a:pt x="317" y="0"/>
                        <a:pt x="0" y="766"/>
                        <a:pt x="423" y="1215"/>
                      </a:cubicBezTo>
                      <a:cubicBezTo>
                        <a:pt x="568" y="1361"/>
                        <a:pt x="747" y="1426"/>
                        <a:pt x="922" y="1426"/>
                      </a:cubicBezTo>
                      <a:cubicBezTo>
                        <a:pt x="1288" y="1426"/>
                        <a:pt x="1638" y="1142"/>
                        <a:pt x="1638" y="713"/>
                      </a:cubicBezTo>
                      <a:cubicBezTo>
                        <a:pt x="1638" y="317"/>
                        <a:pt x="1321" y="0"/>
                        <a:pt x="9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" name="Google Shape;274;p2"/>
                <p:cNvSpPr/>
                <p:nvPr/>
              </p:nvSpPr>
              <p:spPr>
                <a:xfrm>
                  <a:off x="782900" y="3523450"/>
                  <a:ext cx="48900" cy="4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6" h="1676" extrusionOk="0">
                      <a:moveTo>
                        <a:pt x="1110" y="1"/>
                      </a:moveTo>
                      <a:cubicBezTo>
                        <a:pt x="371" y="1"/>
                        <a:pt x="1" y="899"/>
                        <a:pt x="529" y="1427"/>
                      </a:cubicBezTo>
                      <a:cubicBezTo>
                        <a:pt x="701" y="1599"/>
                        <a:pt x="909" y="1676"/>
                        <a:pt x="1113" y="1676"/>
                      </a:cubicBezTo>
                      <a:cubicBezTo>
                        <a:pt x="1535" y="1676"/>
                        <a:pt x="1938" y="1345"/>
                        <a:pt x="1955" y="846"/>
                      </a:cubicBezTo>
                      <a:cubicBezTo>
                        <a:pt x="1955" y="371"/>
                        <a:pt x="1586" y="1"/>
                        <a:pt x="111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" name="Google Shape;275;p2"/>
                <p:cNvSpPr/>
                <p:nvPr/>
              </p:nvSpPr>
              <p:spPr>
                <a:xfrm>
                  <a:off x="763275" y="2777225"/>
                  <a:ext cx="26925" cy="2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7" h="929" extrusionOk="0">
                      <a:moveTo>
                        <a:pt x="571" y="1"/>
                      </a:moveTo>
                      <a:cubicBezTo>
                        <a:pt x="194" y="1"/>
                        <a:pt x="1" y="485"/>
                        <a:pt x="284" y="794"/>
                      </a:cubicBezTo>
                      <a:cubicBezTo>
                        <a:pt x="377" y="887"/>
                        <a:pt x="491" y="928"/>
                        <a:pt x="603" y="928"/>
                      </a:cubicBezTo>
                      <a:cubicBezTo>
                        <a:pt x="844" y="928"/>
                        <a:pt x="1076" y="739"/>
                        <a:pt x="1076" y="451"/>
                      </a:cubicBezTo>
                      <a:cubicBezTo>
                        <a:pt x="1076" y="187"/>
                        <a:pt x="865" y="2"/>
                        <a:pt x="601" y="2"/>
                      </a:cubicBezTo>
                      <a:cubicBezTo>
                        <a:pt x="591" y="1"/>
                        <a:pt x="581" y="1"/>
                        <a:pt x="57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" name="Google Shape;276;p2"/>
                <p:cNvSpPr/>
                <p:nvPr/>
              </p:nvSpPr>
              <p:spPr>
                <a:xfrm>
                  <a:off x="6819900" y="974225"/>
                  <a:ext cx="4427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17" extrusionOk="0">
                      <a:moveTo>
                        <a:pt x="1003" y="1"/>
                      </a:moveTo>
                      <a:cubicBezTo>
                        <a:pt x="818" y="1"/>
                        <a:pt x="629" y="69"/>
                        <a:pt x="476" y="222"/>
                      </a:cubicBezTo>
                      <a:cubicBezTo>
                        <a:pt x="0" y="698"/>
                        <a:pt x="344" y="1516"/>
                        <a:pt x="1004" y="1516"/>
                      </a:cubicBezTo>
                      <a:cubicBezTo>
                        <a:pt x="1427" y="1490"/>
                        <a:pt x="1770" y="1173"/>
                        <a:pt x="1770" y="750"/>
                      </a:cubicBezTo>
                      <a:cubicBezTo>
                        <a:pt x="1770" y="303"/>
                        <a:pt x="1394" y="1"/>
                        <a:pt x="100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" name="Google Shape;277;p2"/>
                <p:cNvSpPr/>
                <p:nvPr/>
              </p:nvSpPr>
              <p:spPr>
                <a:xfrm>
                  <a:off x="5587000" y="1267675"/>
                  <a:ext cx="42950" cy="3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8" h="1479" extrusionOk="0">
                      <a:moveTo>
                        <a:pt x="1005" y="1"/>
                      </a:moveTo>
                      <a:cubicBezTo>
                        <a:pt x="344" y="1"/>
                        <a:pt x="1" y="793"/>
                        <a:pt x="476" y="1269"/>
                      </a:cubicBezTo>
                      <a:cubicBezTo>
                        <a:pt x="621" y="1413"/>
                        <a:pt x="801" y="1478"/>
                        <a:pt x="978" y="1478"/>
                      </a:cubicBezTo>
                      <a:cubicBezTo>
                        <a:pt x="1353" y="1478"/>
                        <a:pt x="1718" y="1188"/>
                        <a:pt x="1718" y="740"/>
                      </a:cubicBezTo>
                      <a:cubicBezTo>
                        <a:pt x="1718" y="344"/>
                        <a:pt x="1401" y="1"/>
                        <a:pt x="100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" name="Google Shape;278;p2"/>
                <p:cNvSpPr/>
                <p:nvPr/>
              </p:nvSpPr>
              <p:spPr>
                <a:xfrm>
                  <a:off x="5804275" y="838450"/>
                  <a:ext cx="38975" cy="3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" h="1311" extrusionOk="0">
                      <a:moveTo>
                        <a:pt x="898" y="1"/>
                      </a:moveTo>
                      <a:cubicBezTo>
                        <a:pt x="291" y="1"/>
                        <a:pt x="0" y="714"/>
                        <a:pt x="423" y="1110"/>
                      </a:cubicBezTo>
                      <a:cubicBezTo>
                        <a:pt x="562" y="1249"/>
                        <a:pt x="732" y="1311"/>
                        <a:pt x="897" y="1311"/>
                      </a:cubicBezTo>
                      <a:cubicBezTo>
                        <a:pt x="1237" y="1311"/>
                        <a:pt x="1559" y="1051"/>
                        <a:pt x="1559" y="661"/>
                      </a:cubicBezTo>
                      <a:cubicBezTo>
                        <a:pt x="1559" y="291"/>
                        <a:pt x="1242" y="1"/>
                        <a:pt x="89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" name="Google Shape;279;p2"/>
                <p:cNvSpPr/>
                <p:nvPr/>
              </p:nvSpPr>
              <p:spPr>
                <a:xfrm>
                  <a:off x="6315375" y="1154750"/>
                  <a:ext cx="33050" cy="3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322" extrusionOk="0">
                      <a:moveTo>
                        <a:pt x="661" y="1"/>
                      </a:moveTo>
                      <a:cubicBezTo>
                        <a:pt x="291" y="1"/>
                        <a:pt x="1" y="292"/>
                        <a:pt x="1" y="661"/>
                      </a:cubicBezTo>
                      <a:cubicBezTo>
                        <a:pt x="1" y="1031"/>
                        <a:pt x="291" y="1322"/>
                        <a:pt x="661" y="1322"/>
                      </a:cubicBezTo>
                      <a:cubicBezTo>
                        <a:pt x="1031" y="1322"/>
                        <a:pt x="1322" y="1031"/>
                        <a:pt x="1322" y="661"/>
                      </a:cubicBezTo>
                      <a:cubicBezTo>
                        <a:pt x="1322" y="292"/>
                        <a:pt x="1031" y="1"/>
                        <a:pt x="6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" name="Google Shape;280;p2"/>
                <p:cNvSpPr/>
                <p:nvPr/>
              </p:nvSpPr>
              <p:spPr>
                <a:xfrm>
                  <a:off x="6045300" y="2040900"/>
                  <a:ext cx="31050" cy="2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" h="1047" extrusionOk="0">
                      <a:moveTo>
                        <a:pt x="758" y="1"/>
                      </a:moveTo>
                      <a:cubicBezTo>
                        <a:pt x="743" y="1"/>
                        <a:pt x="728" y="1"/>
                        <a:pt x="714" y="3"/>
                      </a:cubicBezTo>
                      <a:cubicBezTo>
                        <a:pt x="238" y="3"/>
                        <a:pt x="0" y="558"/>
                        <a:pt x="344" y="901"/>
                      </a:cubicBezTo>
                      <a:cubicBezTo>
                        <a:pt x="453" y="1001"/>
                        <a:pt x="583" y="1046"/>
                        <a:pt x="709" y="1046"/>
                      </a:cubicBezTo>
                      <a:cubicBezTo>
                        <a:pt x="983" y="1046"/>
                        <a:pt x="1242" y="838"/>
                        <a:pt x="1242" y="531"/>
                      </a:cubicBezTo>
                      <a:cubicBezTo>
                        <a:pt x="1242" y="230"/>
                        <a:pt x="1028" y="1"/>
                        <a:pt x="75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" name="Google Shape;281;p2"/>
                <p:cNvSpPr/>
                <p:nvPr/>
              </p:nvSpPr>
              <p:spPr>
                <a:xfrm>
                  <a:off x="6624425" y="1949175"/>
                  <a:ext cx="25775" cy="2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" h="1004" extrusionOk="0">
                      <a:moveTo>
                        <a:pt x="503" y="0"/>
                      </a:moveTo>
                      <a:cubicBezTo>
                        <a:pt x="239" y="0"/>
                        <a:pt x="1" y="212"/>
                        <a:pt x="1" y="502"/>
                      </a:cubicBezTo>
                      <a:cubicBezTo>
                        <a:pt x="1" y="793"/>
                        <a:pt x="239" y="1004"/>
                        <a:pt x="503" y="1004"/>
                      </a:cubicBezTo>
                      <a:cubicBezTo>
                        <a:pt x="793" y="1004"/>
                        <a:pt x="1031" y="793"/>
                        <a:pt x="1031" y="502"/>
                      </a:cubicBezTo>
                      <a:cubicBezTo>
                        <a:pt x="1031" y="212"/>
                        <a:pt x="793" y="0"/>
                        <a:pt x="5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" name="Google Shape;282;p2"/>
                <p:cNvSpPr/>
                <p:nvPr/>
              </p:nvSpPr>
              <p:spPr>
                <a:xfrm>
                  <a:off x="6839050" y="2318975"/>
                  <a:ext cx="43600" cy="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4" h="1505" extrusionOk="0">
                      <a:moveTo>
                        <a:pt x="978" y="0"/>
                      </a:moveTo>
                      <a:cubicBezTo>
                        <a:pt x="317" y="0"/>
                        <a:pt x="0" y="819"/>
                        <a:pt x="449" y="1295"/>
                      </a:cubicBezTo>
                      <a:cubicBezTo>
                        <a:pt x="602" y="1439"/>
                        <a:pt x="791" y="1504"/>
                        <a:pt x="976" y="1504"/>
                      </a:cubicBezTo>
                      <a:cubicBezTo>
                        <a:pt x="1367" y="1504"/>
                        <a:pt x="1744" y="1214"/>
                        <a:pt x="1744" y="766"/>
                      </a:cubicBezTo>
                      <a:cubicBezTo>
                        <a:pt x="1744" y="344"/>
                        <a:pt x="1400" y="0"/>
                        <a:pt x="9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" name="Google Shape;283;p2"/>
                <p:cNvSpPr/>
                <p:nvPr/>
              </p:nvSpPr>
              <p:spPr>
                <a:xfrm>
                  <a:off x="6786875" y="2701975"/>
                  <a:ext cx="30400" cy="2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" h="1018" extrusionOk="0">
                      <a:moveTo>
                        <a:pt x="687" y="0"/>
                      </a:moveTo>
                      <a:cubicBezTo>
                        <a:pt x="238" y="0"/>
                        <a:pt x="1" y="555"/>
                        <a:pt x="318" y="872"/>
                      </a:cubicBezTo>
                      <a:cubicBezTo>
                        <a:pt x="426" y="973"/>
                        <a:pt x="554" y="1017"/>
                        <a:pt x="678" y="1017"/>
                      </a:cubicBezTo>
                      <a:cubicBezTo>
                        <a:pt x="945" y="1017"/>
                        <a:pt x="1198" y="809"/>
                        <a:pt x="1216" y="502"/>
                      </a:cubicBezTo>
                      <a:cubicBezTo>
                        <a:pt x="1216" y="212"/>
                        <a:pt x="978" y="0"/>
                        <a:pt x="68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" name="Google Shape;284;p2"/>
                <p:cNvSpPr/>
                <p:nvPr/>
              </p:nvSpPr>
              <p:spPr>
                <a:xfrm>
                  <a:off x="6275775" y="1501450"/>
                  <a:ext cx="46900" cy="3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6" h="1586" extrusionOk="0">
                      <a:moveTo>
                        <a:pt x="1083" y="0"/>
                      </a:moveTo>
                      <a:cubicBezTo>
                        <a:pt x="370" y="0"/>
                        <a:pt x="0" y="846"/>
                        <a:pt x="502" y="1348"/>
                      </a:cubicBezTo>
                      <a:cubicBezTo>
                        <a:pt x="666" y="1512"/>
                        <a:pt x="870" y="1585"/>
                        <a:pt x="1069" y="1585"/>
                      </a:cubicBezTo>
                      <a:cubicBezTo>
                        <a:pt x="1481" y="1585"/>
                        <a:pt x="1875" y="1273"/>
                        <a:pt x="1875" y="793"/>
                      </a:cubicBezTo>
                      <a:cubicBezTo>
                        <a:pt x="1875" y="344"/>
                        <a:pt x="1506" y="0"/>
                        <a:pt x="108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" name="Google Shape;285;p2"/>
                <p:cNvSpPr/>
                <p:nvPr/>
              </p:nvSpPr>
              <p:spPr>
                <a:xfrm>
                  <a:off x="6277750" y="852975"/>
                  <a:ext cx="43600" cy="3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4" h="1465" extrusionOk="0">
                      <a:moveTo>
                        <a:pt x="1004" y="1"/>
                      </a:moveTo>
                      <a:cubicBezTo>
                        <a:pt x="344" y="1"/>
                        <a:pt x="0" y="793"/>
                        <a:pt x="476" y="1242"/>
                      </a:cubicBezTo>
                      <a:cubicBezTo>
                        <a:pt x="621" y="1396"/>
                        <a:pt x="806" y="1464"/>
                        <a:pt x="989" y="1464"/>
                      </a:cubicBezTo>
                      <a:cubicBezTo>
                        <a:pt x="1370" y="1464"/>
                        <a:pt x="1744" y="1169"/>
                        <a:pt x="1744" y="740"/>
                      </a:cubicBezTo>
                      <a:cubicBezTo>
                        <a:pt x="1744" y="318"/>
                        <a:pt x="1400" y="1"/>
                        <a:pt x="10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" name="Google Shape;286;p2"/>
                <p:cNvSpPr/>
                <p:nvPr/>
              </p:nvSpPr>
              <p:spPr>
                <a:xfrm>
                  <a:off x="5790400" y="1037875"/>
                  <a:ext cx="33700" cy="2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8" h="1152" extrusionOk="0">
                      <a:moveTo>
                        <a:pt x="793" y="1"/>
                      </a:moveTo>
                      <a:cubicBezTo>
                        <a:pt x="265" y="1"/>
                        <a:pt x="1" y="635"/>
                        <a:pt x="370" y="978"/>
                      </a:cubicBezTo>
                      <a:cubicBezTo>
                        <a:pt x="490" y="1098"/>
                        <a:pt x="635" y="1151"/>
                        <a:pt x="777" y="1151"/>
                      </a:cubicBezTo>
                      <a:cubicBezTo>
                        <a:pt x="1071" y="1151"/>
                        <a:pt x="1348" y="921"/>
                        <a:pt x="1348" y="582"/>
                      </a:cubicBezTo>
                      <a:cubicBezTo>
                        <a:pt x="1348" y="265"/>
                        <a:pt x="1110" y="1"/>
                        <a:pt x="7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" name="Google Shape;287;p2"/>
                <p:cNvSpPr/>
                <p:nvPr/>
              </p:nvSpPr>
              <p:spPr>
                <a:xfrm>
                  <a:off x="4704775" y="852975"/>
                  <a:ext cx="41625" cy="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1427" extrusionOk="0">
                      <a:moveTo>
                        <a:pt x="951" y="1"/>
                      </a:moveTo>
                      <a:cubicBezTo>
                        <a:pt x="317" y="1"/>
                        <a:pt x="0" y="767"/>
                        <a:pt x="449" y="1216"/>
                      </a:cubicBezTo>
                      <a:cubicBezTo>
                        <a:pt x="595" y="1361"/>
                        <a:pt x="774" y="1426"/>
                        <a:pt x="949" y="1426"/>
                      </a:cubicBezTo>
                      <a:cubicBezTo>
                        <a:pt x="1314" y="1426"/>
                        <a:pt x="1664" y="1142"/>
                        <a:pt x="1664" y="714"/>
                      </a:cubicBezTo>
                      <a:cubicBezTo>
                        <a:pt x="1664" y="318"/>
                        <a:pt x="1348" y="1"/>
                        <a:pt x="95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" name="Google Shape;288;p2"/>
                <p:cNvSpPr/>
                <p:nvPr/>
              </p:nvSpPr>
              <p:spPr>
                <a:xfrm>
                  <a:off x="4248475" y="2602250"/>
                  <a:ext cx="28400" cy="2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6" h="955" extrusionOk="0">
                      <a:moveTo>
                        <a:pt x="634" y="1"/>
                      </a:moveTo>
                      <a:cubicBezTo>
                        <a:pt x="211" y="1"/>
                        <a:pt x="0" y="503"/>
                        <a:pt x="317" y="820"/>
                      </a:cubicBezTo>
                      <a:cubicBezTo>
                        <a:pt x="410" y="912"/>
                        <a:pt x="527" y="954"/>
                        <a:pt x="643" y="954"/>
                      </a:cubicBezTo>
                      <a:cubicBezTo>
                        <a:pt x="891" y="954"/>
                        <a:pt x="1136" y="764"/>
                        <a:pt x="1136" y="476"/>
                      </a:cubicBezTo>
                      <a:cubicBezTo>
                        <a:pt x="1110" y="212"/>
                        <a:pt x="898" y="1"/>
                        <a:pt x="63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" name="Google Shape;289;p2"/>
                <p:cNvSpPr/>
                <p:nvPr/>
              </p:nvSpPr>
              <p:spPr>
                <a:xfrm>
                  <a:off x="4117725" y="3023575"/>
                  <a:ext cx="45575" cy="3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554" extrusionOk="0">
                      <a:moveTo>
                        <a:pt x="1057" y="0"/>
                      </a:moveTo>
                      <a:cubicBezTo>
                        <a:pt x="343" y="0"/>
                        <a:pt x="0" y="819"/>
                        <a:pt x="502" y="1321"/>
                      </a:cubicBezTo>
                      <a:cubicBezTo>
                        <a:pt x="654" y="1482"/>
                        <a:pt x="845" y="1553"/>
                        <a:pt x="1033" y="1553"/>
                      </a:cubicBezTo>
                      <a:cubicBezTo>
                        <a:pt x="1432" y="1553"/>
                        <a:pt x="1823" y="1233"/>
                        <a:pt x="1823" y="766"/>
                      </a:cubicBezTo>
                      <a:cubicBezTo>
                        <a:pt x="1823" y="344"/>
                        <a:pt x="1479" y="0"/>
                        <a:pt x="1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" name="Google Shape;290;p2"/>
                <p:cNvSpPr/>
                <p:nvPr/>
              </p:nvSpPr>
              <p:spPr>
                <a:xfrm>
                  <a:off x="3732725" y="3346475"/>
                  <a:ext cx="34375" cy="2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177" extrusionOk="0">
                      <a:moveTo>
                        <a:pt x="793" y="1"/>
                      </a:moveTo>
                      <a:cubicBezTo>
                        <a:pt x="238" y="1"/>
                        <a:pt x="1" y="635"/>
                        <a:pt x="370" y="1004"/>
                      </a:cubicBezTo>
                      <a:cubicBezTo>
                        <a:pt x="489" y="1124"/>
                        <a:pt x="636" y="1177"/>
                        <a:pt x="780" y="1177"/>
                      </a:cubicBezTo>
                      <a:cubicBezTo>
                        <a:pt x="1083" y="1177"/>
                        <a:pt x="1374" y="940"/>
                        <a:pt x="1374" y="582"/>
                      </a:cubicBezTo>
                      <a:cubicBezTo>
                        <a:pt x="1374" y="265"/>
                        <a:pt x="1110" y="1"/>
                        <a:pt x="7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7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4"/>
          <p:cNvGrpSpPr/>
          <p:nvPr/>
        </p:nvGrpSpPr>
        <p:grpSpPr>
          <a:xfrm>
            <a:off x="-230683" y="3466303"/>
            <a:ext cx="3832400" cy="1821650"/>
            <a:chOff x="-240925" y="3502150"/>
            <a:chExt cx="3832400" cy="1821650"/>
          </a:xfrm>
        </p:grpSpPr>
        <p:grpSp>
          <p:nvGrpSpPr>
            <p:cNvPr id="576" name="Google Shape;576;p4"/>
            <p:cNvGrpSpPr/>
            <p:nvPr/>
          </p:nvGrpSpPr>
          <p:grpSpPr>
            <a:xfrm>
              <a:off x="-240925" y="3502150"/>
              <a:ext cx="3832400" cy="1821650"/>
              <a:chOff x="-240925" y="3502150"/>
              <a:chExt cx="3832400" cy="1821650"/>
            </a:xfrm>
          </p:grpSpPr>
          <p:sp>
            <p:nvSpPr>
              <p:cNvPr id="577" name="Google Shape;577;p4"/>
              <p:cNvSpPr/>
              <p:nvPr/>
            </p:nvSpPr>
            <p:spPr>
              <a:xfrm>
                <a:off x="-182875" y="3502150"/>
                <a:ext cx="2809875" cy="1821650"/>
              </a:xfrm>
              <a:custGeom>
                <a:avLst/>
                <a:gdLst/>
                <a:ahLst/>
                <a:cxnLst/>
                <a:rect l="l" t="t" r="r" b="b"/>
                <a:pathLst>
                  <a:path w="112395" h="72866" extrusionOk="0">
                    <a:moveTo>
                      <a:pt x="112395" y="72866"/>
                    </a:moveTo>
                    <a:lnTo>
                      <a:pt x="77628" y="60008"/>
                    </a:lnTo>
                    <a:lnTo>
                      <a:pt x="46177" y="70012"/>
                    </a:lnTo>
                    <a:lnTo>
                      <a:pt x="41557" y="45294"/>
                    </a:lnTo>
                    <a:lnTo>
                      <a:pt x="20955" y="55721"/>
                    </a:lnTo>
                    <a:lnTo>
                      <a:pt x="13811" y="30004"/>
                    </a:lnTo>
                    <a:lnTo>
                      <a:pt x="21907" y="13335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/>
              <a:lstStyle/>
              <a:p>
                <a:endParaRPr lang="bs-Latn-BA"/>
              </a:p>
            </p:txBody>
          </p:sp>
          <p:sp>
            <p:nvSpPr>
              <p:cNvPr id="578" name="Google Shape;578;p4"/>
              <p:cNvSpPr/>
              <p:nvPr/>
            </p:nvSpPr>
            <p:spPr>
              <a:xfrm>
                <a:off x="-173700" y="3507450"/>
                <a:ext cx="3765175" cy="1776125"/>
              </a:xfrm>
              <a:custGeom>
                <a:avLst/>
                <a:gdLst/>
                <a:ahLst/>
                <a:cxnLst/>
                <a:rect l="l" t="t" r="r" b="b"/>
                <a:pathLst>
                  <a:path w="150607" h="71045" extrusionOk="0">
                    <a:moveTo>
                      <a:pt x="0" y="0"/>
                    </a:moveTo>
                    <a:lnTo>
                      <a:pt x="13354" y="29842"/>
                    </a:lnTo>
                    <a:lnTo>
                      <a:pt x="41238" y="45047"/>
                    </a:lnTo>
                    <a:lnTo>
                      <a:pt x="28912" y="71045"/>
                    </a:lnTo>
                    <a:lnTo>
                      <a:pt x="20593" y="55512"/>
                    </a:lnTo>
                    <a:lnTo>
                      <a:pt x="77321" y="59839"/>
                    </a:lnTo>
                    <a:lnTo>
                      <a:pt x="104663" y="51323"/>
                    </a:lnTo>
                    <a:lnTo>
                      <a:pt x="121696" y="70373"/>
                    </a:lnTo>
                    <a:lnTo>
                      <a:pt x="140970" y="60960"/>
                    </a:lnTo>
                    <a:lnTo>
                      <a:pt x="150607" y="68356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/>
              <a:lstStyle/>
              <a:p>
                <a:endParaRPr lang="bs-Latn-BA"/>
              </a:p>
            </p:txBody>
          </p:sp>
          <p:sp>
            <p:nvSpPr>
              <p:cNvPr id="579" name="Google Shape;579;p4"/>
              <p:cNvSpPr/>
              <p:nvPr/>
            </p:nvSpPr>
            <p:spPr>
              <a:xfrm>
                <a:off x="-240925" y="4252925"/>
                <a:ext cx="582050" cy="778525"/>
              </a:xfrm>
              <a:custGeom>
                <a:avLst/>
                <a:gdLst/>
                <a:ahLst/>
                <a:cxnLst/>
                <a:rect l="l" t="t" r="r" b="b"/>
                <a:pathLst>
                  <a:path w="23282" h="31141" extrusionOk="0">
                    <a:moveTo>
                      <a:pt x="16114" y="0"/>
                    </a:moveTo>
                    <a:lnTo>
                      <a:pt x="0" y="12091"/>
                    </a:lnTo>
                    <a:lnTo>
                      <a:pt x="2017" y="31141"/>
                    </a:lnTo>
                    <a:lnTo>
                      <a:pt x="23282" y="25622"/>
                    </a:lnTo>
                    <a:lnTo>
                      <a:pt x="224" y="1231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/>
              <a:lstStyle/>
              <a:p>
                <a:endParaRPr lang="bs-Latn-BA"/>
              </a:p>
            </p:txBody>
          </p:sp>
          <p:cxnSp>
            <p:nvCxnSpPr>
              <p:cNvPr id="580" name="Google Shape;580;p4"/>
              <p:cNvCxnSpPr/>
              <p:nvPr/>
            </p:nvCxnSpPr>
            <p:spPr>
              <a:xfrm flipH="1">
                <a:off x="2005275" y="4791150"/>
                <a:ext cx="444000" cy="472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cxnSp>
        </p:grpSp>
        <p:grpSp>
          <p:nvGrpSpPr>
            <p:cNvPr id="581" name="Google Shape;581;p4"/>
            <p:cNvGrpSpPr/>
            <p:nvPr/>
          </p:nvGrpSpPr>
          <p:grpSpPr>
            <a:xfrm>
              <a:off x="137875" y="3820221"/>
              <a:ext cx="2319521" cy="1201050"/>
              <a:chOff x="137875" y="3820221"/>
              <a:chExt cx="2319521" cy="1201050"/>
            </a:xfrm>
          </p:grpSpPr>
          <p:sp>
            <p:nvSpPr>
              <p:cNvPr id="582" name="Google Shape;582;p4"/>
              <p:cNvSpPr/>
              <p:nvPr/>
            </p:nvSpPr>
            <p:spPr>
              <a:xfrm>
                <a:off x="137875" y="4231350"/>
                <a:ext cx="48600" cy="4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4"/>
              <p:cNvSpPr/>
              <p:nvPr/>
            </p:nvSpPr>
            <p:spPr>
              <a:xfrm>
                <a:off x="347246" y="3820221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4"/>
              <p:cNvSpPr/>
              <p:nvPr/>
            </p:nvSpPr>
            <p:spPr>
              <a:xfrm>
                <a:off x="829925" y="4616950"/>
                <a:ext cx="48600" cy="4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4"/>
              <p:cNvSpPr/>
              <p:nvPr/>
            </p:nvSpPr>
            <p:spPr>
              <a:xfrm>
                <a:off x="316650" y="4869775"/>
                <a:ext cx="48600" cy="4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4"/>
              <p:cNvSpPr/>
              <p:nvPr/>
            </p:nvSpPr>
            <p:spPr>
              <a:xfrm>
                <a:off x="1744096" y="4984671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4"/>
              <p:cNvSpPr/>
              <p:nvPr/>
            </p:nvSpPr>
            <p:spPr>
              <a:xfrm>
                <a:off x="2420796" y="4775271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588" name="Google Shape;58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286"/>
            <a:ext cx="9144000" cy="5148071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0" name="Google Shape;590;p4"/>
          <p:cNvSpPr txBox="1">
            <a:spLocks noGrp="1"/>
          </p:cNvSpPr>
          <p:nvPr>
            <p:ph type="body" idx="1"/>
          </p:nvPr>
        </p:nvSpPr>
        <p:spPr>
          <a:xfrm>
            <a:off x="713250" y="1316736"/>
            <a:ext cx="77175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3" name="Google Shape;593;p5"/>
          <p:cNvGrpSpPr/>
          <p:nvPr/>
        </p:nvGrpSpPr>
        <p:grpSpPr>
          <a:xfrm>
            <a:off x="7415784" y="-91440"/>
            <a:ext cx="1909200" cy="3513450"/>
            <a:chOff x="7415784" y="-91440"/>
            <a:chExt cx="1909200" cy="3513450"/>
          </a:xfrm>
        </p:grpSpPr>
        <p:grpSp>
          <p:nvGrpSpPr>
            <p:cNvPr id="594" name="Google Shape;594;p5"/>
            <p:cNvGrpSpPr/>
            <p:nvPr/>
          </p:nvGrpSpPr>
          <p:grpSpPr>
            <a:xfrm>
              <a:off x="7415784" y="-91440"/>
              <a:ext cx="1909200" cy="3513450"/>
              <a:chOff x="7425300" y="-36825"/>
              <a:chExt cx="1909200" cy="3513450"/>
            </a:xfrm>
          </p:grpSpPr>
          <p:sp>
            <p:nvSpPr>
              <p:cNvPr id="595" name="Google Shape;595;p5"/>
              <p:cNvSpPr/>
              <p:nvPr/>
            </p:nvSpPr>
            <p:spPr>
              <a:xfrm>
                <a:off x="8167700" y="809625"/>
                <a:ext cx="11668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46672" h="106680" extrusionOk="0">
                    <a:moveTo>
                      <a:pt x="46672" y="0"/>
                    </a:moveTo>
                    <a:lnTo>
                      <a:pt x="25241" y="8573"/>
                    </a:lnTo>
                    <a:lnTo>
                      <a:pt x="10953" y="20955"/>
                    </a:lnTo>
                    <a:lnTo>
                      <a:pt x="24765" y="35243"/>
                    </a:lnTo>
                    <a:lnTo>
                      <a:pt x="25279" y="8531"/>
                    </a:lnTo>
                    <a:lnTo>
                      <a:pt x="45720" y="34766"/>
                    </a:lnTo>
                    <a:lnTo>
                      <a:pt x="24800" y="35207"/>
                    </a:lnTo>
                    <a:lnTo>
                      <a:pt x="0" y="63341"/>
                    </a:lnTo>
                    <a:lnTo>
                      <a:pt x="30114" y="86804"/>
                    </a:lnTo>
                    <a:lnTo>
                      <a:pt x="24800" y="35207"/>
                    </a:lnTo>
                    <a:lnTo>
                      <a:pt x="46672" y="58579"/>
                    </a:lnTo>
                    <a:lnTo>
                      <a:pt x="30003" y="86678"/>
                    </a:lnTo>
                    <a:lnTo>
                      <a:pt x="21907" y="106680"/>
                    </a:lnTo>
                    <a:lnTo>
                      <a:pt x="43338" y="97155"/>
                    </a:lnTo>
                    <a:lnTo>
                      <a:pt x="30061" y="86697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/>
              <a:lstStyle/>
              <a:p>
                <a:endParaRPr lang="bs-Latn-BA"/>
              </a:p>
            </p:txBody>
          </p:sp>
          <p:sp>
            <p:nvSpPr>
              <p:cNvPr id="596" name="Google Shape;596;p5"/>
              <p:cNvSpPr/>
              <p:nvPr/>
            </p:nvSpPr>
            <p:spPr>
              <a:xfrm>
                <a:off x="7425300" y="-36825"/>
                <a:ext cx="1889200" cy="1369125"/>
              </a:xfrm>
              <a:custGeom>
                <a:avLst/>
                <a:gdLst/>
                <a:ahLst/>
                <a:cxnLst/>
                <a:rect l="l" t="t" r="r" b="b"/>
                <a:pathLst>
                  <a:path w="75568" h="54765" extrusionOk="0">
                    <a:moveTo>
                      <a:pt x="54939" y="42520"/>
                    </a:moveTo>
                    <a:lnTo>
                      <a:pt x="37152" y="19050"/>
                    </a:lnTo>
                    <a:lnTo>
                      <a:pt x="75568" y="31153"/>
                    </a:lnTo>
                    <a:lnTo>
                      <a:pt x="73568" y="3999"/>
                    </a:lnTo>
                    <a:lnTo>
                      <a:pt x="37047" y="19050"/>
                    </a:lnTo>
                    <a:lnTo>
                      <a:pt x="34100" y="0"/>
                    </a:lnTo>
                    <a:lnTo>
                      <a:pt x="0" y="7051"/>
                    </a:lnTo>
                    <a:lnTo>
                      <a:pt x="37152" y="19155"/>
                    </a:lnTo>
                    <a:lnTo>
                      <a:pt x="40697" y="5476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/>
              <a:lstStyle/>
              <a:p>
                <a:endParaRPr lang="bs-Latn-BA"/>
              </a:p>
            </p:txBody>
          </p:sp>
        </p:grpSp>
        <p:grpSp>
          <p:nvGrpSpPr>
            <p:cNvPr id="597" name="Google Shape;597;p5"/>
            <p:cNvGrpSpPr/>
            <p:nvPr/>
          </p:nvGrpSpPr>
          <p:grpSpPr>
            <a:xfrm>
              <a:off x="8323975" y="362525"/>
              <a:ext cx="607650" cy="2583450"/>
              <a:chOff x="8323975" y="362525"/>
              <a:chExt cx="607650" cy="2583450"/>
            </a:xfrm>
          </p:grpSpPr>
          <p:sp>
            <p:nvSpPr>
              <p:cNvPr id="598" name="Google Shape;598;p5"/>
              <p:cNvSpPr/>
              <p:nvPr/>
            </p:nvSpPr>
            <p:spPr>
              <a:xfrm>
                <a:off x="8323975" y="36252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5"/>
              <p:cNvSpPr/>
              <p:nvPr/>
            </p:nvSpPr>
            <p:spPr>
              <a:xfrm>
                <a:off x="8768050" y="95247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5"/>
              <p:cNvSpPr/>
              <p:nvPr/>
            </p:nvSpPr>
            <p:spPr>
              <a:xfrm>
                <a:off x="8420024" y="1263525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5"/>
              <p:cNvSpPr/>
              <p:nvPr/>
            </p:nvSpPr>
            <p:spPr>
              <a:xfrm>
                <a:off x="8755175" y="161322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5"/>
              <p:cNvSpPr/>
              <p:nvPr/>
            </p:nvSpPr>
            <p:spPr>
              <a:xfrm>
                <a:off x="8886025" y="290037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03" name="Google Shape;603;p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4" name="Google Shape;604;p5"/>
          <p:cNvSpPr txBox="1">
            <a:spLocks noGrp="1"/>
          </p:cNvSpPr>
          <p:nvPr>
            <p:ph type="subTitle" idx="1"/>
          </p:nvPr>
        </p:nvSpPr>
        <p:spPr>
          <a:xfrm>
            <a:off x="4750600" y="3828535"/>
            <a:ext cx="25146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05" name="Google Shape;605;p5"/>
          <p:cNvSpPr txBox="1">
            <a:spLocks noGrp="1"/>
          </p:cNvSpPr>
          <p:nvPr>
            <p:ph type="subTitle" idx="2"/>
          </p:nvPr>
        </p:nvSpPr>
        <p:spPr>
          <a:xfrm>
            <a:off x="1878800" y="3828535"/>
            <a:ext cx="25146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06" name="Google Shape;606;p5"/>
          <p:cNvSpPr txBox="1">
            <a:spLocks noGrp="1"/>
          </p:cNvSpPr>
          <p:nvPr>
            <p:ph type="subTitle" idx="3"/>
          </p:nvPr>
        </p:nvSpPr>
        <p:spPr>
          <a:xfrm>
            <a:off x="4750600" y="3371336"/>
            <a:ext cx="2514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07" name="Google Shape;607;p5"/>
          <p:cNvSpPr txBox="1">
            <a:spLocks noGrp="1"/>
          </p:cNvSpPr>
          <p:nvPr>
            <p:ph type="subTitle" idx="4"/>
          </p:nvPr>
        </p:nvSpPr>
        <p:spPr>
          <a:xfrm>
            <a:off x="1878800" y="3371336"/>
            <a:ext cx="2514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608" name="Google Shape;608;p5"/>
          <p:cNvGrpSpPr/>
          <p:nvPr/>
        </p:nvGrpSpPr>
        <p:grpSpPr>
          <a:xfrm rot="5400000">
            <a:off x="-1324880" y="2961656"/>
            <a:ext cx="3418275" cy="1134275"/>
            <a:chOff x="3407175" y="4321275"/>
            <a:chExt cx="3418275" cy="1134275"/>
          </a:xfrm>
        </p:grpSpPr>
        <p:grpSp>
          <p:nvGrpSpPr>
            <p:cNvPr id="609" name="Google Shape;609;p5"/>
            <p:cNvGrpSpPr/>
            <p:nvPr/>
          </p:nvGrpSpPr>
          <p:grpSpPr>
            <a:xfrm>
              <a:off x="3407175" y="4337800"/>
              <a:ext cx="3418275" cy="1117750"/>
              <a:chOff x="3739913" y="4337800"/>
              <a:chExt cx="3418275" cy="1117750"/>
            </a:xfrm>
          </p:grpSpPr>
          <p:sp>
            <p:nvSpPr>
              <p:cNvPr id="610" name="Google Shape;610;p5"/>
              <p:cNvSpPr/>
              <p:nvPr/>
            </p:nvSpPr>
            <p:spPr>
              <a:xfrm>
                <a:off x="3739913" y="4337800"/>
                <a:ext cx="3112025" cy="1117750"/>
              </a:xfrm>
              <a:custGeom>
                <a:avLst/>
                <a:gdLst/>
                <a:ahLst/>
                <a:cxnLst/>
                <a:rect l="l" t="t" r="r" b="b"/>
                <a:pathLst>
                  <a:path w="124481" h="44710" extrusionOk="0">
                    <a:moveTo>
                      <a:pt x="124481" y="17672"/>
                    </a:moveTo>
                    <a:lnTo>
                      <a:pt x="107139" y="30422"/>
                    </a:lnTo>
                    <a:lnTo>
                      <a:pt x="94757" y="44710"/>
                    </a:lnTo>
                    <a:lnTo>
                      <a:pt x="80469" y="30898"/>
                    </a:lnTo>
                    <a:lnTo>
                      <a:pt x="107181" y="30384"/>
                    </a:lnTo>
                    <a:lnTo>
                      <a:pt x="104734" y="0"/>
                    </a:lnTo>
                    <a:lnTo>
                      <a:pt x="80505" y="30863"/>
                    </a:lnTo>
                    <a:lnTo>
                      <a:pt x="28039" y="39584"/>
                    </a:lnTo>
                    <a:lnTo>
                      <a:pt x="28908" y="25549"/>
                    </a:lnTo>
                    <a:lnTo>
                      <a:pt x="80505" y="30863"/>
                    </a:lnTo>
                    <a:lnTo>
                      <a:pt x="57233" y="15998"/>
                    </a:lnTo>
                    <a:lnTo>
                      <a:pt x="29034" y="25660"/>
                    </a:lnTo>
                    <a:lnTo>
                      <a:pt x="0" y="34801"/>
                    </a:lnTo>
                    <a:lnTo>
                      <a:pt x="18557" y="12325"/>
                    </a:lnTo>
                    <a:lnTo>
                      <a:pt x="29015" y="25602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/>
              <a:lstStyle/>
              <a:p>
                <a:endParaRPr lang="bs-Latn-BA"/>
              </a:p>
            </p:txBody>
          </p:sp>
          <p:sp>
            <p:nvSpPr>
              <p:cNvPr id="611" name="Google Shape;611;p5"/>
              <p:cNvSpPr/>
              <p:nvPr/>
            </p:nvSpPr>
            <p:spPr>
              <a:xfrm>
                <a:off x="6362388" y="4341925"/>
                <a:ext cx="795800" cy="837025"/>
              </a:xfrm>
              <a:custGeom>
                <a:avLst/>
                <a:gdLst/>
                <a:ahLst/>
                <a:cxnLst/>
                <a:rect l="l" t="t" r="r" b="b"/>
                <a:pathLst>
                  <a:path w="31832" h="33481" extrusionOk="0">
                    <a:moveTo>
                      <a:pt x="0" y="0"/>
                    </a:moveTo>
                    <a:lnTo>
                      <a:pt x="19674" y="17507"/>
                    </a:lnTo>
                    <a:lnTo>
                      <a:pt x="31832" y="33481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/>
              <a:lstStyle/>
              <a:p>
                <a:endParaRPr lang="bs-Latn-BA"/>
              </a:p>
            </p:txBody>
          </p:sp>
        </p:grpSp>
        <p:grpSp>
          <p:nvGrpSpPr>
            <p:cNvPr id="612" name="Google Shape;612;p5"/>
            <p:cNvGrpSpPr/>
            <p:nvPr/>
          </p:nvGrpSpPr>
          <p:grpSpPr>
            <a:xfrm>
              <a:off x="3852801" y="4321275"/>
              <a:ext cx="2252995" cy="802900"/>
              <a:chOff x="3852801" y="4321275"/>
              <a:chExt cx="2252995" cy="802900"/>
            </a:xfrm>
          </p:grpSpPr>
          <p:sp>
            <p:nvSpPr>
              <p:cNvPr id="613" name="Google Shape;613;p5"/>
              <p:cNvSpPr/>
              <p:nvPr/>
            </p:nvSpPr>
            <p:spPr>
              <a:xfrm>
                <a:off x="3852801" y="4630825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5"/>
              <p:cNvSpPr/>
              <p:nvPr/>
            </p:nvSpPr>
            <p:spPr>
              <a:xfrm>
                <a:off x="4109400" y="495402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5"/>
              <p:cNvSpPr/>
              <p:nvPr/>
            </p:nvSpPr>
            <p:spPr>
              <a:xfrm>
                <a:off x="6004300" y="432127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5"/>
              <p:cNvSpPr/>
              <p:nvPr/>
            </p:nvSpPr>
            <p:spPr>
              <a:xfrm>
                <a:off x="6060196" y="507857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5"/>
              <p:cNvSpPr/>
              <p:nvPr/>
            </p:nvSpPr>
            <p:spPr>
              <a:xfrm>
                <a:off x="4818237" y="4721806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7"/>
          <p:cNvSpPr txBox="1">
            <a:spLocks noGrp="1"/>
          </p:cNvSpPr>
          <p:nvPr>
            <p:ph type="title"/>
          </p:nvPr>
        </p:nvSpPr>
        <p:spPr>
          <a:xfrm>
            <a:off x="713225" y="925775"/>
            <a:ext cx="36801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p7"/>
          <p:cNvSpPr txBox="1">
            <a:spLocks noGrp="1"/>
          </p:cNvSpPr>
          <p:nvPr>
            <p:ph type="subTitle" idx="1"/>
          </p:nvPr>
        </p:nvSpPr>
        <p:spPr>
          <a:xfrm>
            <a:off x="713225" y="2205929"/>
            <a:ext cx="3680100" cy="20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625" name="Google Shape;625;p7"/>
          <p:cNvGrpSpPr/>
          <p:nvPr/>
        </p:nvGrpSpPr>
        <p:grpSpPr>
          <a:xfrm>
            <a:off x="5345959" y="-220973"/>
            <a:ext cx="3845666" cy="5585448"/>
            <a:chOff x="5345959" y="-220973"/>
            <a:chExt cx="3845666" cy="5585448"/>
          </a:xfrm>
        </p:grpSpPr>
        <p:grpSp>
          <p:nvGrpSpPr>
            <p:cNvPr id="626" name="Google Shape;626;p7"/>
            <p:cNvGrpSpPr/>
            <p:nvPr/>
          </p:nvGrpSpPr>
          <p:grpSpPr>
            <a:xfrm>
              <a:off x="5643525" y="4230198"/>
              <a:ext cx="3548100" cy="1134277"/>
              <a:chOff x="3277350" y="4321275"/>
              <a:chExt cx="3548100" cy="1134277"/>
            </a:xfrm>
          </p:grpSpPr>
          <p:grpSp>
            <p:nvGrpSpPr>
              <p:cNvPr id="627" name="Google Shape;627;p7"/>
              <p:cNvGrpSpPr/>
              <p:nvPr/>
            </p:nvGrpSpPr>
            <p:grpSpPr>
              <a:xfrm>
                <a:off x="3277350" y="4337802"/>
                <a:ext cx="3548100" cy="1117750"/>
                <a:chOff x="3610088" y="4337802"/>
                <a:chExt cx="3548100" cy="1117750"/>
              </a:xfrm>
            </p:grpSpPr>
            <p:sp>
              <p:nvSpPr>
                <p:cNvPr id="628" name="Google Shape;628;p7"/>
                <p:cNvSpPr/>
                <p:nvPr/>
              </p:nvSpPr>
              <p:spPr>
                <a:xfrm>
                  <a:off x="3610088" y="4337802"/>
                  <a:ext cx="3241850" cy="111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674" h="44710" extrusionOk="0">
                      <a:moveTo>
                        <a:pt x="129674" y="17672"/>
                      </a:moveTo>
                      <a:lnTo>
                        <a:pt x="112332" y="30422"/>
                      </a:lnTo>
                      <a:lnTo>
                        <a:pt x="99950" y="44710"/>
                      </a:lnTo>
                      <a:lnTo>
                        <a:pt x="85662" y="30898"/>
                      </a:lnTo>
                      <a:lnTo>
                        <a:pt x="112374" y="30384"/>
                      </a:lnTo>
                      <a:lnTo>
                        <a:pt x="109927" y="0"/>
                      </a:lnTo>
                      <a:lnTo>
                        <a:pt x="85698" y="30863"/>
                      </a:lnTo>
                      <a:lnTo>
                        <a:pt x="33232" y="39584"/>
                      </a:lnTo>
                      <a:lnTo>
                        <a:pt x="34101" y="25549"/>
                      </a:lnTo>
                      <a:lnTo>
                        <a:pt x="85698" y="30863"/>
                      </a:lnTo>
                      <a:lnTo>
                        <a:pt x="62426" y="15998"/>
                      </a:lnTo>
                      <a:lnTo>
                        <a:pt x="34227" y="25660"/>
                      </a:lnTo>
                      <a:lnTo>
                        <a:pt x="0" y="39194"/>
                      </a:lnTo>
                      <a:lnTo>
                        <a:pt x="23750" y="12325"/>
                      </a:lnTo>
                      <a:lnTo>
                        <a:pt x="34208" y="2560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/>
                <a:lstStyle/>
                <a:p>
                  <a:endParaRPr lang="bs-Latn-BA"/>
                </a:p>
              </p:txBody>
            </p:sp>
            <p:sp>
              <p:nvSpPr>
                <p:cNvPr id="629" name="Google Shape;629;p7"/>
                <p:cNvSpPr/>
                <p:nvPr/>
              </p:nvSpPr>
              <p:spPr>
                <a:xfrm>
                  <a:off x="6362388" y="4341925"/>
                  <a:ext cx="795800" cy="83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32" h="33481" extrusionOk="0">
                      <a:moveTo>
                        <a:pt x="0" y="0"/>
                      </a:moveTo>
                      <a:lnTo>
                        <a:pt x="19674" y="17507"/>
                      </a:lnTo>
                      <a:lnTo>
                        <a:pt x="31832" y="3348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/>
                <a:lstStyle/>
                <a:p>
                  <a:endParaRPr lang="bs-Latn-BA"/>
                </a:p>
              </p:txBody>
            </p:sp>
          </p:grpSp>
          <p:grpSp>
            <p:nvGrpSpPr>
              <p:cNvPr id="630" name="Google Shape;630;p7"/>
              <p:cNvGrpSpPr/>
              <p:nvPr/>
            </p:nvGrpSpPr>
            <p:grpSpPr>
              <a:xfrm>
                <a:off x="3852801" y="4321275"/>
                <a:ext cx="2252995" cy="802900"/>
                <a:chOff x="3852801" y="4321275"/>
                <a:chExt cx="2252995" cy="802900"/>
              </a:xfrm>
            </p:grpSpPr>
            <p:sp>
              <p:nvSpPr>
                <p:cNvPr id="631" name="Google Shape;631;p7"/>
                <p:cNvSpPr/>
                <p:nvPr/>
              </p:nvSpPr>
              <p:spPr>
                <a:xfrm>
                  <a:off x="3852801" y="4630825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" name="Google Shape;632;p7"/>
                <p:cNvSpPr/>
                <p:nvPr/>
              </p:nvSpPr>
              <p:spPr>
                <a:xfrm>
                  <a:off x="4109400" y="495402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" name="Google Shape;633;p7"/>
                <p:cNvSpPr/>
                <p:nvPr/>
              </p:nvSpPr>
              <p:spPr>
                <a:xfrm>
                  <a:off x="6004300" y="43212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" name="Google Shape;634;p7"/>
                <p:cNvSpPr/>
                <p:nvPr/>
              </p:nvSpPr>
              <p:spPr>
                <a:xfrm>
                  <a:off x="6060196" y="50785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7"/>
                <p:cNvSpPr/>
                <p:nvPr/>
              </p:nvSpPr>
              <p:spPr>
                <a:xfrm>
                  <a:off x="4818237" y="4721806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36" name="Google Shape;636;p7"/>
            <p:cNvGrpSpPr/>
            <p:nvPr/>
          </p:nvGrpSpPr>
          <p:grpSpPr>
            <a:xfrm rot="5400000" flipH="1">
              <a:off x="6439460" y="-1314474"/>
              <a:ext cx="1658665" cy="3845666"/>
              <a:chOff x="7666319" y="-423656"/>
              <a:chExt cx="1658665" cy="3845666"/>
            </a:xfrm>
          </p:grpSpPr>
          <p:grpSp>
            <p:nvGrpSpPr>
              <p:cNvPr id="637" name="Google Shape;637;p7"/>
              <p:cNvGrpSpPr/>
              <p:nvPr/>
            </p:nvGrpSpPr>
            <p:grpSpPr>
              <a:xfrm>
                <a:off x="7666319" y="-423656"/>
                <a:ext cx="1658665" cy="3845666"/>
                <a:chOff x="7675835" y="-369041"/>
                <a:chExt cx="1658665" cy="3845666"/>
              </a:xfrm>
            </p:grpSpPr>
            <p:sp>
              <p:nvSpPr>
                <p:cNvPr id="638" name="Google Shape;638;p7"/>
                <p:cNvSpPr/>
                <p:nvPr/>
              </p:nvSpPr>
              <p:spPr>
                <a:xfrm>
                  <a:off x="8167700" y="809625"/>
                  <a:ext cx="1166800" cy="266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72" h="106680" extrusionOk="0">
                      <a:moveTo>
                        <a:pt x="46672" y="0"/>
                      </a:moveTo>
                      <a:lnTo>
                        <a:pt x="25241" y="8573"/>
                      </a:lnTo>
                      <a:lnTo>
                        <a:pt x="10953" y="20955"/>
                      </a:lnTo>
                      <a:lnTo>
                        <a:pt x="24765" y="35243"/>
                      </a:lnTo>
                      <a:lnTo>
                        <a:pt x="25279" y="8531"/>
                      </a:lnTo>
                      <a:lnTo>
                        <a:pt x="45720" y="34766"/>
                      </a:lnTo>
                      <a:lnTo>
                        <a:pt x="24800" y="35207"/>
                      </a:lnTo>
                      <a:lnTo>
                        <a:pt x="0" y="63341"/>
                      </a:lnTo>
                      <a:lnTo>
                        <a:pt x="30114" y="86804"/>
                      </a:lnTo>
                      <a:lnTo>
                        <a:pt x="24800" y="35207"/>
                      </a:lnTo>
                      <a:lnTo>
                        <a:pt x="46672" y="58579"/>
                      </a:lnTo>
                      <a:lnTo>
                        <a:pt x="30003" y="86678"/>
                      </a:lnTo>
                      <a:lnTo>
                        <a:pt x="21907" y="106680"/>
                      </a:lnTo>
                      <a:lnTo>
                        <a:pt x="43338" y="97155"/>
                      </a:lnTo>
                      <a:lnTo>
                        <a:pt x="30061" y="8669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/>
                <a:lstStyle/>
                <a:p>
                  <a:endParaRPr lang="bs-Latn-BA"/>
                </a:p>
              </p:txBody>
            </p:sp>
            <p:sp>
              <p:nvSpPr>
                <p:cNvPr id="639" name="Google Shape;639;p7"/>
                <p:cNvSpPr/>
                <p:nvPr/>
              </p:nvSpPr>
              <p:spPr>
                <a:xfrm>
                  <a:off x="7675835" y="-369041"/>
                  <a:ext cx="1638675" cy="170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547" h="68054" extrusionOk="0">
                      <a:moveTo>
                        <a:pt x="44918" y="55809"/>
                      </a:moveTo>
                      <a:lnTo>
                        <a:pt x="27131" y="32339"/>
                      </a:lnTo>
                      <a:lnTo>
                        <a:pt x="65547" y="44442"/>
                      </a:lnTo>
                      <a:lnTo>
                        <a:pt x="64294" y="8096"/>
                      </a:lnTo>
                      <a:lnTo>
                        <a:pt x="27026" y="32339"/>
                      </a:lnTo>
                      <a:lnTo>
                        <a:pt x="24289" y="0"/>
                      </a:lnTo>
                      <a:lnTo>
                        <a:pt x="0" y="35719"/>
                      </a:lnTo>
                      <a:lnTo>
                        <a:pt x="27131" y="32444"/>
                      </a:lnTo>
                      <a:lnTo>
                        <a:pt x="30676" y="6805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/>
                <a:lstStyle/>
                <a:p>
                  <a:endParaRPr lang="bs-Latn-BA"/>
                </a:p>
              </p:txBody>
            </p:sp>
          </p:grpSp>
          <p:grpSp>
            <p:nvGrpSpPr>
              <p:cNvPr id="640" name="Google Shape;640;p7"/>
              <p:cNvGrpSpPr/>
              <p:nvPr/>
            </p:nvGrpSpPr>
            <p:grpSpPr>
              <a:xfrm>
                <a:off x="8323975" y="362525"/>
                <a:ext cx="607650" cy="2583450"/>
                <a:chOff x="8323975" y="362525"/>
                <a:chExt cx="607650" cy="2583450"/>
              </a:xfrm>
            </p:grpSpPr>
            <p:sp>
              <p:nvSpPr>
                <p:cNvPr id="641" name="Google Shape;641;p7"/>
                <p:cNvSpPr/>
                <p:nvPr/>
              </p:nvSpPr>
              <p:spPr>
                <a:xfrm>
                  <a:off x="8323975" y="36252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2" name="Google Shape;642;p7"/>
                <p:cNvSpPr/>
                <p:nvPr/>
              </p:nvSpPr>
              <p:spPr>
                <a:xfrm>
                  <a:off x="8768050" y="9524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3" name="Google Shape;643;p7"/>
                <p:cNvSpPr/>
                <p:nvPr/>
              </p:nvSpPr>
              <p:spPr>
                <a:xfrm>
                  <a:off x="8420024" y="1263525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4" name="Google Shape;644;p7"/>
                <p:cNvSpPr/>
                <p:nvPr/>
              </p:nvSpPr>
              <p:spPr>
                <a:xfrm>
                  <a:off x="8755175" y="161322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7"/>
                <p:cNvSpPr/>
                <p:nvPr/>
              </p:nvSpPr>
              <p:spPr>
                <a:xfrm>
                  <a:off x="8886025" y="29003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1" name="Google Shape;681;p9"/>
          <p:cNvGrpSpPr/>
          <p:nvPr/>
        </p:nvGrpSpPr>
        <p:grpSpPr>
          <a:xfrm rot="-1800044" flipH="1">
            <a:off x="-1695356" y="-460519"/>
            <a:ext cx="6400858" cy="4736567"/>
            <a:chOff x="-142" y="-811587"/>
            <a:chExt cx="9144284" cy="6766673"/>
          </a:xfrm>
        </p:grpSpPr>
        <p:grpSp>
          <p:nvGrpSpPr>
            <p:cNvPr id="682" name="Google Shape;682;p9"/>
            <p:cNvGrpSpPr/>
            <p:nvPr/>
          </p:nvGrpSpPr>
          <p:grpSpPr>
            <a:xfrm>
              <a:off x="-142" y="-792414"/>
              <a:ext cx="9144284" cy="6747501"/>
              <a:chOff x="514325" y="279175"/>
              <a:chExt cx="6589525" cy="4891975"/>
            </a:xfrm>
          </p:grpSpPr>
          <p:sp>
            <p:nvSpPr>
              <p:cNvPr id="683" name="Google Shape;683;p9"/>
              <p:cNvSpPr/>
              <p:nvPr/>
            </p:nvSpPr>
            <p:spPr>
              <a:xfrm>
                <a:off x="3135600" y="2115725"/>
                <a:ext cx="459775" cy="542075"/>
              </a:xfrm>
              <a:custGeom>
                <a:avLst/>
                <a:gdLst/>
                <a:ahLst/>
                <a:cxnLst/>
                <a:rect l="l" t="t" r="r" b="b"/>
                <a:pathLst>
                  <a:path w="18391" h="21683" fill="none" extrusionOk="0">
                    <a:moveTo>
                      <a:pt x="6708" y="21683"/>
                    </a:moveTo>
                    <a:lnTo>
                      <a:pt x="1" y="6537"/>
                    </a:lnTo>
                    <a:lnTo>
                      <a:pt x="18391" y="1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9"/>
              <p:cNvSpPr/>
              <p:nvPr/>
            </p:nvSpPr>
            <p:spPr>
              <a:xfrm>
                <a:off x="2909400" y="2110250"/>
                <a:ext cx="226225" cy="168900"/>
              </a:xfrm>
              <a:custGeom>
                <a:avLst/>
                <a:gdLst/>
                <a:ahLst/>
                <a:cxnLst/>
                <a:rect l="l" t="t" r="r" b="b"/>
                <a:pathLst>
                  <a:path w="9049" h="6756" fill="none" extrusionOk="0">
                    <a:moveTo>
                      <a:pt x="0" y="0"/>
                    </a:moveTo>
                    <a:lnTo>
                      <a:pt x="9049" y="6756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9"/>
              <p:cNvSpPr/>
              <p:nvPr/>
            </p:nvSpPr>
            <p:spPr>
              <a:xfrm>
                <a:off x="2034425" y="2752900"/>
                <a:ext cx="309150" cy="275025"/>
              </a:xfrm>
              <a:custGeom>
                <a:avLst/>
                <a:gdLst/>
                <a:ahLst/>
                <a:cxnLst/>
                <a:rect l="l" t="t" r="r" b="b"/>
                <a:pathLst>
                  <a:path w="12366" h="11001" fill="none" extrusionOk="0">
                    <a:moveTo>
                      <a:pt x="0" y="11000"/>
                    </a:moveTo>
                    <a:lnTo>
                      <a:pt x="12366" y="1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9"/>
              <p:cNvSpPr/>
              <p:nvPr/>
            </p:nvSpPr>
            <p:spPr>
              <a:xfrm>
                <a:off x="4914850" y="2798625"/>
                <a:ext cx="400000" cy="106125"/>
              </a:xfrm>
              <a:custGeom>
                <a:avLst/>
                <a:gdLst/>
                <a:ahLst/>
                <a:cxnLst/>
                <a:rect l="l" t="t" r="r" b="b"/>
                <a:pathLst>
                  <a:path w="16000" h="4245" fill="none" extrusionOk="0">
                    <a:moveTo>
                      <a:pt x="0" y="1"/>
                    </a:moveTo>
                    <a:lnTo>
                      <a:pt x="16000" y="424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9"/>
              <p:cNvSpPr/>
              <p:nvPr/>
            </p:nvSpPr>
            <p:spPr>
              <a:xfrm>
                <a:off x="3856950" y="4532125"/>
                <a:ext cx="400625" cy="106725"/>
              </a:xfrm>
              <a:custGeom>
                <a:avLst/>
                <a:gdLst/>
                <a:ahLst/>
                <a:cxnLst/>
                <a:rect l="l" t="t" r="r" b="b"/>
                <a:pathLst>
                  <a:path w="16025" h="4269" fill="none" extrusionOk="0">
                    <a:moveTo>
                      <a:pt x="0" y="1"/>
                    </a:moveTo>
                    <a:lnTo>
                      <a:pt x="16024" y="4269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9"/>
              <p:cNvSpPr/>
              <p:nvPr/>
            </p:nvSpPr>
            <p:spPr>
              <a:xfrm>
                <a:off x="6106900" y="2113275"/>
                <a:ext cx="269525" cy="314675"/>
              </a:xfrm>
              <a:custGeom>
                <a:avLst/>
                <a:gdLst/>
                <a:ahLst/>
                <a:cxnLst/>
                <a:rect l="l" t="t" r="r" b="b"/>
                <a:pathLst>
                  <a:path w="10781" h="12587" fill="none" extrusionOk="0">
                    <a:moveTo>
                      <a:pt x="0" y="1"/>
                    </a:moveTo>
                    <a:lnTo>
                      <a:pt x="10780" y="12586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9"/>
              <p:cNvSpPr/>
              <p:nvPr/>
            </p:nvSpPr>
            <p:spPr>
              <a:xfrm>
                <a:off x="4110600" y="3812025"/>
                <a:ext cx="106100" cy="242100"/>
              </a:xfrm>
              <a:custGeom>
                <a:avLst/>
                <a:gdLst/>
                <a:ahLst/>
                <a:cxnLst/>
                <a:rect l="l" t="t" r="r" b="b"/>
                <a:pathLst>
                  <a:path w="4244" h="9684" fill="none" extrusionOk="0">
                    <a:moveTo>
                      <a:pt x="4244" y="9683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9"/>
              <p:cNvSpPr/>
              <p:nvPr/>
            </p:nvSpPr>
            <p:spPr>
              <a:xfrm>
                <a:off x="2767325" y="969425"/>
                <a:ext cx="106125" cy="242075"/>
              </a:xfrm>
              <a:custGeom>
                <a:avLst/>
                <a:gdLst/>
                <a:ahLst/>
                <a:cxnLst/>
                <a:rect l="l" t="t" r="r" b="b"/>
                <a:pathLst>
                  <a:path w="4245" h="9683" fill="none" extrusionOk="0">
                    <a:moveTo>
                      <a:pt x="4244" y="9683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9"/>
              <p:cNvSpPr/>
              <p:nvPr/>
            </p:nvSpPr>
            <p:spPr>
              <a:xfrm>
                <a:off x="1025900" y="2897425"/>
                <a:ext cx="106125" cy="242075"/>
              </a:xfrm>
              <a:custGeom>
                <a:avLst/>
                <a:gdLst/>
                <a:ahLst/>
                <a:cxnLst/>
                <a:rect l="l" t="t" r="r" b="b"/>
                <a:pathLst>
                  <a:path w="4245" h="9683" fill="none" extrusionOk="0">
                    <a:moveTo>
                      <a:pt x="4244" y="9683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9"/>
              <p:cNvSpPr/>
              <p:nvPr/>
            </p:nvSpPr>
            <p:spPr>
              <a:xfrm>
                <a:off x="6180050" y="1982200"/>
                <a:ext cx="264050" cy="14050"/>
              </a:xfrm>
              <a:custGeom>
                <a:avLst/>
                <a:gdLst/>
                <a:ahLst/>
                <a:cxnLst/>
                <a:rect l="l" t="t" r="r" b="b"/>
                <a:pathLst>
                  <a:path w="10562" h="562" fill="none" extrusionOk="0">
                    <a:moveTo>
                      <a:pt x="1" y="0"/>
                    </a:moveTo>
                    <a:lnTo>
                      <a:pt x="10562" y="561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9"/>
              <p:cNvSpPr/>
              <p:nvPr/>
            </p:nvSpPr>
            <p:spPr>
              <a:xfrm>
                <a:off x="849075" y="2874250"/>
                <a:ext cx="459775" cy="542075"/>
              </a:xfrm>
              <a:custGeom>
                <a:avLst/>
                <a:gdLst/>
                <a:ahLst/>
                <a:cxnLst/>
                <a:rect l="l" t="t" r="r" b="b"/>
                <a:pathLst>
                  <a:path w="18391" h="21683" fill="none" extrusionOk="0">
                    <a:moveTo>
                      <a:pt x="6708" y="21683"/>
                    </a:moveTo>
                    <a:lnTo>
                      <a:pt x="1" y="6561"/>
                    </a:lnTo>
                    <a:lnTo>
                      <a:pt x="18390" y="0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9"/>
              <p:cNvSpPr/>
              <p:nvPr/>
            </p:nvSpPr>
            <p:spPr>
              <a:xfrm>
                <a:off x="623475" y="2869375"/>
                <a:ext cx="225625" cy="168300"/>
              </a:xfrm>
              <a:custGeom>
                <a:avLst/>
                <a:gdLst/>
                <a:ahLst/>
                <a:cxnLst/>
                <a:rect l="l" t="t" r="r" b="b"/>
                <a:pathLst>
                  <a:path w="9025" h="6732" fill="none" extrusionOk="0">
                    <a:moveTo>
                      <a:pt x="0" y="0"/>
                    </a:moveTo>
                    <a:lnTo>
                      <a:pt x="9025" y="6732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9"/>
              <p:cNvSpPr/>
              <p:nvPr/>
            </p:nvSpPr>
            <p:spPr>
              <a:xfrm>
                <a:off x="4776425" y="3818725"/>
                <a:ext cx="357350" cy="610375"/>
              </a:xfrm>
              <a:custGeom>
                <a:avLst/>
                <a:gdLst/>
                <a:ahLst/>
                <a:cxnLst/>
                <a:rect l="l" t="t" r="r" b="b"/>
                <a:pathLst>
                  <a:path w="14294" h="24415" fill="none" extrusionOk="0">
                    <a:moveTo>
                      <a:pt x="14293" y="24415"/>
                    </a:moveTo>
                    <a:lnTo>
                      <a:pt x="1" y="16074"/>
                    </a:lnTo>
                    <a:lnTo>
                      <a:pt x="11049" y="1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9"/>
              <p:cNvSpPr/>
              <p:nvPr/>
            </p:nvSpPr>
            <p:spPr>
              <a:xfrm>
                <a:off x="4494125" y="4216275"/>
                <a:ext cx="282325" cy="4300"/>
              </a:xfrm>
              <a:custGeom>
                <a:avLst/>
                <a:gdLst/>
                <a:ahLst/>
                <a:cxnLst/>
                <a:rect l="l" t="t" r="r" b="b"/>
                <a:pathLst>
                  <a:path w="11293" h="172" fill="none" extrusionOk="0">
                    <a:moveTo>
                      <a:pt x="0" y="1"/>
                    </a:moveTo>
                    <a:lnTo>
                      <a:pt x="11293" y="172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9"/>
              <p:cNvSpPr/>
              <p:nvPr/>
            </p:nvSpPr>
            <p:spPr>
              <a:xfrm>
                <a:off x="4321550" y="2943150"/>
                <a:ext cx="340275" cy="408550"/>
              </a:xfrm>
              <a:custGeom>
                <a:avLst/>
                <a:gdLst/>
                <a:ahLst/>
                <a:cxnLst/>
                <a:rect l="l" t="t" r="r" b="b"/>
                <a:pathLst>
                  <a:path w="13611" h="16342" fill="none" extrusionOk="0">
                    <a:moveTo>
                      <a:pt x="5245" y="16341"/>
                    </a:moveTo>
                    <a:lnTo>
                      <a:pt x="1" y="5146"/>
                    </a:lnTo>
                    <a:lnTo>
                      <a:pt x="13610" y="0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9"/>
              <p:cNvSpPr/>
              <p:nvPr/>
            </p:nvSpPr>
            <p:spPr>
              <a:xfrm>
                <a:off x="4150825" y="2949250"/>
                <a:ext cx="170750" cy="122575"/>
              </a:xfrm>
              <a:custGeom>
                <a:avLst/>
                <a:gdLst/>
                <a:ahLst/>
                <a:cxnLst/>
                <a:rect l="l" t="t" r="r" b="b"/>
                <a:pathLst>
                  <a:path w="6830" h="4903" fill="none" extrusionOk="0">
                    <a:moveTo>
                      <a:pt x="1" y="0"/>
                    </a:moveTo>
                    <a:lnTo>
                      <a:pt x="6830" y="4902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9"/>
              <p:cNvSpPr/>
              <p:nvPr/>
            </p:nvSpPr>
            <p:spPr>
              <a:xfrm>
                <a:off x="6495300" y="2659625"/>
                <a:ext cx="328050" cy="615850"/>
              </a:xfrm>
              <a:custGeom>
                <a:avLst/>
                <a:gdLst/>
                <a:ahLst/>
                <a:cxnLst/>
                <a:rect l="l" t="t" r="r" b="b"/>
                <a:pathLst>
                  <a:path w="13122" h="24634" fill="none" extrusionOk="0">
                    <a:moveTo>
                      <a:pt x="13122" y="24634"/>
                    </a:moveTo>
                    <a:lnTo>
                      <a:pt x="0" y="14536"/>
                    </a:lnTo>
                    <a:lnTo>
                      <a:pt x="13000" y="0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9"/>
              <p:cNvSpPr/>
              <p:nvPr/>
            </p:nvSpPr>
            <p:spPr>
              <a:xfrm>
                <a:off x="6216025" y="2982775"/>
                <a:ext cx="279300" cy="40275"/>
              </a:xfrm>
              <a:custGeom>
                <a:avLst/>
                <a:gdLst/>
                <a:ahLst/>
                <a:cxnLst/>
                <a:rect l="l" t="t" r="r" b="b"/>
                <a:pathLst>
                  <a:path w="11172" h="1611" fill="none" extrusionOk="0">
                    <a:moveTo>
                      <a:pt x="1" y="1"/>
                    </a:moveTo>
                    <a:lnTo>
                      <a:pt x="11171" y="1610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9"/>
              <p:cNvSpPr/>
              <p:nvPr/>
            </p:nvSpPr>
            <p:spPr>
              <a:xfrm>
                <a:off x="1889300" y="1447450"/>
                <a:ext cx="1225000" cy="1083525"/>
              </a:xfrm>
              <a:custGeom>
                <a:avLst/>
                <a:gdLst/>
                <a:ahLst/>
                <a:cxnLst/>
                <a:rect l="l" t="t" r="r" b="b"/>
                <a:pathLst>
                  <a:path w="49000" h="43341" fill="none" extrusionOk="0">
                    <a:moveTo>
                      <a:pt x="0" y="25171"/>
                    </a:moveTo>
                    <a:lnTo>
                      <a:pt x="854" y="43341"/>
                    </a:lnTo>
                    <a:lnTo>
                      <a:pt x="16683" y="32536"/>
                    </a:lnTo>
                    <a:lnTo>
                      <a:pt x="36853" y="9122"/>
                    </a:lnTo>
                    <a:lnTo>
                      <a:pt x="48999" y="0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9"/>
              <p:cNvSpPr/>
              <p:nvPr/>
            </p:nvSpPr>
            <p:spPr>
              <a:xfrm>
                <a:off x="2246600" y="1634025"/>
                <a:ext cx="564050" cy="626850"/>
              </a:xfrm>
              <a:custGeom>
                <a:avLst/>
                <a:gdLst/>
                <a:ahLst/>
                <a:cxnLst/>
                <a:rect l="l" t="t" r="r" b="b"/>
                <a:pathLst>
                  <a:path w="22562" h="25074" fill="none" extrusionOk="0">
                    <a:moveTo>
                      <a:pt x="22561" y="1659"/>
                    </a:moveTo>
                    <a:lnTo>
                      <a:pt x="1" y="1"/>
                    </a:lnTo>
                    <a:lnTo>
                      <a:pt x="2391" y="25073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9"/>
              <p:cNvSpPr/>
              <p:nvPr/>
            </p:nvSpPr>
            <p:spPr>
              <a:xfrm>
                <a:off x="1957600" y="1390125"/>
                <a:ext cx="289025" cy="243925"/>
              </a:xfrm>
              <a:custGeom>
                <a:avLst/>
                <a:gdLst/>
                <a:ahLst/>
                <a:cxnLst/>
                <a:rect l="l" t="t" r="r" b="b"/>
                <a:pathLst>
                  <a:path w="11561" h="9757" fill="none" extrusionOk="0">
                    <a:moveTo>
                      <a:pt x="11561" y="9757"/>
                    </a:moveTo>
                    <a:lnTo>
                      <a:pt x="0" y="1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9"/>
              <p:cNvSpPr/>
              <p:nvPr/>
            </p:nvSpPr>
            <p:spPr>
              <a:xfrm>
                <a:off x="5493500" y="3343750"/>
                <a:ext cx="1224975" cy="1083525"/>
              </a:xfrm>
              <a:custGeom>
                <a:avLst/>
                <a:gdLst/>
                <a:ahLst/>
                <a:cxnLst/>
                <a:rect l="l" t="t" r="r" b="b"/>
                <a:pathLst>
                  <a:path w="48999" h="43341" fill="none" extrusionOk="0">
                    <a:moveTo>
                      <a:pt x="0" y="25195"/>
                    </a:moveTo>
                    <a:lnTo>
                      <a:pt x="829" y="43341"/>
                    </a:lnTo>
                    <a:lnTo>
                      <a:pt x="16658" y="32536"/>
                    </a:lnTo>
                    <a:lnTo>
                      <a:pt x="36829" y="9146"/>
                    </a:lnTo>
                    <a:lnTo>
                      <a:pt x="48999" y="0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9"/>
              <p:cNvSpPr/>
              <p:nvPr/>
            </p:nvSpPr>
            <p:spPr>
              <a:xfrm>
                <a:off x="5850200" y="3530925"/>
                <a:ext cx="564025" cy="626225"/>
              </a:xfrm>
              <a:custGeom>
                <a:avLst/>
                <a:gdLst/>
                <a:ahLst/>
                <a:cxnLst/>
                <a:rect l="l" t="t" r="r" b="b"/>
                <a:pathLst>
                  <a:path w="22561" h="25049" fill="none" extrusionOk="0">
                    <a:moveTo>
                      <a:pt x="22561" y="1659"/>
                    </a:moveTo>
                    <a:lnTo>
                      <a:pt x="0" y="1"/>
                    </a:lnTo>
                    <a:lnTo>
                      <a:pt x="2390" y="25049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9"/>
              <p:cNvSpPr/>
              <p:nvPr/>
            </p:nvSpPr>
            <p:spPr>
              <a:xfrm>
                <a:off x="5561175" y="3287050"/>
                <a:ext cx="289050" cy="243900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9756" fill="none" extrusionOk="0">
                    <a:moveTo>
                      <a:pt x="11561" y="9756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9"/>
              <p:cNvSpPr/>
              <p:nvPr/>
            </p:nvSpPr>
            <p:spPr>
              <a:xfrm>
                <a:off x="1692350" y="279175"/>
                <a:ext cx="953675" cy="948175"/>
              </a:xfrm>
              <a:custGeom>
                <a:avLst/>
                <a:gdLst/>
                <a:ahLst/>
                <a:cxnLst/>
                <a:rect l="l" t="t" r="r" b="b"/>
                <a:pathLst>
                  <a:path w="38147" h="37927" fill="none" extrusionOk="0">
                    <a:moveTo>
                      <a:pt x="38146" y="18074"/>
                    </a:moveTo>
                    <a:lnTo>
                      <a:pt x="7513" y="14171"/>
                    </a:lnTo>
                    <a:lnTo>
                      <a:pt x="25317" y="1"/>
                    </a:lnTo>
                    <a:lnTo>
                      <a:pt x="21610" y="30244"/>
                    </a:lnTo>
                    <a:lnTo>
                      <a:pt x="0" y="37927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9"/>
              <p:cNvSpPr/>
              <p:nvPr/>
            </p:nvSpPr>
            <p:spPr>
              <a:xfrm>
                <a:off x="2232575" y="1035275"/>
                <a:ext cx="228675" cy="218900"/>
              </a:xfrm>
              <a:custGeom>
                <a:avLst/>
                <a:gdLst/>
                <a:ahLst/>
                <a:cxnLst/>
                <a:rect l="l" t="t" r="r" b="b"/>
                <a:pathLst>
                  <a:path w="9147" h="8756" fill="none" extrusionOk="0">
                    <a:moveTo>
                      <a:pt x="1" y="0"/>
                    </a:moveTo>
                    <a:lnTo>
                      <a:pt x="9147" y="8756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9"/>
              <p:cNvSpPr/>
              <p:nvPr/>
            </p:nvSpPr>
            <p:spPr>
              <a:xfrm>
                <a:off x="5215450" y="2346825"/>
                <a:ext cx="843900" cy="1017075"/>
              </a:xfrm>
              <a:custGeom>
                <a:avLst/>
                <a:gdLst/>
                <a:ahLst/>
                <a:cxnLst/>
                <a:rect l="l" t="t" r="r" b="b"/>
                <a:pathLst>
                  <a:path w="33756" h="40683" fill="none" extrusionOk="0">
                    <a:moveTo>
                      <a:pt x="19780" y="0"/>
                    </a:moveTo>
                    <a:lnTo>
                      <a:pt x="11390" y="29731"/>
                    </a:lnTo>
                    <a:lnTo>
                      <a:pt x="0" y="10000"/>
                    </a:lnTo>
                    <a:lnTo>
                      <a:pt x="29366" y="18146"/>
                    </a:lnTo>
                    <a:lnTo>
                      <a:pt x="33756" y="40682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9"/>
              <p:cNvSpPr/>
              <p:nvPr/>
            </p:nvSpPr>
            <p:spPr>
              <a:xfrm>
                <a:off x="708825" y="1432825"/>
                <a:ext cx="981100" cy="910350"/>
              </a:xfrm>
              <a:custGeom>
                <a:avLst/>
                <a:gdLst/>
                <a:ahLst/>
                <a:cxnLst/>
                <a:rect l="l" t="t" r="r" b="b"/>
                <a:pathLst>
                  <a:path w="39244" h="36414" fill="none" extrusionOk="0">
                    <a:moveTo>
                      <a:pt x="39244" y="18780"/>
                    </a:moveTo>
                    <a:lnTo>
                      <a:pt x="8854" y="13146"/>
                    </a:lnTo>
                    <a:lnTo>
                      <a:pt x="27464" y="0"/>
                    </a:lnTo>
                    <a:lnTo>
                      <a:pt x="22025" y="29999"/>
                    </a:lnTo>
                    <a:lnTo>
                      <a:pt x="1" y="36414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9"/>
              <p:cNvSpPr/>
              <p:nvPr/>
            </p:nvSpPr>
            <p:spPr>
              <a:xfrm>
                <a:off x="1259425" y="2182800"/>
                <a:ext cx="215875" cy="231725"/>
              </a:xfrm>
              <a:custGeom>
                <a:avLst/>
                <a:gdLst/>
                <a:ahLst/>
                <a:cxnLst/>
                <a:rect l="l" t="t" r="r" b="b"/>
                <a:pathLst>
                  <a:path w="8635" h="9269" fill="none" extrusionOk="0">
                    <a:moveTo>
                      <a:pt x="1" y="0"/>
                    </a:moveTo>
                    <a:lnTo>
                      <a:pt x="8635" y="9268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9"/>
              <p:cNvSpPr/>
              <p:nvPr/>
            </p:nvSpPr>
            <p:spPr>
              <a:xfrm>
                <a:off x="755175" y="704775"/>
                <a:ext cx="6301725" cy="3881025"/>
              </a:xfrm>
              <a:custGeom>
                <a:avLst/>
                <a:gdLst/>
                <a:ahLst/>
                <a:cxnLst/>
                <a:rect l="l" t="t" r="r" b="b"/>
                <a:pathLst>
                  <a:path w="252069" h="155241" fill="none" extrusionOk="0">
                    <a:moveTo>
                      <a:pt x="0" y="10001"/>
                    </a:moveTo>
                    <a:lnTo>
                      <a:pt x="12244" y="19878"/>
                    </a:lnTo>
                    <a:lnTo>
                      <a:pt x="27927" y="15440"/>
                    </a:lnTo>
                    <a:lnTo>
                      <a:pt x="50365" y="22659"/>
                    </a:lnTo>
                    <a:lnTo>
                      <a:pt x="36073" y="45366"/>
                    </a:lnTo>
                    <a:lnTo>
                      <a:pt x="13244" y="35049"/>
                    </a:lnTo>
                    <a:lnTo>
                      <a:pt x="20854" y="55292"/>
                    </a:lnTo>
                    <a:lnTo>
                      <a:pt x="13244" y="73194"/>
                    </a:lnTo>
                    <a:lnTo>
                      <a:pt x="36244" y="69341"/>
                    </a:lnTo>
                    <a:lnTo>
                      <a:pt x="56268" y="75633"/>
                    </a:lnTo>
                    <a:lnTo>
                      <a:pt x="55341" y="52878"/>
                    </a:lnTo>
                    <a:lnTo>
                      <a:pt x="78340" y="66365"/>
                    </a:lnTo>
                    <a:lnTo>
                      <a:pt x="73218" y="41585"/>
                    </a:lnTo>
                    <a:lnTo>
                      <a:pt x="71511" y="16781"/>
                    </a:lnTo>
                    <a:lnTo>
                      <a:pt x="79023" y="1"/>
                    </a:lnTo>
                    <a:lnTo>
                      <a:pt x="96803" y="14927"/>
                    </a:lnTo>
                    <a:lnTo>
                      <a:pt x="87121" y="32415"/>
                    </a:lnTo>
                    <a:lnTo>
                      <a:pt x="85852" y="46097"/>
                    </a:lnTo>
                    <a:lnTo>
                      <a:pt x="98291" y="82731"/>
                    </a:lnTo>
                    <a:lnTo>
                      <a:pt x="117754" y="80414"/>
                    </a:lnTo>
                    <a:lnTo>
                      <a:pt x="135485" y="82048"/>
                    </a:lnTo>
                    <a:lnTo>
                      <a:pt x="127437" y="103340"/>
                    </a:lnTo>
                    <a:lnTo>
                      <a:pt x="146022" y="111949"/>
                    </a:lnTo>
                    <a:lnTo>
                      <a:pt x="157778" y="95413"/>
                    </a:lnTo>
                    <a:lnTo>
                      <a:pt x="167680" y="107218"/>
                    </a:lnTo>
                    <a:lnTo>
                      <a:pt x="175119" y="116754"/>
                    </a:lnTo>
                    <a:lnTo>
                      <a:pt x="182899" y="97364"/>
                    </a:lnTo>
                    <a:lnTo>
                      <a:pt x="200289" y="93121"/>
                    </a:lnTo>
                    <a:lnTo>
                      <a:pt x="196557" y="111364"/>
                    </a:lnTo>
                    <a:lnTo>
                      <a:pt x="218581" y="110730"/>
                    </a:lnTo>
                    <a:lnTo>
                      <a:pt x="222264" y="90974"/>
                    </a:lnTo>
                    <a:lnTo>
                      <a:pt x="231532" y="109949"/>
                    </a:lnTo>
                    <a:lnTo>
                      <a:pt x="221045" y="131705"/>
                    </a:lnTo>
                    <a:lnTo>
                      <a:pt x="208142" y="122388"/>
                    </a:lnTo>
                    <a:lnTo>
                      <a:pt x="188509" y="136583"/>
                    </a:lnTo>
                    <a:lnTo>
                      <a:pt x="165851" y="129607"/>
                    </a:lnTo>
                    <a:lnTo>
                      <a:pt x="148217" y="135315"/>
                    </a:lnTo>
                    <a:lnTo>
                      <a:pt x="140266" y="151412"/>
                    </a:lnTo>
                    <a:lnTo>
                      <a:pt x="162826" y="147851"/>
                    </a:lnTo>
                    <a:lnTo>
                      <a:pt x="184899" y="155241"/>
                    </a:lnTo>
                    <a:lnTo>
                      <a:pt x="210825" y="147192"/>
                    </a:lnTo>
                    <a:lnTo>
                      <a:pt x="230874" y="154558"/>
                    </a:lnTo>
                    <a:lnTo>
                      <a:pt x="252068" y="124778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9"/>
              <p:cNvSpPr/>
              <p:nvPr/>
            </p:nvSpPr>
            <p:spPr>
              <a:xfrm>
                <a:off x="1061275" y="612725"/>
                <a:ext cx="1481700" cy="2348125"/>
              </a:xfrm>
              <a:custGeom>
                <a:avLst/>
                <a:gdLst/>
                <a:ahLst/>
                <a:cxnLst/>
                <a:rect l="l" t="t" r="r" b="b"/>
                <a:pathLst>
                  <a:path w="59268" h="93925" fill="none" extrusionOk="0">
                    <a:moveTo>
                      <a:pt x="1000" y="76876"/>
                    </a:moveTo>
                    <a:lnTo>
                      <a:pt x="22341" y="93925"/>
                    </a:lnTo>
                    <a:lnTo>
                      <a:pt x="44024" y="79315"/>
                    </a:lnTo>
                    <a:lnTo>
                      <a:pt x="23829" y="49048"/>
                    </a:lnTo>
                    <a:lnTo>
                      <a:pt x="15683" y="19122"/>
                    </a:lnTo>
                    <a:lnTo>
                      <a:pt x="46926" y="1073"/>
                    </a:lnTo>
                    <a:lnTo>
                      <a:pt x="59267" y="20463"/>
                    </a:lnTo>
                    <a:lnTo>
                      <a:pt x="38121" y="26341"/>
                    </a:lnTo>
                    <a:lnTo>
                      <a:pt x="15683" y="0"/>
                    </a:lnTo>
                    <a:lnTo>
                      <a:pt x="0" y="23560"/>
                    </a:lnTo>
                    <a:lnTo>
                      <a:pt x="1000" y="3873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9"/>
              <p:cNvSpPr/>
              <p:nvPr/>
            </p:nvSpPr>
            <p:spPr>
              <a:xfrm>
                <a:off x="648475" y="1124275"/>
                <a:ext cx="2284725" cy="2045725"/>
              </a:xfrm>
              <a:custGeom>
                <a:avLst/>
                <a:gdLst/>
                <a:ahLst/>
                <a:cxnLst/>
                <a:rect l="l" t="t" r="r" b="b"/>
                <a:pathLst>
                  <a:path w="91389" h="81829" fill="none" extrusionOk="0">
                    <a:moveTo>
                      <a:pt x="0" y="81828"/>
                    </a:moveTo>
                    <a:lnTo>
                      <a:pt x="38853" y="73463"/>
                    </a:lnTo>
                    <a:lnTo>
                      <a:pt x="40512" y="52561"/>
                    </a:lnTo>
                    <a:lnTo>
                      <a:pt x="25122" y="38512"/>
                    </a:lnTo>
                    <a:lnTo>
                      <a:pt x="40341" y="28586"/>
                    </a:lnTo>
                    <a:lnTo>
                      <a:pt x="59609" y="36098"/>
                    </a:lnTo>
                    <a:lnTo>
                      <a:pt x="54633" y="5879"/>
                    </a:lnTo>
                    <a:lnTo>
                      <a:pt x="77486" y="24805"/>
                    </a:lnTo>
                    <a:lnTo>
                      <a:pt x="91389" y="15635"/>
                    </a:lnTo>
                    <a:lnTo>
                      <a:pt x="75779" y="1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9"/>
              <p:cNvSpPr/>
              <p:nvPr/>
            </p:nvSpPr>
            <p:spPr>
              <a:xfrm>
                <a:off x="2713675" y="1857200"/>
                <a:ext cx="1227425" cy="1431075"/>
              </a:xfrm>
              <a:custGeom>
                <a:avLst/>
                <a:gdLst/>
                <a:ahLst/>
                <a:cxnLst/>
                <a:rect l="l" t="t" r="r" b="b"/>
                <a:pathLst>
                  <a:path w="49097" h="57243" fill="none" extrusionOk="0">
                    <a:moveTo>
                      <a:pt x="39414" y="34317"/>
                    </a:moveTo>
                    <a:lnTo>
                      <a:pt x="7512" y="0"/>
                    </a:lnTo>
                    <a:lnTo>
                      <a:pt x="0" y="20268"/>
                    </a:lnTo>
                    <a:lnTo>
                      <a:pt x="19951" y="36634"/>
                    </a:lnTo>
                    <a:lnTo>
                      <a:pt x="49097" y="5724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9"/>
              <p:cNvSpPr/>
              <p:nvPr/>
            </p:nvSpPr>
            <p:spPr>
              <a:xfrm>
                <a:off x="4142300" y="1921825"/>
                <a:ext cx="2723750" cy="3131050"/>
              </a:xfrm>
              <a:custGeom>
                <a:avLst/>
                <a:gdLst/>
                <a:ahLst/>
                <a:cxnLst/>
                <a:rect l="l" t="t" r="r" b="b"/>
                <a:pathLst>
                  <a:path w="108950" h="125242" fill="none" extrusionOk="0">
                    <a:moveTo>
                      <a:pt x="0" y="33366"/>
                    </a:moveTo>
                    <a:lnTo>
                      <a:pt x="22293" y="46731"/>
                    </a:lnTo>
                    <a:lnTo>
                      <a:pt x="47414" y="48682"/>
                    </a:lnTo>
                    <a:lnTo>
                      <a:pt x="32195" y="58536"/>
                    </a:lnTo>
                    <a:lnTo>
                      <a:pt x="10537" y="63267"/>
                    </a:lnTo>
                    <a:lnTo>
                      <a:pt x="30366" y="80925"/>
                    </a:lnTo>
                    <a:lnTo>
                      <a:pt x="39634" y="68072"/>
                    </a:lnTo>
                    <a:lnTo>
                      <a:pt x="53024" y="87901"/>
                    </a:lnTo>
                    <a:lnTo>
                      <a:pt x="49414" y="106559"/>
                    </a:lnTo>
                    <a:lnTo>
                      <a:pt x="29878" y="122485"/>
                    </a:lnTo>
                    <a:lnTo>
                      <a:pt x="27341" y="99169"/>
                    </a:lnTo>
                    <a:lnTo>
                      <a:pt x="12732" y="86633"/>
                    </a:lnTo>
                    <a:lnTo>
                      <a:pt x="75340" y="98510"/>
                    </a:lnTo>
                    <a:lnTo>
                      <a:pt x="76243" y="124705"/>
                    </a:lnTo>
                    <a:lnTo>
                      <a:pt x="86681" y="125241"/>
                    </a:lnTo>
                    <a:lnTo>
                      <a:pt x="85560" y="83023"/>
                    </a:lnTo>
                    <a:lnTo>
                      <a:pt x="83096" y="62048"/>
                    </a:lnTo>
                    <a:lnTo>
                      <a:pt x="76340" y="26463"/>
                    </a:lnTo>
                    <a:lnTo>
                      <a:pt x="107486" y="19366"/>
                    </a:lnTo>
                    <a:lnTo>
                      <a:pt x="108949" y="25000"/>
                    </a:lnTo>
                    <a:lnTo>
                      <a:pt x="86779" y="42292"/>
                    </a:lnTo>
                    <a:lnTo>
                      <a:pt x="64804" y="44439"/>
                    </a:lnTo>
                    <a:lnTo>
                      <a:pt x="76340" y="26463"/>
                    </a:lnTo>
                    <a:lnTo>
                      <a:pt x="106218" y="1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9"/>
              <p:cNvSpPr/>
              <p:nvPr/>
            </p:nvSpPr>
            <p:spPr>
              <a:xfrm>
                <a:off x="5133125" y="3020575"/>
                <a:ext cx="1970725" cy="1364025"/>
              </a:xfrm>
              <a:custGeom>
                <a:avLst/>
                <a:gdLst/>
                <a:ahLst/>
                <a:cxnLst/>
                <a:rect l="l" t="t" r="r" b="b"/>
                <a:pathLst>
                  <a:path w="78829" h="54561" fill="none" extrusionOk="0">
                    <a:moveTo>
                      <a:pt x="78828" y="1"/>
                    </a:moveTo>
                    <a:lnTo>
                      <a:pt x="56414" y="17317"/>
                    </a:lnTo>
                    <a:lnTo>
                      <a:pt x="71292" y="30902"/>
                    </a:lnTo>
                    <a:lnTo>
                      <a:pt x="35707" y="54560"/>
                    </a:lnTo>
                    <a:lnTo>
                      <a:pt x="33024" y="29756"/>
                    </a:lnTo>
                    <a:lnTo>
                      <a:pt x="21439" y="18732"/>
                    </a:lnTo>
                    <a:lnTo>
                      <a:pt x="1" y="24122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9"/>
              <p:cNvSpPr/>
              <p:nvPr/>
            </p:nvSpPr>
            <p:spPr>
              <a:xfrm>
                <a:off x="3948400" y="4490050"/>
                <a:ext cx="313425" cy="520750"/>
              </a:xfrm>
              <a:custGeom>
                <a:avLst/>
                <a:gdLst/>
                <a:ahLst/>
                <a:cxnLst/>
                <a:rect l="l" t="t" r="r" b="b"/>
                <a:pathLst>
                  <a:path w="12537" h="20830" fill="none" extrusionOk="0">
                    <a:moveTo>
                      <a:pt x="12537" y="1"/>
                    </a:moveTo>
                    <a:lnTo>
                      <a:pt x="0" y="20829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9"/>
              <p:cNvSpPr/>
              <p:nvPr/>
            </p:nvSpPr>
            <p:spPr>
              <a:xfrm>
                <a:off x="4261800" y="4490050"/>
                <a:ext cx="429300" cy="429900"/>
              </a:xfrm>
              <a:custGeom>
                <a:avLst/>
                <a:gdLst/>
                <a:ahLst/>
                <a:cxnLst/>
                <a:rect l="l" t="t" r="r" b="b"/>
                <a:pathLst>
                  <a:path w="17172" h="17196" fill="none" extrusionOk="0">
                    <a:moveTo>
                      <a:pt x="1" y="1"/>
                    </a:moveTo>
                    <a:lnTo>
                      <a:pt x="17171" y="1719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9"/>
              <p:cNvSpPr/>
              <p:nvPr/>
            </p:nvSpPr>
            <p:spPr>
              <a:xfrm>
                <a:off x="5377625" y="4585775"/>
                <a:ext cx="381125" cy="496375"/>
              </a:xfrm>
              <a:custGeom>
                <a:avLst/>
                <a:gdLst/>
                <a:ahLst/>
                <a:cxnLst/>
                <a:rect l="l" t="t" r="r" b="b"/>
                <a:pathLst>
                  <a:path w="15245" h="19855" fill="none" extrusionOk="0">
                    <a:moveTo>
                      <a:pt x="1" y="1"/>
                    </a:moveTo>
                    <a:lnTo>
                      <a:pt x="15245" y="19854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9"/>
              <p:cNvSpPr/>
              <p:nvPr/>
            </p:nvSpPr>
            <p:spPr>
              <a:xfrm>
                <a:off x="6320300" y="4568700"/>
                <a:ext cx="206725" cy="602450"/>
              </a:xfrm>
              <a:custGeom>
                <a:avLst/>
                <a:gdLst/>
                <a:ahLst/>
                <a:cxnLst/>
                <a:rect l="l" t="t" r="r" b="b"/>
                <a:pathLst>
                  <a:path w="8269" h="24098" fill="none" extrusionOk="0">
                    <a:moveTo>
                      <a:pt x="8269" y="1"/>
                    </a:moveTo>
                    <a:lnTo>
                      <a:pt x="0" y="24098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9"/>
              <p:cNvSpPr/>
              <p:nvPr/>
            </p:nvSpPr>
            <p:spPr>
              <a:xfrm>
                <a:off x="6527000" y="4568700"/>
                <a:ext cx="432950" cy="466500"/>
              </a:xfrm>
              <a:custGeom>
                <a:avLst/>
                <a:gdLst/>
                <a:ahLst/>
                <a:cxnLst/>
                <a:rect l="l" t="t" r="r" b="b"/>
                <a:pathLst>
                  <a:path w="17318" h="18660" fill="none" extrusionOk="0">
                    <a:moveTo>
                      <a:pt x="1" y="1"/>
                    </a:moveTo>
                    <a:lnTo>
                      <a:pt x="17317" y="18659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9"/>
              <p:cNvSpPr/>
              <p:nvPr/>
            </p:nvSpPr>
            <p:spPr>
              <a:xfrm>
                <a:off x="6281275" y="3997375"/>
                <a:ext cx="600625" cy="207950"/>
              </a:xfrm>
              <a:custGeom>
                <a:avLst/>
                <a:gdLst/>
                <a:ahLst/>
                <a:cxnLst/>
                <a:rect l="l" t="t" r="r" b="b"/>
                <a:pathLst>
                  <a:path w="24025" h="8318" fill="none" extrusionOk="0">
                    <a:moveTo>
                      <a:pt x="1" y="1"/>
                    </a:moveTo>
                    <a:lnTo>
                      <a:pt x="24024" y="8318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9"/>
              <p:cNvSpPr/>
              <p:nvPr/>
            </p:nvSpPr>
            <p:spPr>
              <a:xfrm>
                <a:off x="2161850" y="2363900"/>
                <a:ext cx="1050625" cy="409150"/>
              </a:xfrm>
              <a:custGeom>
                <a:avLst/>
                <a:gdLst/>
                <a:ahLst/>
                <a:cxnLst/>
                <a:rect l="l" t="t" r="r" b="b"/>
                <a:pathLst>
                  <a:path w="42025" h="16366" fill="none" extrusionOk="0">
                    <a:moveTo>
                      <a:pt x="22073" y="0"/>
                    </a:moveTo>
                    <a:lnTo>
                      <a:pt x="1" y="9268"/>
                    </a:lnTo>
                    <a:lnTo>
                      <a:pt x="42024" y="16366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9"/>
              <p:cNvSpPr/>
              <p:nvPr/>
            </p:nvSpPr>
            <p:spPr>
              <a:xfrm>
                <a:off x="605800" y="2507175"/>
                <a:ext cx="480500" cy="27475"/>
              </a:xfrm>
              <a:custGeom>
                <a:avLst/>
                <a:gdLst/>
                <a:ahLst/>
                <a:cxnLst/>
                <a:rect l="l" t="t" r="r" b="b"/>
                <a:pathLst>
                  <a:path w="19220" h="1099" fill="none" extrusionOk="0">
                    <a:moveTo>
                      <a:pt x="19219" y="1098"/>
                    </a:moveTo>
                    <a:lnTo>
                      <a:pt x="0" y="1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9"/>
              <p:cNvSpPr/>
              <p:nvPr/>
            </p:nvSpPr>
            <p:spPr>
              <a:xfrm>
                <a:off x="514325" y="1369400"/>
                <a:ext cx="571975" cy="703050"/>
              </a:xfrm>
              <a:custGeom>
                <a:avLst/>
                <a:gdLst/>
                <a:ahLst/>
                <a:cxnLst/>
                <a:rect l="l" t="t" r="r" b="b"/>
                <a:pathLst>
                  <a:path w="22879" h="28122" fill="none" extrusionOk="0">
                    <a:moveTo>
                      <a:pt x="22878" y="8464"/>
                    </a:moveTo>
                    <a:lnTo>
                      <a:pt x="1" y="1"/>
                    </a:lnTo>
                    <a:lnTo>
                      <a:pt x="1586" y="2812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9"/>
              <p:cNvSpPr/>
              <p:nvPr/>
            </p:nvSpPr>
            <p:spPr>
              <a:xfrm>
                <a:off x="1661250" y="1744400"/>
                <a:ext cx="924400" cy="693900"/>
              </a:xfrm>
              <a:custGeom>
                <a:avLst/>
                <a:gdLst/>
                <a:ahLst/>
                <a:cxnLst/>
                <a:rect l="l" t="t" r="r" b="b"/>
                <a:pathLst>
                  <a:path w="36976" h="27756" fill="none" extrusionOk="0">
                    <a:moveTo>
                      <a:pt x="36975" y="0"/>
                    </a:moveTo>
                    <a:lnTo>
                      <a:pt x="19098" y="11293"/>
                    </a:lnTo>
                    <a:lnTo>
                      <a:pt x="1" y="27756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9"/>
              <p:cNvSpPr/>
              <p:nvPr/>
            </p:nvSpPr>
            <p:spPr>
              <a:xfrm>
                <a:off x="4405700" y="3502875"/>
                <a:ext cx="54900" cy="58477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23391" fill="none" extrusionOk="0">
                    <a:moveTo>
                      <a:pt x="1" y="1"/>
                    </a:moveTo>
                    <a:lnTo>
                      <a:pt x="2196" y="23391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9"/>
              <p:cNvSpPr/>
              <p:nvPr/>
            </p:nvSpPr>
            <p:spPr>
              <a:xfrm>
                <a:off x="3941075" y="3090100"/>
                <a:ext cx="758550" cy="198175"/>
              </a:xfrm>
              <a:custGeom>
                <a:avLst/>
                <a:gdLst/>
                <a:ahLst/>
                <a:cxnLst/>
                <a:rect l="l" t="t" r="r" b="b"/>
                <a:pathLst>
                  <a:path w="30342" h="7927" fill="none" extrusionOk="0">
                    <a:moveTo>
                      <a:pt x="30342" y="0"/>
                    </a:moveTo>
                    <a:lnTo>
                      <a:pt x="1" y="7927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24389"/>
                <a:headEnd type="none" w="sm" len="sm"/>
                <a:tailEnd type="none" w="sm" len="sm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0" name="Google Shape;730;p9"/>
            <p:cNvGrpSpPr/>
            <p:nvPr/>
          </p:nvGrpSpPr>
          <p:grpSpPr>
            <a:xfrm>
              <a:off x="691" y="-811587"/>
              <a:ext cx="8773664" cy="6045679"/>
              <a:chOff x="514925" y="265275"/>
              <a:chExt cx="6322450" cy="4383150"/>
            </a:xfrm>
          </p:grpSpPr>
          <p:sp>
            <p:nvSpPr>
              <p:cNvPr id="731" name="Google Shape;731;p9"/>
              <p:cNvSpPr/>
              <p:nvPr/>
            </p:nvSpPr>
            <p:spPr>
              <a:xfrm>
                <a:off x="3124925" y="2269475"/>
                <a:ext cx="21675" cy="19650"/>
              </a:xfrm>
              <a:custGeom>
                <a:avLst/>
                <a:gdLst/>
                <a:ahLst/>
                <a:cxnLst/>
                <a:rect l="l" t="t" r="r" b="b"/>
                <a:pathLst>
                  <a:path w="867" h="786" extrusionOk="0">
                    <a:moveTo>
                      <a:pt x="436" y="0"/>
                    </a:moveTo>
                    <a:cubicBezTo>
                      <a:pt x="214" y="0"/>
                      <a:pt x="1" y="203"/>
                      <a:pt x="38" y="460"/>
                    </a:cubicBezTo>
                    <a:cubicBezTo>
                      <a:pt x="82" y="668"/>
                      <a:pt x="262" y="785"/>
                      <a:pt x="440" y="785"/>
                    </a:cubicBezTo>
                    <a:cubicBezTo>
                      <a:pt x="554" y="785"/>
                      <a:pt x="668" y="736"/>
                      <a:pt x="745" y="631"/>
                    </a:cubicBezTo>
                    <a:cubicBezTo>
                      <a:pt x="867" y="436"/>
                      <a:pt x="818" y="192"/>
                      <a:pt x="647" y="70"/>
                    </a:cubicBezTo>
                    <a:cubicBezTo>
                      <a:pt x="582" y="22"/>
                      <a:pt x="508" y="0"/>
                      <a:pt x="4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9"/>
              <p:cNvSpPr/>
              <p:nvPr/>
            </p:nvSpPr>
            <p:spPr>
              <a:xfrm>
                <a:off x="3577675" y="2099825"/>
                <a:ext cx="36000" cy="32225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1289" extrusionOk="0">
                    <a:moveTo>
                      <a:pt x="696" y="0"/>
                    </a:moveTo>
                    <a:cubicBezTo>
                      <a:pt x="324" y="0"/>
                      <a:pt x="1" y="338"/>
                      <a:pt x="74" y="758"/>
                    </a:cubicBezTo>
                    <a:cubicBezTo>
                      <a:pt x="132" y="1093"/>
                      <a:pt x="416" y="1289"/>
                      <a:pt x="703" y="1289"/>
                    </a:cubicBezTo>
                    <a:cubicBezTo>
                      <a:pt x="897" y="1289"/>
                      <a:pt x="1092" y="1199"/>
                      <a:pt x="1220" y="1002"/>
                    </a:cubicBezTo>
                    <a:cubicBezTo>
                      <a:pt x="1440" y="710"/>
                      <a:pt x="1366" y="319"/>
                      <a:pt x="1074" y="124"/>
                    </a:cubicBezTo>
                    <a:cubicBezTo>
                      <a:pt x="951" y="39"/>
                      <a:pt x="821" y="0"/>
                      <a:pt x="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9"/>
              <p:cNvSpPr/>
              <p:nvPr/>
            </p:nvSpPr>
            <p:spPr>
              <a:xfrm>
                <a:off x="3292625" y="2648125"/>
                <a:ext cx="21675" cy="19625"/>
              </a:xfrm>
              <a:custGeom>
                <a:avLst/>
                <a:gdLst/>
                <a:ahLst/>
                <a:cxnLst/>
                <a:rect l="l" t="t" r="r" b="b"/>
                <a:pathLst>
                  <a:path w="867" h="785" extrusionOk="0">
                    <a:moveTo>
                      <a:pt x="425" y="0"/>
                    </a:moveTo>
                    <a:cubicBezTo>
                      <a:pt x="199" y="0"/>
                      <a:pt x="0" y="203"/>
                      <a:pt x="37" y="460"/>
                    </a:cubicBezTo>
                    <a:cubicBezTo>
                      <a:pt x="81" y="668"/>
                      <a:pt x="261" y="785"/>
                      <a:pt x="439" y="785"/>
                    </a:cubicBezTo>
                    <a:cubicBezTo>
                      <a:pt x="554" y="785"/>
                      <a:pt x="668" y="736"/>
                      <a:pt x="744" y="631"/>
                    </a:cubicBezTo>
                    <a:cubicBezTo>
                      <a:pt x="866" y="436"/>
                      <a:pt x="817" y="192"/>
                      <a:pt x="647" y="70"/>
                    </a:cubicBezTo>
                    <a:cubicBezTo>
                      <a:pt x="575" y="22"/>
                      <a:pt x="498" y="0"/>
                      <a:pt x="4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9"/>
              <p:cNvSpPr/>
              <p:nvPr/>
            </p:nvSpPr>
            <p:spPr>
              <a:xfrm>
                <a:off x="2890625" y="2093225"/>
                <a:ext cx="38925" cy="34800"/>
              </a:xfrm>
              <a:custGeom>
                <a:avLst/>
                <a:gdLst/>
                <a:ahLst/>
                <a:cxnLst/>
                <a:rect l="l" t="t" r="r" b="b"/>
                <a:pathLst>
                  <a:path w="1557" h="1392" extrusionOk="0">
                    <a:moveTo>
                      <a:pt x="779" y="1"/>
                    </a:moveTo>
                    <a:cubicBezTo>
                      <a:pt x="371" y="1"/>
                      <a:pt x="0" y="365"/>
                      <a:pt x="93" y="827"/>
                    </a:cubicBezTo>
                    <a:cubicBezTo>
                      <a:pt x="152" y="1180"/>
                      <a:pt x="458" y="1391"/>
                      <a:pt x="773" y="1391"/>
                    </a:cubicBezTo>
                    <a:cubicBezTo>
                      <a:pt x="980" y="1391"/>
                      <a:pt x="1191" y="1299"/>
                      <a:pt x="1337" y="1096"/>
                    </a:cubicBezTo>
                    <a:cubicBezTo>
                      <a:pt x="1556" y="779"/>
                      <a:pt x="1483" y="340"/>
                      <a:pt x="1166" y="120"/>
                    </a:cubicBezTo>
                    <a:cubicBezTo>
                      <a:pt x="1042" y="38"/>
                      <a:pt x="909" y="1"/>
                      <a:pt x="7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9"/>
              <p:cNvSpPr/>
              <p:nvPr/>
            </p:nvSpPr>
            <p:spPr>
              <a:xfrm>
                <a:off x="2331350" y="2743125"/>
                <a:ext cx="23800" cy="19475"/>
              </a:xfrm>
              <a:custGeom>
                <a:avLst/>
                <a:gdLst/>
                <a:ahLst/>
                <a:cxnLst/>
                <a:rect l="l" t="t" r="r" b="b"/>
                <a:pathLst>
                  <a:path w="952" h="779" extrusionOk="0">
                    <a:moveTo>
                      <a:pt x="500" y="0"/>
                    </a:moveTo>
                    <a:cubicBezTo>
                      <a:pt x="440" y="0"/>
                      <a:pt x="377" y="16"/>
                      <a:pt x="318" y="50"/>
                    </a:cubicBezTo>
                    <a:cubicBezTo>
                      <a:pt x="1" y="221"/>
                      <a:pt x="50" y="660"/>
                      <a:pt x="391" y="758"/>
                    </a:cubicBezTo>
                    <a:cubicBezTo>
                      <a:pt x="430" y="772"/>
                      <a:pt x="470" y="779"/>
                      <a:pt x="510" y="779"/>
                    </a:cubicBezTo>
                    <a:cubicBezTo>
                      <a:pt x="667" y="779"/>
                      <a:pt x="816" y="670"/>
                      <a:pt x="855" y="514"/>
                    </a:cubicBezTo>
                    <a:cubicBezTo>
                      <a:pt x="952" y="241"/>
                      <a:pt x="739" y="0"/>
                      <a:pt x="5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9"/>
              <p:cNvSpPr/>
              <p:nvPr/>
            </p:nvSpPr>
            <p:spPr>
              <a:xfrm>
                <a:off x="2023450" y="3017650"/>
                <a:ext cx="23700" cy="20300"/>
              </a:xfrm>
              <a:custGeom>
                <a:avLst/>
                <a:gdLst/>
                <a:ahLst/>
                <a:cxnLst/>
                <a:rect l="l" t="t" r="r" b="b"/>
                <a:pathLst>
                  <a:path w="948" h="812" extrusionOk="0">
                    <a:moveTo>
                      <a:pt x="439" y="0"/>
                    </a:moveTo>
                    <a:cubicBezTo>
                      <a:pt x="278" y="0"/>
                      <a:pt x="121" y="93"/>
                      <a:pt x="73" y="313"/>
                    </a:cubicBezTo>
                    <a:cubicBezTo>
                      <a:pt x="0" y="508"/>
                      <a:pt x="122" y="727"/>
                      <a:pt x="342" y="801"/>
                    </a:cubicBezTo>
                    <a:cubicBezTo>
                      <a:pt x="371" y="808"/>
                      <a:pt x="400" y="811"/>
                      <a:pt x="430" y="811"/>
                    </a:cubicBezTo>
                    <a:cubicBezTo>
                      <a:pt x="599" y="811"/>
                      <a:pt x="767" y="698"/>
                      <a:pt x="829" y="532"/>
                    </a:cubicBezTo>
                    <a:cubicBezTo>
                      <a:pt x="948" y="221"/>
                      <a:pt x="689" y="0"/>
                      <a:pt x="4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9"/>
              <p:cNvSpPr/>
              <p:nvPr/>
            </p:nvSpPr>
            <p:spPr>
              <a:xfrm>
                <a:off x="5303750" y="2894950"/>
                <a:ext cx="23300" cy="19825"/>
              </a:xfrm>
              <a:custGeom>
                <a:avLst/>
                <a:gdLst/>
                <a:ahLst/>
                <a:cxnLst/>
                <a:rect l="l" t="t" r="r" b="b"/>
                <a:pathLst>
                  <a:path w="932" h="793" extrusionOk="0">
                    <a:moveTo>
                      <a:pt x="447" y="0"/>
                    </a:moveTo>
                    <a:cubicBezTo>
                      <a:pt x="202" y="0"/>
                      <a:pt x="0" y="241"/>
                      <a:pt x="78" y="514"/>
                    </a:cubicBezTo>
                    <a:cubicBezTo>
                      <a:pt x="120" y="680"/>
                      <a:pt x="285" y="793"/>
                      <a:pt x="468" y="793"/>
                    </a:cubicBezTo>
                    <a:cubicBezTo>
                      <a:pt x="500" y="793"/>
                      <a:pt x="533" y="789"/>
                      <a:pt x="566" y="782"/>
                    </a:cubicBezTo>
                    <a:cubicBezTo>
                      <a:pt x="883" y="660"/>
                      <a:pt x="932" y="221"/>
                      <a:pt x="639" y="50"/>
                    </a:cubicBezTo>
                    <a:cubicBezTo>
                      <a:pt x="575" y="16"/>
                      <a:pt x="510" y="0"/>
                      <a:pt x="4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9"/>
              <p:cNvSpPr/>
              <p:nvPr/>
            </p:nvSpPr>
            <p:spPr>
              <a:xfrm>
                <a:off x="4903150" y="2788850"/>
                <a:ext cx="23300" cy="19500"/>
              </a:xfrm>
              <a:custGeom>
                <a:avLst/>
                <a:gdLst/>
                <a:ahLst/>
                <a:cxnLst/>
                <a:rect l="l" t="t" r="r" b="b"/>
                <a:pathLst>
                  <a:path w="932" h="780" extrusionOk="0">
                    <a:moveTo>
                      <a:pt x="447" y="0"/>
                    </a:moveTo>
                    <a:cubicBezTo>
                      <a:pt x="202" y="0"/>
                      <a:pt x="0" y="242"/>
                      <a:pt x="78" y="514"/>
                    </a:cubicBezTo>
                    <a:cubicBezTo>
                      <a:pt x="136" y="670"/>
                      <a:pt x="273" y="779"/>
                      <a:pt x="438" y="779"/>
                    </a:cubicBezTo>
                    <a:cubicBezTo>
                      <a:pt x="479" y="779"/>
                      <a:pt x="522" y="772"/>
                      <a:pt x="566" y="758"/>
                    </a:cubicBezTo>
                    <a:cubicBezTo>
                      <a:pt x="907" y="660"/>
                      <a:pt x="932" y="221"/>
                      <a:pt x="639" y="50"/>
                    </a:cubicBezTo>
                    <a:cubicBezTo>
                      <a:pt x="575" y="16"/>
                      <a:pt x="509" y="0"/>
                      <a:pt x="4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9"/>
              <p:cNvSpPr/>
              <p:nvPr/>
            </p:nvSpPr>
            <p:spPr>
              <a:xfrm>
                <a:off x="4246575" y="4628675"/>
                <a:ext cx="23325" cy="19750"/>
              </a:xfrm>
              <a:custGeom>
                <a:avLst/>
                <a:gdLst/>
                <a:ahLst/>
                <a:cxnLst/>
                <a:rect l="l" t="t" r="r" b="b"/>
                <a:pathLst>
                  <a:path w="933" h="790" extrusionOk="0">
                    <a:moveTo>
                      <a:pt x="430" y="0"/>
                    </a:moveTo>
                    <a:cubicBezTo>
                      <a:pt x="393" y="0"/>
                      <a:pt x="356" y="6"/>
                      <a:pt x="317" y="17"/>
                    </a:cubicBezTo>
                    <a:cubicBezTo>
                      <a:pt x="122" y="90"/>
                      <a:pt x="0" y="309"/>
                      <a:pt x="49" y="504"/>
                    </a:cubicBezTo>
                    <a:cubicBezTo>
                      <a:pt x="102" y="691"/>
                      <a:pt x="264" y="790"/>
                      <a:pt x="429" y="790"/>
                    </a:cubicBezTo>
                    <a:cubicBezTo>
                      <a:pt x="565" y="790"/>
                      <a:pt x="703" y="721"/>
                      <a:pt x="781" y="578"/>
                    </a:cubicBezTo>
                    <a:cubicBezTo>
                      <a:pt x="932" y="318"/>
                      <a:pt x="719" y="0"/>
                      <a:pt x="4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9"/>
              <p:cNvSpPr/>
              <p:nvPr/>
            </p:nvSpPr>
            <p:spPr>
              <a:xfrm>
                <a:off x="3845850" y="4522350"/>
                <a:ext cx="23925" cy="19825"/>
              </a:xfrm>
              <a:custGeom>
                <a:avLst/>
                <a:gdLst/>
                <a:ahLst/>
                <a:cxnLst/>
                <a:rect l="l" t="t" r="r" b="b"/>
                <a:pathLst>
                  <a:path w="957" h="793" extrusionOk="0">
                    <a:moveTo>
                      <a:pt x="457" y="0"/>
                    </a:moveTo>
                    <a:cubicBezTo>
                      <a:pt x="217" y="0"/>
                      <a:pt x="0" y="241"/>
                      <a:pt x="78" y="514"/>
                    </a:cubicBezTo>
                    <a:cubicBezTo>
                      <a:pt x="140" y="680"/>
                      <a:pt x="309" y="793"/>
                      <a:pt x="478" y="793"/>
                    </a:cubicBezTo>
                    <a:cubicBezTo>
                      <a:pt x="507" y="793"/>
                      <a:pt x="537" y="789"/>
                      <a:pt x="566" y="782"/>
                    </a:cubicBezTo>
                    <a:cubicBezTo>
                      <a:pt x="907" y="684"/>
                      <a:pt x="956" y="221"/>
                      <a:pt x="639" y="50"/>
                    </a:cubicBezTo>
                    <a:cubicBezTo>
                      <a:pt x="580" y="16"/>
                      <a:pt x="518" y="0"/>
                      <a:pt x="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9"/>
              <p:cNvSpPr/>
              <p:nvPr/>
            </p:nvSpPr>
            <p:spPr>
              <a:xfrm>
                <a:off x="6364650" y="2417850"/>
                <a:ext cx="23975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959" h="784" extrusionOk="0">
                    <a:moveTo>
                      <a:pt x="482" y="0"/>
                    </a:moveTo>
                    <a:cubicBezTo>
                      <a:pt x="303" y="0"/>
                      <a:pt x="141" y="99"/>
                      <a:pt x="80" y="281"/>
                    </a:cubicBezTo>
                    <a:cubicBezTo>
                      <a:pt x="0" y="540"/>
                      <a:pt x="214" y="783"/>
                      <a:pt x="468" y="783"/>
                    </a:cubicBezTo>
                    <a:cubicBezTo>
                      <a:pt x="525" y="783"/>
                      <a:pt x="583" y="771"/>
                      <a:pt x="641" y="744"/>
                    </a:cubicBezTo>
                    <a:cubicBezTo>
                      <a:pt x="958" y="574"/>
                      <a:pt x="909" y="135"/>
                      <a:pt x="592" y="13"/>
                    </a:cubicBezTo>
                    <a:cubicBezTo>
                      <a:pt x="555" y="5"/>
                      <a:pt x="518" y="0"/>
                      <a:pt x="4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9"/>
              <p:cNvSpPr/>
              <p:nvPr/>
            </p:nvSpPr>
            <p:spPr>
              <a:xfrm>
                <a:off x="6096525" y="2103225"/>
                <a:ext cx="2470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988" h="784" extrusionOk="0">
                    <a:moveTo>
                      <a:pt x="451" y="0"/>
                    </a:moveTo>
                    <a:cubicBezTo>
                      <a:pt x="272" y="0"/>
                      <a:pt x="110" y="99"/>
                      <a:pt x="49" y="281"/>
                    </a:cubicBezTo>
                    <a:cubicBezTo>
                      <a:pt x="0" y="476"/>
                      <a:pt x="98" y="696"/>
                      <a:pt x="318" y="769"/>
                    </a:cubicBezTo>
                    <a:cubicBezTo>
                      <a:pt x="355" y="779"/>
                      <a:pt x="391" y="783"/>
                      <a:pt x="426" y="783"/>
                    </a:cubicBezTo>
                    <a:cubicBezTo>
                      <a:pt x="816" y="783"/>
                      <a:pt x="987" y="192"/>
                      <a:pt x="561" y="13"/>
                    </a:cubicBezTo>
                    <a:cubicBezTo>
                      <a:pt x="524" y="4"/>
                      <a:pt x="487" y="0"/>
                      <a:pt x="4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9"/>
              <p:cNvSpPr/>
              <p:nvPr/>
            </p:nvSpPr>
            <p:spPr>
              <a:xfrm>
                <a:off x="4086375" y="3790050"/>
                <a:ext cx="49250" cy="44525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781" extrusionOk="0">
                    <a:moveTo>
                      <a:pt x="968" y="1"/>
                    </a:moveTo>
                    <a:cubicBezTo>
                      <a:pt x="464" y="1"/>
                      <a:pt x="0" y="451"/>
                      <a:pt x="91" y="1050"/>
                    </a:cubicBezTo>
                    <a:cubicBezTo>
                      <a:pt x="178" y="1515"/>
                      <a:pt x="577" y="1781"/>
                      <a:pt x="978" y="1781"/>
                    </a:cubicBezTo>
                    <a:cubicBezTo>
                      <a:pt x="1250" y="1781"/>
                      <a:pt x="1523" y="1658"/>
                      <a:pt x="1701" y="1392"/>
                    </a:cubicBezTo>
                    <a:cubicBezTo>
                      <a:pt x="1969" y="977"/>
                      <a:pt x="1872" y="440"/>
                      <a:pt x="1481" y="172"/>
                    </a:cubicBezTo>
                    <a:cubicBezTo>
                      <a:pt x="1319" y="54"/>
                      <a:pt x="1141" y="1"/>
                      <a:pt x="9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9"/>
              <p:cNvSpPr/>
              <p:nvPr/>
            </p:nvSpPr>
            <p:spPr>
              <a:xfrm>
                <a:off x="4192000" y="4031600"/>
                <a:ext cx="49700" cy="44575"/>
              </a:xfrm>
              <a:custGeom>
                <a:avLst/>
                <a:gdLst/>
                <a:ahLst/>
                <a:cxnLst/>
                <a:rect l="l" t="t" r="r" b="b"/>
                <a:pathLst>
                  <a:path w="1988" h="1783" extrusionOk="0">
                    <a:moveTo>
                      <a:pt x="983" y="0"/>
                    </a:moveTo>
                    <a:cubicBezTo>
                      <a:pt x="465" y="0"/>
                      <a:pt x="0" y="462"/>
                      <a:pt x="110" y="1046"/>
                    </a:cubicBezTo>
                    <a:cubicBezTo>
                      <a:pt x="198" y="1516"/>
                      <a:pt x="595" y="1782"/>
                      <a:pt x="998" y="1782"/>
                    </a:cubicBezTo>
                    <a:cubicBezTo>
                      <a:pt x="1265" y="1782"/>
                      <a:pt x="1535" y="1665"/>
                      <a:pt x="1720" y="1412"/>
                    </a:cubicBezTo>
                    <a:cubicBezTo>
                      <a:pt x="1988" y="998"/>
                      <a:pt x="1890" y="437"/>
                      <a:pt x="1500" y="168"/>
                    </a:cubicBezTo>
                    <a:cubicBezTo>
                      <a:pt x="1335" y="52"/>
                      <a:pt x="1156" y="0"/>
                      <a:pt x="9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9"/>
              <p:cNvSpPr/>
              <p:nvPr/>
            </p:nvSpPr>
            <p:spPr>
              <a:xfrm>
                <a:off x="2743075" y="947275"/>
                <a:ext cx="49875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1995" h="1788" extrusionOk="0">
                    <a:moveTo>
                      <a:pt x="986" y="0"/>
                    </a:moveTo>
                    <a:cubicBezTo>
                      <a:pt x="468" y="0"/>
                      <a:pt x="0" y="466"/>
                      <a:pt x="93" y="1057"/>
                    </a:cubicBezTo>
                    <a:cubicBezTo>
                      <a:pt x="180" y="1521"/>
                      <a:pt x="569" y="1787"/>
                      <a:pt x="968" y="1787"/>
                    </a:cubicBezTo>
                    <a:cubicBezTo>
                      <a:pt x="1240" y="1787"/>
                      <a:pt x="1515" y="1665"/>
                      <a:pt x="1702" y="1398"/>
                    </a:cubicBezTo>
                    <a:cubicBezTo>
                      <a:pt x="1995" y="1008"/>
                      <a:pt x="1873" y="447"/>
                      <a:pt x="1483" y="154"/>
                    </a:cubicBezTo>
                    <a:cubicBezTo>
                      <a:pt x="1323" y="48"/>
                      <a:pt x="1152" y="0"/>
                      <a:pt x="9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9"/>
              <p:cNvSpPr/>
              <p:nvPr/>
            </p:nvSpPr>
            <p:spPr>
              <a:xfrm>
                <a:off x="2848725" y="1189600"/>
                <a:ext cx="49725" cy="44425"/>
              </a:xfrm>
              <a:custGeom>
                <a:avLst/>
                <a:gdLst/>
                <a:ahLst/>
                <a:cxnLst/>
                <a:rect l="l" t="t" r="r" b="b"/>
                <a:pathLst>
                  <a:path w="1989" h="1777" extrusionOk="0">
                    <a:moveTo>
                      <a:pt x="983" y="0"/>
                    </a:moveTo>
                    <a:cubicBezTo>
                      <a:pt x="466" y="0"/>
                      <a:pt x="1" y="462"/>
                      <a:pt x="110" y="1046"/>
                    </a:cubicBezTo>
                    <a:cubicBezTo>
                      <a:pt x="197" y="1511"/>
                      <a:pt x="596" y="1777"/>
                      <a:pt x="997" y="1777"/>
                    </a:cubicBezTo>
                    <a:cubicBezTo>
                      <a:pt x="1269" y="1777"/>
                      <a:pt x="1542" y="1654"/>
                      <a:pt x="1720" y="1388"/>
                    </a:cubicBezTo>
                    <a:cubicBezTo>
                      <a:pt x="1988" y="998"/>
                      <a:pt x="1891" y="437"/>
                      <a:pt x="1501" y="168"/>
                    </a:cubicBezTo>
                    <a:cubicBezTo>
                      <a:pt x="1335" y="52"/>
                      <a:pt x="1156" y="0"/>
                      <a:pt x="9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9"/>
              <p:cNvSpPr/>
              <p:nvPr/>
            </p:nvSpPr>
            <p:spPr>
              <a:xfrm>
                <a:off x="1001825" y="2874925"/>
                <a:ext cx="49700" cy="44575"/>
              </a:xfrm>
              <a:custGeom>
                <a:avLst/>
                <a:gdLst/>
                <a:ahLst/>
                <a:cxnLst/>
                <a:rect l="l" t="t" r="r" b="b"/>
                <a:pathLst>
                  <a:path w="1988" h="1783" extrusionOk="0">
                    <a:moveTo>
                      <a:pt x="972" y="0"/>
                    </a:moveTo>
                    <a:cubicBezTo>
                      <a:pt x="465" y="0"/>
                      <a:pt x="0" y="462"/>
                      <a:pt x="110" y="1046"/>
                    </a:cubicBezTo>
                    <a:cubicBezTo>
                      <a:pt x="183" y="1516"/>
                      <a:pt x="583" y="1782"/>
                      <a:pt x="985" y="1782"/>
                    </a:cubicBezTo>
                    <a:cubicBezTo>
                      <a:pt x="1252" y="1782"/>
                      <a:pt x="1520" y="1665"/>
                      <a:pt x="1695" y="1412"/>
                    </a:cubicBezTo>
                    <a:cubicBezTo>
                      <a:pt x="1988" y="998"/>
                      <a:pt x="1890" y="437"/>
                      <a:pt x="1476" y="168"/>
                    </a:cubicBezTo>
                    <a:cubicBezTo>
                      <a:pt x="1317" y="52"/>
                      <a:pt x="1142" y="0"/>
                      <a:pt x="9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9"/>
              <p:cNvSpPr/>
              <p:nvPr/>
            </p:nvSpPr>
            <p:spPr>
              <a:xfrm>
                <a:off x="1107300" y="3117600"/>
                <a:ext cx="49725" cy="44425"/>
              </a:xfrm>
              <a:custGeom>
                <a:avLst/>
                <a:gdLst/>
                <a:ahLst/>
                <a:cxnLst/>
                <a:rect l="l" t="t" r="r" b="b"/>
                <a:pathLst>
                  <a:path w="1989" h="1777" extrusionOk="0">
                    <a:moveTo>
                      <a:pt x="983" y="0"/>
                    </a:moveTo>
                    <a:cubicBezTo>
                      <a:pt x="466" y="0"/>
                      <a:pt x="1" y="462"/>
                      <a:pt x="110" y="1046"/>
                    </a:cubicBezTo>
                    <a:cubicBezTo>
                      <a:pt x="197" y="1511"/>
                      <a:pt x="596" y="1777"/>
                      <a:pt x="997" y="1777"/>
                    </a:cubicBezTo>
                    <a:cubicBezTo>
                      <a:pt x="1269" y="1777"/>
                      <a:pt x="1542" y="1654"/>
                      <a:pt x="1720" y="1388"/>
                    </a:cubicBezTo>
                    <a:cubicBezTo>
                      <a:pt x="1988" y="973"/>
                      <a:pt x="1891" y="437"/>
                      <a:pt x="1501" y="168"/>
                    </a:cubicBezTo>
                    <a:cubicBezTo>
                      <a:pt x="1335" y="52"/>
                      <a:pt x="1156" y="0"/>
                      <a:pt x="9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9"/>
              <p:cNvSpPr/>
              <p:nvPr/>
            </p:nvSpPr>
            <p:spPr>
              <a:xfrm>
                <a:off x="6416000" y="1973775"/>
                <a:ext cx="56150" cy="44500"/>
              </a:xfrm>
              <a:custGeom>
                <a:avLst/>
                <a:gdLst/>
                <a:ahLst/>
                <a:cxnLst/>
                <a:rect l="l" t="t" r="r" b="b"/>
                <a:pathLst>
                  <a:path w="2246" h="1780" extrusionOk="0">
                    <a:moveTo>
                      <a:pt x="1097" y="1"/>
                    </a:moveTo>
                    <a:cubicBezTo>
                      <a:pt x="466" y="1"/>
                      <a:pt x="1" y="713"/>
                      <a:pt x="343" y="1313"/>
                    </a:cubicBezTo>
                    <a:cubicBezTo>
                      <a:pt x="495" y="1616"/>
                      <a:pt x="797" y="1779"/>
                      <a:pt x="1115" y="1779"/>
                    </a:cubicBezTo>
                    <a:cubicBezTo>
                      <a:pt x="1257" y="1779"/>
                      <a:pt x="1402" y="1747"/>
                      <a:pt x="1538" y="1679"/>
                    </a:cubicBezTo>
                    <a:cubicBezTo>
                      <a:pt x="2246" y="1288"/>
                      <a:pt x="2124" y="264"/>
                      <a:pt x="1368" y="45"/>
                    </a:cubicBezTo>
                    <a:cubicBezTo>
                      <a:pt x="1275" y="15"/>
                      <a:pt x="1184" y="1"/>
                      <a:pt x="10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9"/>
              <p:cNvSpPr/>
              <p:nvPr/>
            </p:nvSpPr>
            <p:spPr>
              <a:xfrm>
                <a:off x="6152475" y="1959900"/>
                <a:ext cx="55650" cy="44625"/>
              </a:xfrm>
              <a:custGeom>
                <a:avLst/>
                <a:gdLst/>
                <a:ahLst/>
                <a:cxnLst/>
                <a:rect l="l" t="t" r="r" b="b"/>
                <a:pathLst>
                  <a:path w="2226" h="1785" extrusionOk="0">
                    <a:moveTo>
                      <a:pt x="1089" y="1"/>
                    </a:moveTo>
                    <a:cubicBezTo>
                      <a:pt x="457" y="1"/>
                      <a:pt x="0" y="682"/>
                      <a:pt x="323" y="1307"/>
                    </a:cubicBezTo>
                    <a:cubicBezTo>
                      <a:pt x="491" y="1609"/>
                      <a:pt x="798" y="1784"/>
                      <a:pt x="1116" y="1784"/>
                    </a:cubicBezTo>
                    <a:cubicBezTo>
                      <a:pt x="1260" y="1784"/>
                      <a:pt x="1406" y="1749"/>
                      <a:pt x="1543" y="1673"/>
                    </a:cubicBezTo>
                    <a:cubicBezTo>
                      <a:pt x="2226" y="1282"/>
                      <a:pt x="2104" y="258"/>
                      <a:pt x="1348" y="39"/>
                    </a:cubicBezTo>
                    <a:cubicBezTo>
                      <a:pt x="1259" y="13"/>
                      <a:pt x="1172" y="1"/>
                      <a:pt x="10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9"/>
              <p:cNvSpPr/>
              <p:nvPr/>
            </p:nvSpPr>
            <p:spPr>
              <a:xfrm>
                <a:off x="838100" y="3028025"/>
                <a:ext cx="21975" cy="19875"/>
              </a:xfrm>
              <a:custGeom>
                <a:avLst/>
                <a:gdLst/>
                <a:ahLst/>
                <a:cxnLst/>
                <a:rect l="l" t="t" r="r" b="b"/>
                <a:pathLst>
                  <a:path w="879" h="795" extrusionOk="0">
                    <a:moveTo>
                      <a:pt x="445" y="1"/>
                    </a:moveTo>
                    <a:cubicBezTo>
                      <a:pt x="322" y="1"/>
                      <a:pt x="198" y="60"/>
                      <a:pt x="122" y="166"/>
                    </a:cubicBezTo>
                    <a:cubicBezTo>
                      <a:pt x="0" y="361"/>
                      <a:pt x="49" y="605"/>
                      <a:pt x="220" y="727"/>
                    </a:cubicBezTo>
                    <a:cubicBezTo>
                      <a:pt x="284" y="773"/>
                      <a:pt x="359" y="795"/>
                      <a:pt x="434" y="795"/>
                    </a:cubicBezTo>
                    <a:cubicBezTo>
                      <a:pt x="557" y="795"/>
                      <a:pt x="681" y="736"/>
                      <a:pt x="757" y="630"/>
                    </a:cubicBezTo>
                    <a:cubicBezTo>
                      <a:pt x="879" y="434"/>
                      <a:pt x="854" y="191"/>
                      <a:pt x="659" y="69"/>
                    </a:cubicBezTo>
                    <a:cubicBezTo>
                      <a:pt x="595" y="23"/>
                      <a:pt x="520" y="1"/>
                      <a:pt x="4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9"/>
              <p:cNvSpPr/>
              <p:nvPr/>
            </p:nvSpPr>
            <p:spPr>
              <a:xfrm>
                <a:off x="1291150" y="2858350"/>
                <a:ext cx="36000" cy="32225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1289" extrusionOk="0">
                    <a:moveTo>
                      <a:pt x="706" y="0"/>
                    </a:moveTo>
                    <a:cubicBezTo>
                      <a:pt x="337" y="0"/>
                      <a:pt x="0" y="338"/>
                      <a:pt x="73" y="758"/>
                    </a:cubicBezTo>
                    <a:cubicBezTo>
                      <a:pt x="131" y="1093"/>
                      <a:pt x="415" y="1289"/>
                      <a:pt x="702" y="1289"/>
                    </a:cubicBezTo>
                    <a:cubicBezTo>
                      <a:pt x="896" y="1289"/>
                      <a:pt x="1092" y="1199"/>
                      <a:pt x="1220" y="1002"/>
                    </a:cubicBezTo>
                    <a:cubicBezTo>
                      <a:pt x="1439" y="709"/>
                      <a:pt x="1366" y="319"/>
                      <a:pt x="1073" y="124"/>
                    </a:cubicBezTo>
                    <a:cubicBezTo>
                      <a:pt x="957" y="38"/>
                      <a:pt x="830" y="0"/>
                      <a:pt x="7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9"/>
              <p:cNvSpPr/>
              <p:nvPr/>
            </p:nvSpPr>
            <p:spPr>
              <a:xfrm>
                <a:off x="1006075" y="3407000"/>
                <a:ext cx="21675" cy="19750"/>
              </a:xfrm>
              <a:custGeom>
                <a:avLst/>
                <a:gdLst/>
                <a:ahLst/>
                <a:cxnLst/>
                <a:rect l="l" t="t" r="r" b="b"/>
                <a:pathLst>
                  <a:path w="867" h="790" extrusionOk="0">
                    <a:moveTo>
                      <a:pt x="430" y="0"/>
                    </a:moveTo>
                    <a:cubicBezTo>
                      <a:pt x="210" y="0"/>
                      <a:pt x="1" y="215"/>
                      <a:pt x="37" y="470"/>
                    </a:cubicBezTo>
                    <a:cubicBezTo>
                      <a:pt x="81" y="673"/>
                      <a:pt x="254" y="790"/>
                      <a:pt x="427" y="790"/>
                    </a:cubicBezTo>
                    <a:cubicBezTo>
                      <a:pt x="546" y="790"/>
                      <a:pt x="666" y="735"/>
                      <a:pt x="745" y="616"/>
                    </a:cubicBezTo>
                    <a:cubicBezTo>
                      <a:pt x="867" y="446"/>
                      <a:pt x="818" y="202"/>
                      <a:pt x="647" y="80"/>
                    </a:cubicBezTo>
                    <a:cubicBezTo>
                      <a:pt x="580" y="25"/>
                      <a:pt x="504" y="0"/>
                      <a:pt x="4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603950" y="2851575"/>
                <a:ext cx="39050" cy="35000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400" extrusionOk="0">
                    <a:moveTo>
                      <a:pt x="769" y="1"/>
                    </a:moveTo>
                    <a:cubicBezTo>
                      <a:pt x="551" y="1"/>
                      <a:pt x="340" y="103"/>
                      <a:pt x="220" y="297"/>
                    </a:cubicBezTo>
                    <a:cubicBezTo>
                      <a:pt x="1" y="615"/>
                      <a:pt x="74" y="1054"/>
                      <a:pt x="391" y="1273"/>
                    </a:cubicBezTo>
                    <a:cubicBezTo>
                      <a:pt x="504" y="1358"/>
                      <a:pt x="640" y="1399"/>
                      <a:pt x="776" y="1399"/>
                    </a:cubicBezTo>
                    <a:cubicBezTo>
                      <a:pt x="991" y="1399"/>
                      <a:pt x="1208" y="1297"/>
                      <a:pt x="1342" y="1102"/>
                    </a:cubicBezTo>
                    <a:cubicBezTo>
                      <a:pt x="1562" y="785"/>
                      <a:pt x="1489" y="346"/>
                      <a:pt x="1172" y="127"/>
                    </a:cubicBezTo>
                    <a:cubicBezTo>
                      <a:pt x="1049" y="42"/>
                      <a:pt x="907" y="1"/>
                      <a:pt x="7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9"/>
              <p:cNvSpPr/>
              <p:nvPr/>
            </p:nvSpPr>
            <p:spPr>
              <a:xfrm>
                <a:off x="4762375" y="4210775"/>
                <a:ext cx="23825" cy="19675"/>
              </a:xfrm>
              <a:custGeom>
                <a:avLst/>
                <a:gdLst/>
                <a:ahLst/>
                <a:cxnLst/>
                <a:rect l="l" t="t" r="r" b="b"/>
                <a:pathLst>
                  <a:path w="953" h="787" extrusionOk="0">
                    <a:moveTo>
                      <a:pt x="539" y="1"/>
                    </a:moveTo>
                    <a:cubicBezTo>
                      <a:pt x="1" y="1"/>
                      <a:pt x="8" y="786"/>
                      <a:pt x="498" y="786"/>
                    </a:cubicBezTo>
                    <a:cubicBezTo>
                      <a:pt x="519" y="786"/>
                      <a:pt x="540" y="785"/>
                      <a:pt x="563" y="782"/>
                    </a:cubicBezTo>
                    <a:cubicBezTo>
                      <a:pt x="782" y="782"/>
                      <a:pt x="953" y="611"/>
                      <a:pt x="953" y="392"/>
                    </a:cubicBezTo>
                    <a:cubicBezTo>
                      <a:pt x="953" y="172"/>
                      <a:pt x="758" y="1"/>
                      <a:pt x="563" y="1"/>
                    </a:cubicBezTo>
                    <a:cubicBezTo>
                      <a:pt x="555" y="1"/>
                      <a:pt x="547" y="1"/>
                      <a:pt x="5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9"/>
              <p:cNvSpPr/>
              <p:nvPr/>
            </p:nvSpPr>
            <p:spPr>
              <a:xfrm>
                <a:off x="5031300" y="3802875"/>
                <a:ext cx="37650" cy="32200"/>
              </a:xfrm>
              <a:custGeom>
                <a:avLst/>
                <a:gdLst/>
                <a:ahLst/>
                <a:cxnLst/>
                <a:rect l="l" t="t" r="r" b="b"/>
                <a:pathLst>
                  <a:path w="1506" h="1288" extrusionOk="0">
                    <a:moveTo>
                      <a:pt x="854" y="1"/>
                    </a:moveTo>
                    <a:cubicBezTo>
                      <a:pt x="269" y="1"/>
                      <a:pt x="1" y="708"/>
                      <a:pt x="415" y="1098"/>
                    </a:cubicBezTo>
                    <a:cubicBezTo>
                      <a:pt x="547" y="1230"/>
                      <a:pt x="705" y="1287"/>
                      <a:pt x="859" y="1287"/>
                    </a:cubicBezTo>
                    <a:cubicBezTo>
                      <a:pt x="1192" y="1287"/>
                      <a:pt x="1505" y="1018"/>
                      <a:pt x="1488" y="635"/>
                    </a:cubicBezTo>
                    <a:cubicBezTo>
                      <a:pt x="1488" y="269"/>
                      <a:pt x="1196" y="1"/>
                      <a:pt x="8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5120925" y="4419325"/>
                <a:ext cx="23025" cy="19825"/>
              </a:xfrm>
              <a:custGeom>
                <a:avLst/>
                <a:gdLst/>
                <a:ahLst/>
                <a:cxnLst/>
                <a:rect l="l" t="t" r="r" b="b"/>
                <a:pathLst>
                  <a:path w="921" h="793" extrusionOk="0">
                    <a:moveTo>
                      <a:pt x="513" y="1"/>
                    </a:moveTo>
                    <a:cubicBezTo>
                      <a:pt x="172" y="25"/>
                      <a:pt x="1" y="440"/>
                      <a:pt x="245" y="683"/>
                    </a:cubicBezTo>
                    <a:cubicBezTo>
                      <a:pt x="328" y="759"/>
                      <a:pt x="425" y="792"/>
                      <a:pt x="519" y="792"/>
                    </a:cubicBezTo>
                    <a:cubicBezTo>
                      <a:pt x="728" y="792"/>
                      <a:pt x="920" y="626"/>
                      <a:pt x="903" y="391"/>
                    </a:cubicBezTo>
                    <a:cubicBezTo>
                      <a:pt x="903" y="171"/>
                      <a:pt x="733" y="1"/>
                      <a:pt x="5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4470950" y="4199175"/>
                <a:ext cx="40875" cy="3442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377" extrusionOk="0">
                    <a:moveTo>
                      <a:pt x="967" y="1"/>
                    </a:moveTo>
                    <a:cubicBezTo>
                      <a:pt x="954" y="1"/>
                      <a:pt x="941" y="1"/>
                      <a:pt x="927" y="2"/>
                    </a:cubicBezTo>
                    <a:cubicBezTo>
                      <a:pt x="293" y="2"/>
                      <a:pt x="0" y="758"/>
                      <a:pt x="464" y="1173"/>
                    </a:cubicBezTo>
                    <a:cubicBezTo>
                      <a:pt x="605" y="1314"/>
                      <a:pt x="777" y="1377"/>
                      <a:pt x="945" y="1377"/>
                    </a:cubicBezTo>
                    <a:cubicBezTo>
                      <a:pt x="1298" y="1377"/>
                      <a:pt x="1635" y="1098"/>
                      <a:pt x="1635" y="685"/>
                    </a:cubicBezTo>
                    <a:cubicBezTo>
                      <a:pt x="1611" y="309"/>
                      <a:pt x="1316" y="1"/>
                      <a:pt x="9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4312425" y="3064350"/>
                <a:ext cx="18650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746" h="595" extrusionOk="0">
                    <a:moveTo>
                      <a:pt x="376" y="0"/>
                    </a:moveTo>
                    <a:cubicBezTo>
                      <a:pt x="357" y="0"/>
                      <a:pt x="337" y="2"/>
                      <a:pt x="317" y="6"/>
                    </a:cubicBezTo>
                    <a:cubicBezTo>
                      <a:pt x="73" y="55"/>
                      <a:pt x="0" y="396"/>
                      <a:pt x="220" y="542"/>
                    </a:cubicBezTo>
                    <a:cubicBezTo>
                      <a:pt x="264" y="578"/>
                      <a:pt x="319" y="594"/>
                      <a:pt x="374" y="594"/>
                    </a:cubicBezTo>
                    <a:cubicBezTo>
                      <a:pt x="468" y="594"/>
                      <a:pt x="564" y="546"/>
                      <a:pt x="610" y="469"/>
                    </a:cubicBezTo>
                    <a:cubicBezTo>
                      <a:pt x="745" y="266"/>
                      <a:pt x="609" y="0"/>
                      <a:pt x="3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4648375" y="2931250"/>
                <a:ext cx="26875" cy="23800"/>
              </a:xfrm>
              <a:custGeom>
                <a:avLst/>
                <a:gdLst/>
                <a:ahLst/>
                <a:cxnLst/>
                <a:rect l="l" t="t" r="r" b="b"/>
                <a:pathLst>
                  <a:path w="1075" h="952" extrusionOk="0">
                    <a:moveTo>
                      <a:pt x="533" y="1"/>
                    </a:moveTo>
                    <a:cubicBezTo>
                      <a:pt x="249" y="1"/>
                      <a:pt x="0" y="259"/>
                      <a:pt x="74" y="574"/>
                    </a:cubicBezTo>
                    <a:cubicBezTo>
                      <a:pt x="117" y="817"/>
                      <a:pt x="328" y="952"/>
                      <a:pt x="540" y="952"/>
                    </a:cubicBezTo>
                    <a:cubicBezTo>
                      <a:pt x="688" y="952"/>
                      <a:pt x="837" y="885"/>
                      <a:pt x="928" y="745"/>
                    </a:cubicBezTo>
                    <a:cubicBezTo>
                      <a:pt x="1074" y="525"/>
                      <a:pt x="1025" y="232"/>
                      <a:pt x="806" y="86"/>
                    </a:cubicBezTo>
                    <a:cubicBezTo>
                      <a:pt x="717" y="27"/>
                      <a:pt x="623" y="1"/>
                      <a:pt x="5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4444425" y="3344225"/>
                <a:ext cx="16175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647" h="576" extrusionOk="0">
                    <a:moveTo>
                      <a:pt x="316" y="1"/>
                    </a:moveTo>
                    <a:cubicBezTo>
                      <a:pt x="155" y="1"/>
                      <a:pt x="1" y="147"/>
                      <a:pt x="37" y="347"/>
                    </a:cubicBezTo>
                    <a:cubicBezTo>
                      <a:pt x="66" y="491"/>
                      <a:pt x="197" y="575"/>
                      <a:pt x="329" y="575"/>
                    </a:cubicBezTo>
                    <a:cubicBezTo>
                      <a:pt x="421" y="575"/>
                      <a:pt x="514" y="535"/>
                      <a:pt x="574" y="445"/>
                    </a:cubicBezTo>
                    <a:cubicBezTo>
                      <a:pt x="647" y="298"/>
                      <a:pt x="622" y="128"/>
                      <a:pt x="476" y="54"/>
                    </a:cubicBezTo>
                    <a:cubicBezTo>
                      <a:pt x="427" y="17"/>
                      <a:pt x="371" y="1"/>
                      <a:pt x="31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4136650" y="2936500"/>
                <a:ext cx="288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154" h="1038" extrusionOk="0">
                    <a:moveTo>
                      <a:pt x="567" y="1"/>
                    </a:moveTo>
                    <a:cubicBezTo>
                      <a:pt x="266" y="1"/>
                      <a:pt x="0" y="282"/>
                      <a:pt x="56" y="632"/>
                    </a:cubicBezTo>
                    <a:cubicBezTo>
                      <a:pt x="113" y="890"/>
                      <a:pt x="338" y="1038"/>
                      <a:pt x="568" y="1038"/>
                    </a:cubicBezTo>
                    <a:cubicBezTo>
                      <a:pt x="731" y="1038"/>
                      <a:pt x="896" y="964"/>
                      <a:pt x="1007" y="803"/>
                    </a:cubicBezTo>
                    <a:cubicBezTo>
                      <a:pt x="1153" y="559"/>
                      <a:pt x="1104" y="242"/>
                      <a:pt x="861" y="96"/>
                    </a:cubicBezTo>
                    <a:cubicBezTo>
                      <a:pt x="765" y="30"/>
                      <a:pt x="664" y="1"/>
                      <a:pt x="5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9"/>
              <p:cNvSpPr/>
              <p:nvPr/>
            </p:nvSpPr>
            <p:spPr>
              <a:xfrm>
                <a:off x="6485200" y="3013775"/>
                <a:ext cx="19875" cy="18500"/>
              </a:xfrm>
              <a:custGeom>
                <a:avLst/>
                <a:gdLst/>
                <a:ahLst/>
                <a:cxnLst/>
                <a:rect l="l" t="t" r="r" b="b"/>
                <a:pathLst>
                  <a:path w="795" h="740" extrusionOk="0">
                    <a:moveTo>
                      <a:pt x="376" y="1"/>
                    </a:moveTo>
                    <a:cubicBezTo>
                      <a:pt x="209" y="1"/>
                      <a:pt x="47" y="102"/>
                      <a:pt x="14" y="322"/>
                    </a:cubicBezTo>
                    <a:cubicBezTo>
                      <a:pt x="1" y="590"/>
                      <a:pt x="208" y="740"/>
                      <a:pt x="414" y="740"/>
                    </a:cubicBezTo>
                    <a:cubicBezTo>
                      <a:pt x="583" y="740"/>
                      <a:pt x="751" y="639"/>
                      <a:pt x="795" y="419"/>
                    </a:cubicBezTo>
                    <a:cubicBezTo>
                      <a:pt x="795" y="151"/>
                      <a:pt x="581" y="1"/>
                      <a:pt x="37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9"/>
              <p:cNvSpPr/>
              <p:nvPr/>
            </p:nvSpPr>
            <p:spPr>
              <a:xfrm>
                <a:off x="6799425" y="2643625"/>
                <a:ext cx="37950" cy="32050"/>
              </a:xfrm>
              <a:custGeom>
                <a:avLst/>
                <a:gdLst/>
                <a:ahLst/>
                <a:cxnLst/>
                <a:rect l="l" t="t" r="r" b="b"/>
                <a:pathLst>
                  <a:path w="1518" h="1282" extrusionOk="0">
                    <a:moveTo>
                      <a:pt x="823" y="0"/>
                    </a:moveTo>
                    <a:cubicBezTo>
                      <a:pt x="311" y="0"/>
                      <a:pt x="0" y="614"/>
                      <a:pt x="347" y="1030"/>
                    </a:cubicBezTo>
                    <a:cubicBezTo>
                      <a:pt x="475" y="1204"/>
                      <a:pt x="658" y="1282"/>
                      <a:pt x="838" y="1282"/>
                    </a:cubicBezTo>
                    <a:cubicBezTo>
                      <a:pt x="1141" y="1282"/>
                      <a:pt x="1439" y="1064"/>
                      <a:pt x="1469" y="713"/>
                    </a:cubicBezTo>
                    <a:cubicBezTo>
                      <a:pt x="1518" y="347"/>
                      <a:pt x="1250" y="30"/>
                      <a:pt x="908" y="6"/>
                    </a:cubicBezTo>
                    <a:cubicBezTo>
                      <a:pt x="879" y="2"/>
                      <a:pt x="851" y="0"/>
                      <a:pt x="8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6810850" y="3265600"/>
                <a:ext cx="23500" cy="1945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778" extrusionOk="0">
                    <a:moveTo>
                      <a:pt x="491" y="0"/>
                    </a:moveTo>
                    <a:cubicBezTo>
                      <a:pt x="184" y="0"/>
                      <a:pt x="0" y="363"/>
                      <a:pt x="207" y="638"/>
                    </a:cubicBezTo>
                    <a:cubicBezTo>
                      <a:pt x="286" y="734"/>
                      <a:pt x="392" y="777"/>
                      <a:pt x="499" y="777"/>
                    </a:cubicBezTo>
                    <a:cubicBezTo>
                      <a:pt x="691" y="777"/>
                      <a:pt x="883" y="638"/>
                      <a:pt x="915" y="419"/>
                    </a:cubicBezTo>
                    <a:cubicBezTo>
                      <a:pt x="939" y="199"/>
                      <a:pt x="768" y="29"/>
                      <a:pt x="549" y="4"/>
                    </a:cubicBezTo>
                    <a:cubicBezTo>
                      <a:pt x="529" y="2"/>
                      <a:pt x="510" y="0"/>
                      <a:pt x="4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9"/>
              <p:cNvSpPr/>
              <p:nvPr/>
            </p:nvSpPr>
            <p:spPr>
              <a:xfrm>
                <a:off x="6193325" y="2965575"/>
                <a:ext cx="41025" cy="34700"/>
              </a:xfrm>
              <a:custGeom>
                <a:avLst/>
                <a:gdLst/>
                <a:ahLst/>
                <a:cxnLst/>
                <a:rect l="l" t="t" r="r" b="b"/>
                <a:pathLst>
                  <a:path w="1641" h="1388" extrusionOk="0">
                    <a:moveTo>
                      <a:pt x="895" y="0"/>
                    </a:moveTo>
                    <a:cubicBezTo>
                      <a:pt x="336" y="0"/>
                      <a:pt x="1" y="663"/>
                      <a:pt x="372" y="1128"/>
                    </a:cubicBezTo>
                    <a:cubicBezTo>
                      <a:pt x="507" y="1307"/>
                      <a:pt x="697" y="1387"/>
                      <a:pt x="887" y="1387"/>
                    </a:cubicBezTo>
                    <a:cubicBezTo>
                      <a:pt x="1216" y="1387"/>
                      <a:pt x="1545" y="1148"/>
                      <a:pt x="1592" y="762"/>
                    </a:cubicBezTo>
                    <a:cubicBezTo>
                      <a:pt x="1641" y="396"/>
                      <a:pt x="1372" y="54"/>
                      <a:pt x="982" y="6"/>
                    </a:cubicBezTo>
                    <a:cubicBezTo>
                      <a:pt x="953" y="2"/>
                      <a:pt x="924" y="0"/>
                      <a:pt x="8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9"/>
              <p:cNvSpPr/>
              <p:nvPr/>
            </p:nvSpPr>
            <p:spPr>
              <a:xfrm>
                <a:off x="2295700" y="2250825"/>
                <a:ext cx="21650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866" h="775" extrusionOk="0">
                    <a:moveTo>
                      <a:pt x="408" y="0"/>
                    </a:moveTo>
                    <a:cubicBezTo>
                      <a:pt x="189" y="0"/>
                      <a:pt x="1" y="199"/>
                      <a:pt x="37" y="450"/>
                    </a:cubicBezTo>
                    <a:cubicBezTo>
                      <a:pt x="81" y="658"/>
                      <a:pt x="261" y="775"/>
                      <a:pt x="439" y="775"/>
                    </a:cubicBezTo>
                    <a:cubicBezTo>
                      <a:pt x="553" y="775"/>
                      <a:pt x="667" y="726"/>
                      <a:pt x="744" y="621"/>
                    </a:cubicBezTo>
                    <a:cubicBezTo>
                      <a:pt x="866" y="426"/>
                      <a:pt x="817" y="206"/>
                      <a:pt x="646" y="84"/>
                    </a:cubicBezTo>
                    <a:cubicBezTo>
                      <a:pt x="569" y="26"/>
                      <a:pt x="487" y="0"/>
                      <a:pt x="4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1946450" y="1380475"/>
                <a:ext cx="22150" cy="1950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780" extrusionOk="0">
                    <a:moveTo>
                      <a:pt x="440" y="0"/>
                    </a:moveTo>
                    <a:cubicBezTo>
                      <a:pt x="209" y="0"/>
                      <a:pt x="1" y="202"/>
                      <a:pt x="56" y="460"/>
                    </a:cubicBezTo>
                    <a:cubicBezTo>
                      <a:pt x="99" y="663"/>
                      <a:pt x="272" y="780"/>
                      <a:pt x="446" y="780"/>
                    </a:cubicBezTo>
                    <a:cubicBezTo>
                      <a:pt x="565" y="780"/>
                      <a:pt x="684" y="725"/>
                      <a:pt x="763" y="606"/>
                    </a:cubicBezTo>
                    <a:cubicBezTo>
                      <a:pt x="885" y="436"/>
                      <a:pt x="836" y="192"/>
                      <a:pt x="666" y="70"/>
                    </a:cubicBezTo>
                    <a:cubicBezTo>
                      <a:pt x="594" y="22"/>
                      <a:pt x="516" y="0"/>
                      <a:pt x="4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1878775" y="2067050"/>
                <a:ext cx="22125" cy="1950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780" extrusionOk="0">
                    <a:moveTo>
                      <a:pt x="440" y="0"/>
                    </a:moveTo>
                    <a:cubicBezTo>
                      <a:pt x="209" y="0"/>
                      <a:pt x="0" y="202"/>
                      <a:pt x="56" y="460"/>
                    </a:cubicBezTo>
                    <a:cubicBezTo>
                      <a:pt x="85" y="663"/>
                      <a:pt x="251" y="779"/>
                      <a:pt x="428" y="779"/>
                    </a:cubicBezTo>
                    <a:cubicBezTo>
                      <a:pt x="548" y="779"/>
                      <a:pt x="674" y="725"/>
                      <a:pt x="763" y="606"/>
                    </a:cubicBezTo>
                    <a:cubicBezTo>
                      <a:pt x="885" y="435"/>
                      <a:pt x="836" y="191"/>
                      <a:pt x="665" y="70"/>
                    </a:cubicBezTo>
                    <a:cubicBezTo>
                      <a:pt x="593" y="22"/>
                      <a:pt x="516" y="0"/>
                      <a:pt x="4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2799950" y="1665825"/>
                <a:ext cx="21675" cy="19525"/>
              </a:xfrm>
              <a:custGeom>
                <a:avLst/>
                <a:gdLst/>
                <a:ahLst/>
                <a:cxnLst/>
                <a:rect l="l" t="t" r="r" b="b"/>
                <a:pathLst>
                  <a:path w="867" h="781" extrusionOk="0">
                    <a:moveTo>
                      <a:pt x="425" y="1"/>
                    </a:moveTo>
                    <a:cubicBezTo>
                      <a:pt x="199" y="1"/>
                      <a:pt x="0" y="203"/>
                      <a:pt x="37" y="460"/>
                    </a:cubicBezTo>
                    <a:cubicBezTo>
                      <a:pt x="80" y="663"/>
                      <a:pt x="253" y="780"/>
                      <a:pt x="427" y="780"/>
                    </a:cubicBezTo>
                    <a:cubicBezTo>
                      <a:pt x="546" y="780"/>
                      <a:pt x="665" y="726"/>
                      <a:pt x="744" y="607"/>
                    </a:cubicBezTo>
                    <a:cubicBezTo>
                      <a:pt x="866" y="436"/>
                      <a:pt x="817" y="192"/>
                      <a:pt x="647" y="70"/>
                    </a:cubicBezTo>
                    <a:cubicBezTo>
                      <a:pt x="575" y="22"/>
                      <a:pt x="499" y="1"/>
                      <a:pt x="4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3103775" y="1437450"/>
                <a:ext cx="22100" cy="19850"/>
              </a:xfrm>
              <a:custGeom>
                <a:avLst/>
                <a:gdLst/>
                <a:ahLst/>
                <a:cxnLst/>
                <a:rect l="l" t="t" r="r" b="b"/>
                <a:pathLst>
                  <a:path w="884" h="794" extrusionOk="0">
                    <a:moveTo>
                      <a:pt x="424" y="0"/>
                    </a:moveTo>
                    <a:cubicBezTo>
                      <a:pt x="199" y="0"/>
                      <a:pt x="0" y="204"/>
                      <a:pt x="54" y="474"/>
                    </a:cubicBezTo>
                    <a:cubicBezTo>
                      <a:pt x="83" y="677"/>
                      <a:pt x="250" y="793"/>
                      <a:pt x="427" y="793"/>
                    </a:cubicBezTo>
                    <a:cubicBezTo>
                      <a:pt x="547" y="793"/>
                      <a:pt x="673" y="739"/>
                      <a:pt x="762" y="620"/>
                    </a:cubicBezTo>
                    <a:cubicBezTo>
                      <a:pt x="884" y="449"/>
                      <a:pt x="835" y="205"/>
                      <a:pt x="664" y="83"/>
                    </a:cubicBezTo>
                    <a:cubicBezTo>
                      <a:pt x="587" y="26"/>
                      <a:pt x="504" y="0"/>
                      <a:pt x="4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1895850" y="2517025"/>
                <a:ext cx="30675" cy="27500"/>
              </a:xfrm>
              <a:custGeom>
                <a:avLst/>
                <a:gdLst/>
                <a:ahLst/>
                <a:cxnLst/>
                <a:rect l="l" t="t" r="r" b="b"/>
                <a:pathLst>
                  <a:path w="1227" h="1100" extrusionOk="0">
                    <a:moveTo>
                      <a:pt x="600" y="0"/>
                    </a:moveTo>
                    <a:cubicBezTo>
                      <a:pt x="281" y="0"/>
                      <a:pt x="0" y="286"/>
                      <a:pt x="55" y="655"/>
                    </a:cubicBezTo>
                    <a:cubicBezTo>
                      <a:pt x="114" y="935"/>
                      <a:pt x="360" y="1100"/>
                      <a:pt x="610" y="1100"/>
                    </a:cubicBezTo>
                    <a:cubicBezTo>
                      <a:pt x="774" y="1100"/>
                      <a:pt x="940" y="1029"/>
                      <a:pt x="1055" y="875"/>
                    </a:cubicBezTo>
                    <a:cubicBezTo>
                      <a:pt x="1226" y="607"/>
                      <a:pt x="1153" y="265"/>
                      <a:pt x="909" y="94"/>
                    </a:cubicBezTo>
                    <a:cubicBezTo>
                      <a:pt x="809" y="29"/>
                      <a:pt x="702" y="0"/>
                      <a:pt x="6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2231350" y="1620100"/>
                <a:ext cx="30525" cy="27675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1107" extrusionOk="0">
                    <a:moveTo>
                      <a:pt x="616" y="0"/>
                    </a:moveTo>
                    <a:cubicBezTo>
                      <a:pt x="290" y="0"/>
                      <a:pt x="0" y="286"/>
                      <a:pt x="74" y="655"/>
                    </a:cubicBezTo>
                    <a:cubicBezTo>
                      <a:pt x="118" y="946"/>
                      <a:pt x="360" y="1107"/>
                      <a:pt x="606" y="1107"/>
                    </a:cubicBezTo>
                    <a:cubicBezTo>
                      <a:pt x="773" y="1107"/>
                      <a:pt x="941" y="1033"/>
                      <a:pt x="1050" y="875"/>
                    </a:cubicBezTo>
                    <a:cubicBezTo>
                      <a:pt x="1220" y="631"/>
                      <a:pt x="1172" y="289"/>
                      <a:pt x="928" y="94"/>
                    </a:cubicBezTo>
                    <a:cubicBezTo>
                      <a:pt x="827" y="29"/>
                      <a:pt x="720" y="0"/>
                      <a:pt x="6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9"/>
              <p:cNvSpPr/>
              <p:nvPr/>
            </p:nvSpPr>
            <p:spPr>
              <a:xfrm>
                <a:off x="5897225" y="4147525"/>
                <a:ext cx="24325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973" h="772" extrusionOk="0">
                    <a:moveTo>
                      <a:pt x="515" y="0"/>
                    </a:moveTo>
                    <a:cubicBezTo>
                      <a:pt x="391" y="0"/>
                      <a:pt x="268" y="59"/>
                      <a:pt x="192" y="165"/>
                    </a:cubicBezTo>
                    <a:cubicBezTo>
                      <a:pt x="0" y="462"/>
                      <a:pt x="258" y="771"/>
                      <a:pt x="536" y="771"/>
                    </a:cubicBezTo>
                    <a:cubicBezTo>
                      <a:pt x="647" y="771"/>
                      <a:pt x="760" y="722"/>
                      <a:pt x="851" y="605"/>
                    </a:cubicBezTo>
                    <a:cubicBezTo>
                      <a:pt x="973" y="434"/>
                      <a:pt x="924" y="190"/>
                      <a:pt x="729" y="68"/>
                    </a:cubicBezTo>
                    <a:cubicBezTo>
                      <a:pt x="664" y="22"/>
                      <a:pt x="589" y="0"/>
                      <a:pt x="5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9"/>
              <p:cNvSpPr/>
              <p:nvPr/>
            </p:nvSpPr>
            <p:spPr>
              <a:xfrm>
                <a:off x="5550500" y="3277375"/>
                <a:ext cx="21675" cy="19500"/>
              </a:xfrm>
              <a:custGeom>
                <a:avLst/>
                <a:gdLst/>
                <a:ahLst/>
                <a:cxnLst/>
                <a:rect l="l" t="t" r="r" b="b"/>
                <a:pathLst>
                  <a:path w="867" h="780" extrusionOk="0">
                    <a:moveTo>
                      <a:pt x="425" y="1"/>
                    </a:moveTo>
                    <a:cubicBezTo>
                      <a:pt x="199" y="1"/>
                      <a:pt x="0" y="203"/>
                      <a:pt x="37" y="460"/>
                    </a:cubicBezTo>
                    <a:cubicBezTo>
                      <a:pt x="81" y="663"/>
                      <a:pt x="253" y="780"/>
                      <a:pt x="427" y="780"/>
                    </a:cubicBezTo>
                    <a:cubicBezTo>
                      <a:pt x="546" y="780"/>
                      <a:pt x="665" y="725"/>
                      <a:pt x="744" y="607"/>
                    </a:cubicBezTo>
                    <a:cubicBezTo>
                      <a:pt x="866" y="436"/>
                      <a:pt x="818" y="192"/>
                      <a:pt x="647" y="70"/>
                    </a:cubicBezTo>
                    <a:cubicBezTo>
                      <a:pt x="575" y="22"/>
                      <a:pt x="499" y="1"/>
                      <a:pt x="4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9"/>
              <p:cNvSpPr/>
              <p:nvPr/>
            </p:nvSpPr>
            <p:spPr>
              <a:xfrm>
                <a:off x="5482825" y="3963325"/>
                <a:ext cx="21675" cy="19525"/>
              </a:xfrm>
              <a:custGeom>
                <a:avLst/>
                <a:gdLst/>
                <a:ahLst/>
                <a:cxnLst/>
                <a:rect l="l" t="t" r="r" b="b"/>
                <a:pathLst>
                  <a:path w="867" h="781" extrusionOk="0">
                    <a:moveTo>
                      <a:pt x="425" y="1"/>
                    </a:moveTo>
                    <a:cubicBezTo>
                      <a:pt x="199" y="1"/>
                      <a:pt x="0" y="203"/>
                      <a:pt x="37" y="460"/>
                    </a:cubicBezTo>
                    <a:cubicBezTo>
                      <a:pt x="80" y="663"/>
                      <a:pt x="253" y="780"/>
                      <a:pt x="427" y="780"/>
                    </a:cubicBezTo>
                    <a:cubicBezTo>
                      <a:pt x="546" y="780"/>
                      <a:pt x="665" y="726"/>
                      <a:pt x="744" y="607"/>
                    </a:cubicBezTo>
                    <a:cubicBezTo>
                      <a:pt x="866" y="436"/>
                      <a:pt x="817" y="192"/>
                      <a:pt x="647" y="70"/>
                    </a:cubicBezTo>
                    <a:cubicBezTo>
                      <a:pt x="575" y="22"/>
                      <a:pt x="498" y="1"/>
                      <a:pt x="4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9"/>
              <p:cNvSpPr/>
              <p:nvPr/>
            </p:nvSpPr>
            <p:spPr>
              <a:xfrm>
                <a:off x="6403525" y="3562125"/>
                <a:ext cx="21675" cy="19650"/>
              </a:xfrm>
              <a:custGeom>
                <a:avLst/>
                <a:gdLst/>
                <a:ahLst/>
                <a:cxnLst/>
                <a:rect l="l" t="t" r="r" b="b"/>
                <a:pathLst>
                  <a:path w="867" h="786" extrusionOk="0">
                    <a:moveTo>
                      <a:pt x="436" y="1"/>
                    </a:moveTo>
                    <a:cubicBezTo>
                      <a:pt x="213" y="1"/>
                      <a:pt x="0" y="203"/>
                      <a:pt x="37" y="460"/>
                    </a:cubicBezTo>
                    <a:cubicBezTo>
                      <a:pt x="82" y="668"/>
                      <a:pt x="261" y="785"/>
                      <a:pt x="439" y="785"/>
                    </a:cubicBezTo>
                    <a:cubicBezTo>
                      <a:pt x="554" y="785"/>
                      <a:pt x="668" y="736"/>
                      <a:pt x="745" y="631"/>
                    </a:cubicBezTo>
                    <a:cubicBezTo>
                      <a:pt x="867" y="436"/>
                      <a:pt x="842" y="192"/>
                      <a:pt x="647" y="70"/>
                    </a:cubicBezTo>
                    <a:cubicBezTo>
                      <a:pt x="581" y="22"/>
                      <a:pt x="508" y="1"/>
                      <a:pt x="4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9"/>
              <p:cNvSpPr/>
              <p:nvPr/>
            </p:nvSpPr>
            <p:spPr>
              <a:xfrm>
                <a:off x="6707325" y="3334075"/>
                <a:ext cx="22125" cy="19525"/>
              </a:xfrm>
              <a:custGeom>
                <a:avLst/>
                <a:gdLst/>
                <a:ahLst/>
                <a:cxnLst/>
                <a:rect l="l" t="t" r="r" b="b"/>
                <a:pathLst>
                  <a:path w="885" h="781" extrusionOk="0">
                    <a:moveTo>
                      <a:pt x="440" y="1"/>
                    </a:moveTo>
                    <a:cubicBezTo>
                      <a:pt x="209" y="1"/>
                      <a:pt x="1" y="203"/>
                      <a:pt x="56" y="460"/>
                    </a:cubicBezTo>
                    <a:cubicBezTo>
                      <a:pt x="85" y="663"/>
                      <a:pt x="260" y="780"/>
                      <a:pt x="439" y="780"/>
                    </a:cubicBezTo>
                    <a:cubicBezTo>
                      <a:pt x="560" y="780"/>
                      <a:pt x="684" y="726"/>
                      <a:pt x="763" y="607"/>
                    </a:cubicBezTo>
                    <a:cubicBezTo>
                      <a:pt x="885" y="436"/>
                      <a:pt x="836" y="192"/>
                      <a:pt x="666" y="70"/>
                    </a:cubicBezTo>
                    <a:cubicBezTo>
                      <a:pt x="594" y="22"/>
                      <a:pt x="516" y="1"/>
                      <a:pt x="4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9"/>
              <p:cNvSpPr/>
              <p:nvPr/>
            </p:nvSpPr>
            <p:spPr>
              <a:xfrm>
                <a:off x="5499450" y="4413575"/>
                <a:ext cx="30650" cy="27675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1107" extrusionOk="0">
                    <a:moveTo>
                      <a:pt x="593" y="0"/>
                    </a:moveTo>
                    <a:cubicBezTo>
                      <a:pt x="283" y="0"/>
                      <a:pt x="0" y="282"/>
                      <a:pt x="55" y="645"/>
                    </a:cubicBezTo>
                    <a:cubicBezTo>
                      <a:pt x="113" y="937"/>
                      <a:pt x="364" y="1107"/>
                      <a:pt x="614" y="1107"/>
                    </a:cubicBezTo>
                    <a:cubicBezTo>
                      <a:pt x="781" y="1107"/>
                      <a:pt x="947" y="1031"/>
                      <a:pt x="1055" y="865"/>
                    </a:cubicBezTo>
                    <a:cubicBezTo>
                      <a:pt x="1225" y="621"/>
                      <a:pt x="1177" y="279"/>
                      <a:pt x="908" y="109"/>
                    </a:cubicBezTo>
                    <a:cubicBezTo>
                      <a:pt x="808" y="34"/>
                      <a:pt x="699" y="0"/>
                      <a:pt x="5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9"/>
              <p:cNvSpPr/>
              <p:nvPr/>
            </p:nvSpPr>
            <p:spPr>
              <a:xfrm>
                <a:off x="5834925" y="3516975"/>
                <a:ext cx="30525" cy="27350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1094" extrusionOk="0">
                    <a:moveTo>
                      <a:pt x="614" y="1"/>
                    </a:moveTo>
                    <a:cubicBezTo>
                      <a:pt x="290" y="1"/>
                      <a:pt x="1" y="282"/>
                      <a:pt x="74" y="632"/>
                    </a:cubicBezTo>
                    <a:cubicBezTo>
                      <a:pt x="118" y="924"/>
                      <a:pt x="363" y="1094"/>
                      <a:pt x="611" y="1094"/>
                    </a:cubicBezTo>
                    <a:cubicBezTo>
                      <a:pt x="776" y="1094"/>
                      <a:pt x="942" y="1018"/>
                      <a:pt x="1050" y="852"/>
                    </a:cubicBezTo>
                    <a:cubicBezTo>
                      <a:pt x="1221" y="608"/>
                      <a:pt x="1172" y="266"/>
                      <a:pt x="928" y="95"/>
                    </a:cubicBezTo>
                    <a:cubicBezTo>
                      <a:pt x="827" y="30"/>
                      <a:pt x="719" y="1"/>
                      <a:pt x="6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9"/>
              <p:cNvSpPr/>
              <p:nvPr/>
            </p:nvSpPr>
            <p:spPr>
              <a:xfrm>
                <a:off x="1868575" y="623825"/>
                <a:ext cx="22575" cy="19425"/>
              </a:xfrm>
              <a:custGeom>
                <a:avLst/>
                <a:gdLst/>
                <a:ahLst/>
                <a:cxnLst/>
                <a:rect l="l" t="t" r="r" b="b"/>
                <a:pathLst>
                  <a:path w="903" h="777" extrusionOk="0">
                    <a:moveTo>
                      <a:pt x="458" y="1"/>
                    </a:moveTo>
                    <a:cubicBezTo>
                      <a:pt x="336" y="1"/>
                      <a:pt x="222" y="60"/>
                      <a:pt x="146" y="166"/>
                    </a:cubicBezTo>
                    <a:cubicBezTo>
                      <a:pt x="0" y="337"/>
                      <a:pt x="49" y="580"/>
                      <a:pt x="244" y="702"/>
                    </a:cubicBezTo>
                    <a:cubicBezTo>
                      <a:pt x="313" y="752"/>
                      <a:pt x="394" y="777"/>
                      <a:pt x="473" y="777"/>
                    </a:cubicBezTo>
                    <a:cubicBezTo>
                      <a:pt x="592" y="777"/>
                      <a:pt x="708" y="721"/>
                      <a:pt x="781" y="605"/>
                    </a:cubicBezTo>
                    <a:cubicBezTo>
                      <a:pt x="903" y="434"/>
                      <a:pt x="854" y="190"/>
                      <a:pt x="683" y="68"/>
                    </a:cubicBezTo>
                    <a:cubicBezTo>
                      <a:pt x="609" y="22"/>
                      <a:pt x="532" y="1"/>
                      <a:pt x="4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9"/>
              <p:cNvSpPr/>
              <p:nvPr/>
            </p:nvSpPr>
            <p:spPr>
              <a:xfrm>
                <a:off x="2635025" y="720775"/>
                <a:ext cx="21975" cy="19875"/>
              </a:xfrm>
              <a:custGeom>
                <a:avLst/>
                <a:gdLst/>
                <a:ahLst/>
                <a:cxnLst/>
                <a:rect l="l" t="t" r="r" b="b"/>
                <a:pathLst>
                  <a:path w="879" h="795" extrusionOk="0">
                    <a:moveTo>
                      <a:pt x="444" y="0"/>
                    </a:moveTo>
                    <a:cubicBezTo>
                      <a:pt x="321" y="0"/>
                      <a:pt x="198" y="60"/>
                      <a:pt x="122" y="166"/>
                    </a:cubicBezTo>
                    <a:cubicBezTo>
                      <a:pt x="0" y="361"/>
                      <a:pt x="49" y="605"/>
                      <a:pt x="220" y="727"/>
                    </a:cubicBezTo>
                    <a:cubicBezTo>
                      <a:pt x="284" y="773"/>
                      <a:pt x="359" y="794"/>
                      <a:pt x="434" y="794"/>
                    </a:cubicBezTo>
                    <a:cubicBezTo>
                      <a:pt x="557" y="794"/>
                      <a:pt x="680" y="735"/>
                      <a:pt x="756" y="629"/>
                    </a:cubicBezTo>
                    <a:cubicBezTo>
                      <a:pt x="878" y="434"/>
                      <a:pt x="854" y="190"/>
                      <a:pt x="659" y="68"/>
                    </a:cubicBezTo>
                    <a:cubicBezTo>
                      <a:pt x="594" y="22"/>
                      <a:pt x="519" y="0"/>
                      <a:pt x="44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9"/>
              <p:cNvSpPr/>
              <p:nvPr/>
            </p:nvSpPr>
            <p:spPr>
              <a:xfrm>
                <a:off x="1681225" y="1217425"/>
                <a:ext cx="22125" cy="1975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790" extrusionOk="0">
                    <a:moveTo>
                      <a:pt x="434" y="0"/>
                    </a:moveTo>
                    <a:cubicBezTo>
                      <a:pt x="205" y="0"/>
                      <a:pt x="1" y="215"/>
                      <a:pt x="55" y="470"/>
                    </a:cubicBezTo>
                    <a:cubicBezTo>
                      <a:pt x="84" y="673"/>
                      <a:pt x="251" y="790"/>
                      <a:pt x="428" y="790"/>
                    </a:cubicBezTo>
                    <a:cubicBezTo>
                      <a:pt x="548" y="790"/>
                      <a:pt x="673" y="735"/>
                      <a:pt x="763" y="616"/>
                    </a:cubicBezTo>
                    <a:cubicBezTo>
                      <a:pt x="885" y="446"/>
                      <a:pt x="836" y="202"/>
                      <a:pt x="665" y="80"/>
                    </a:cubicBezTo>
                    <a:cubicBezTo>
                      <a:pt x="591" y="24"/>
                      <a:pt x="511" y="0"/>
                      <a:pt x="4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9"/>
              <p:cNvSpPr/>
              <p:nvPr/>
            </p:nvSpPr>
            <p:spPr>
              <a:xfrm>
                <a:off x="2450550" y="1244500"/>
                <a:ext cx="21675" cy="19500"/>
              </a:xfrm>
              <a:custGeom>
                <a:avLst/>
                <a:gdLst/>
                <a:ahLst/>
                <a:cxnLst/>
                <a:rect l="l" t="t" r="r" b="b"/>
                <a:pathLst>
                  <a:path w="867" h="780" extrusionOk="0">
                    <a:moveTo>
                      <a:pt x="426" y="1"/>
                    </a:moveTo>
                    <a:cubicBezTo>
                      <a:pt x="200" y="1"/>
                      <a:pt x="1" y="203"/>
                      <a:pt x="38" y="460"/>
                    </a:cubicBezTo>
                    <a:cubicBezTo>
                      <a:pt x="81" y="663"/>
                      <a:pt x="254" y="780"/>
                      <a:pt x="428" y="780"/>
                    </a:cubicBezTo>
                    <a:cubicBezTo>
                      <a:pt x="546" y="780"/>
                      <a:pt x="666" y="725"/>
                      <a:pt x="745" y="606"/>
                    </a:cubicBezTo>
                    <a:cubicBezTo>
                      <a:pt x="867" y="436"/>
                      <a:pt x="818" y="192"/>
                      <a:pt x="647" y="70"/>
                    </a:cubicBezTo>
                    <a:cubicBezTo>
                      <a:pt x="576" y="22"/>
                      <a:pt x="499" y="1"/>
                      <a:pt x="4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9"/>
              <p:cNvSpPr/>
              <p:nvPr/>
            </p:nvSpPr>
            <p:spPr>
              <a:xfrm>
                <a:off x="2217325" y="1021675"/>
                <a:ext cx="31125" cy="27600"/>
              </a:xfrm>
              <a:custGeom>
                <a:avLst/>
                <a:gdLst/>
                <a:ahLst/>
                <a:cxnLst/>
                <a:rect l="l" t="t" r="r" b="b"/>
                <a:pathLst>
                  <a:path w="1245" h="1104" extrusionOk="0">
                    <a:moveTo>
                      <a:pt x="608" y="0"/>
                    </a:moveTo>
                    <a:cubicBezTo>
                      <a:pt x="286" y="0"/>
                      <a:pt x="1" y="293"/>
                      <a:pt x="74" y="642"/>
                    </a:cubicBezTo>
                    <a:cubicBezTo>
                      <a:pt x="118" y="934"/>
                      <a:pt x="363" y="1104"/>
                      <a:pt x="610" y="1104"/>
                    </a:cubicBezTo>
                    <a:cubicBezTo>
                      <a:pt x="776" y="1104"/>
                      <a:pt x="942" y="1027"/>
                      <a:pt x="1050" y="861"/>
                    </a:cubicBezTo>
                    <a:cubicBezTo>
                      <a:pt x="1245" y="617"/>
                      <a:pt x="1172" y="276"/>
                      <a:pt x="928" y="105"/>
                    </a:cubicBezTo>
                    <a:cubicBezTo>
                      <a:pt x="825" y="32"/>
                      <a:pt x="714" y="0"/>
                      <a:pt x="6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9"/>
              <p:cNvSpPr/>
              <p:nvPr/>
            </p:nvSpPr>
            <p:spPr>
              <a:xfrm>
                <a:off x="2310025" y="265275"/>
                <a:ext cx="31125" cy="27400"/>
              </a:xfrm>
              <a:custGeom>
                <a:avLst/>
                <a:gdLst/>
                <a:ahLst/>
                <a:cxnLst/>
                <a:rect l="l" t="t" r="r" b="b"/>
                <a:pathLst>
                  <a:path w="1245" h="1096" extrusionOk="0">
                    <a:moveTo>
                      <a:pt x="629" y="1"/>
                    </a:moveTo>
                    <a:cubicBezTo>
                      <a:pt x="454" y="1"/>
                      <a:pt x="278" y="86"/>
                      <a:pt x="171" y="240"/>
                    </a:cubicBezTo>
                    <a:cubicBezTo>
                      <a:pt x="0" y="484"/>
                      <a:pt x="49" y="825"/>
                      <a:pt x="293" y="996"/>
                    </a:cubicBezTo>
                    <a:cubicBezTo>
                      <a:pt x="388" y="1062"/>
                      <a:pt x="497" y="1096"/>
                      <a:pt x="607" y="1096"/>
                    </a:cubicBezTo>
                    <a:cubicBezTo>
                      <a:pt x="780" y="1096"/>
                      <a:pt x="954" y="1014"/>
                      <a:pt x="1073" y="850"/>
                    </a:cubicBezTo>
                    <a:cubicBezTo>
                      <a:pt x="1244" y="606"/>
                      <a:pt x="1171" y="264"/>
                      <a:pt x="927" y="94"/>
                    </a:cubicBezTo>
                    <a:cubicBezTo>
                      <a:pt x="837" y="30"/>
                      <a:pt x="733" y="1"/>
                      <a:pt x="6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9"/>
              <p:cNvSpPr/>
              <p:nvPr/>
            </p:nvSpPr>
            <p:spPr>
              <a:xfrm>
                <a:off x="5486775" y="3080100"/>
                <a:ext cx="2625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791" extrusionOk="0">
                    <a:moveTo>
                      <a:pt x="528" y="1"/>
                    </a:moveTo>
                    <a:cubicBezTo>
                      <a:pt x="423" y="1"/>
                      <a:pt x="321" y="43"/>
                      <a:pt x="245" y="132"/>
                    </a:cubicBezTo>
                    <a:cubicBezTo>
                      <a:pt x="1" y="376"/>
                      <a:pt x="196" y="790"/>
                      <a:pt x="537" y="790"/>
                    </a:cubicBezTo>
                    <a:cubicBezTo>
                      <a:pt x="879" y="766"/>
                      <a:pt x="1050" y="351"/>
                      <a:pt x="806" y="107"/>
                    </a:cubicBezTo>
                    <a:cubicBezTo>
                      <a:pt x="724" y="37"/>
                      <a:pt x="625" y="1"/>
                      <a:pt x="5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9"/>
              <p:cNvSpPr/>
              <p:nvPr/>
            </p:nvSpPr>
            <p:spPr>
              <a:xfrm>
                <a:off x="5696525" y="2336750"/>
                <a:ext cx="2625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770" extrusionOk="0">
                    <a:moveTo>
                      <a:pt x="516" y="1"/>
                    </a:moveTo>
                    <a:cubicBezTo>
                      <a:pt x="415" y="1"/>
                      <a:pt x="318" y="37"/>
                      <a:pt x="245" y="111"/>
                    </a:cubicBezTo>
                    <a:cubicBezTo>
                      <a:pt x="1" y="354"/>
                      <a:pt x="172" y="769"/>
                      <a:pt x="513" y="769"/>
                    </a:cubicBezTo>
                    <a:cubicBezTo>
                      <a:pt x="854" y="769"/>
                      <a:pt x="1050" y="354"/>
                      <a:pt x="806" y="111"/>
                    </a:cubicBezTo>
                    <a:cubicBezTo>
                      <a:pt x="720" y="37"/>
                      <a:pt x="617" y="1"/>
                      <a:pt x="51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9"/>
              <p:cNvSpPr/>
              <p:nvPr/>
            </p:nvSpPr>
            <p:spPr>
              <a:xfrm>
                <a:off x="6045925" y="3353875"/>
                <a:ext cx="26225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49" h="791" extrusionOk="0">
                    <a:moveTo>
                      <a:pt x="527" y="1"/>
                    </a:moveTo>
                    <a:cubicBezTo>
                      <a:pt x="422" y="1"/>
                      <a:pt x="320" y="43"/>
                      <a:pt x="244" y="132"/>
                    </a:cubicBezTo>
                    <a:cubicBezTo>
                      <a:pt x="0" y="376"/>
                      <a:pt x="195" y="790"/>
                      <a:pt x="537" y="790"/>
                    </a:cubicBezTo>
                    <a:cubicBezTo>
                      <a:pt x="903" y="766"/>
                      <a:pt x="1049" y="351"/>
                      <a:pt x="805" y="107"/>
                    </a:cubicBezTo>
                    <a:cubicBezTo>
                      <a:pt x="723" y="37"/>
                      <a:pt x="624" y="1"/>
                      <a:pt x="5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9"/>
              <p:cNvSpPr/>
              <p:nvPr/>
            </p:nvSpPr>
            <p:spPr>
              <a:xfrm>
                <a:off x="6186775" y="2597200"/>
                <a:ext cx="26225" cy="19750"/>
              </a:xfrm>
              <a:custGeom>
                <a:avLst/>
                <a:gdLst/>
                <a:ahLst/>
                <a:cxnLst/>
                <a:rect l="l" t="t" r="r" b="b"/>
                <a:pathLst>
                  <a:path w="1049" h="790" extrusionOk="0">
                    <a:moveTo>
                      <a:pt x="527" y="0"/>
                    </a:moveTo>
                    <a:cubicBezTo>
                      <a:pt x="422" y="0"/>
                      <a:pt x="320" y="43"/>
                      <a:pt x="244" y="131"/>
                    </a:cubicBezTo>
                    <a:cubicBezTo>
                      <a:pt x="0" y="375"/>
                      <a:pt x="195" y="790"/>
                      <a:pt x="537" y="790"/>
                    </a:cubicBezTo>
                    <a:cubicBezTo>
                      <a:pt x="878" y="765"/>
                      <a:pt x="1049" y="351"/>
                      <a:pt x="805" y="107"/>
                    </a:cubicBezTo>
                    <a:cubicBezTo>
                      <a:pt x="723" y="37"/>
                      <a:pt x="624" y="0"/>
                      <a:pt x="5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9"/>
              <p:cNvSpPr/>
              <p:nvPr/>
            </p:nvSpPr>
            <p:spPr>
              <a:xfrm>
                <a:off x="5930050" y="2786600"/>
                <a:ext cx="39275" cy="28100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124" extrusionOk="0">
                    <a:moveTo>
                      <a:pt x="793" y="1"/>
                    </a:moveTo>
                    <a:cubicBezTo>
                      <a:pt x="360" y="1"/>
                      <a:pt x="0" y="573"/>
                      <a:pt x="416" y="970"/>
                    </a:cubicBezTo>
                    <a:cubicBezTo>
                      <a:pt x="535" y="1078"/>
                      <a:pt x="664" y="1124"/>
                      <a:pt x="787" y="1124"/>
                    </a:cubicBezTo>
                    <a:cubicBezTo>
                      <a:pt x="1216" y="1124"/>
                      <a:pt x="1570" y="563"/>
                      <a:pt x="1172" y="165"/>
                    </a:cubicBezTo>
                    <a:cubicBezTo>
                      <a:pt x="1051" y="49"/>
                      <a:pt x="919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9"/>
              <p:cNvSpPr/>
              <p:nvPr/>
            </p:nvSpPr>
            <p:spPr>
              <a:xfrm>
                <a:off x="5197325" y="2582850"/>
                <a:ext cx="36425" cy="27425"/>
              </a:xfrm>
              <a:custGeom>
                <a:avLst/>
                <a:gdLst/>
                <a:ahLst/>
                <a:cxnLst/>
                <a:rect l="l" t="t" r="r" b="b"/>
                <a:pathLst>
                  <a:path w="1457" h="1097" extrusionOk="0">
                    <a:moveTo>
                      <a:pt x="713" y="1"/>
                    </a:moveTo>
                    <a:cubicBezTo>
                      <a:pt x="569" y="1"/>
                      <a:pt x="424" y="56"/>
                      <a:pt x="311" y="169"/>
                    </a:cubicBezTo>
                    <a:cubicBezTo>
                      <a:pt x="0" y="527"/>
                      <a:pt x="228" y="1096"/>
                      <a:pt x="696" y="1096"/>
                    </a:cubicBezTo>
                    <a:cubicBezTo>
                      <a:pt x="706" y="1096"/>
                      <a:pt x="715" y="1096"/>
                      <a:pt x="725" y="1096"/>
                    </a:cubicBezTo>
                    <a:cubicBezTo>
                      <a:pt x="1238" y="1096"/>
                      <a:pt x="1457" y="486"/>
                      <a:pt x="1091" y="144"/>
                    </a:cubicBezTo>
                    <a:cubicBezTo>
                      <a:pt x="985" y="50"/>
                      <a:pt x="849" y="1"/>
                      <a:pt x="7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9"/>
              <p:cNvSpPr/>
              <p:nvPr/>
            </p:nvSpPr>
            <p:spPr>
              <a:xfrm>
                <a:off x="5949575" y="2607175"/>
                <a:ext cx="250625" cy="193325"/>
              </a:xfrm>
              <a:custGeom>
                <a:avLst/>
                <a:gdLst/>
                <a:ahLst/>
                <a:cxnLst/>
                <a:rect l="l" t="t" r="r" b="b"/>
                <a:pathLst>
                  <a:path w="10025" h="7733" fill="none" extrusionOk="0">
                    <a:moveTo>
                      <a:pt x="1" y="7732"/>
                    </a:moveTo>
                    <a:lnTo>
                      <a:pt x="10025" y="1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9"/>
              <p:cNvSpPr/>
              <p:nvPr/>
            </p:nvSpPr>
            <p:spPr>
              <a:xfrm>
                <a:off x="919200" y="1751625"/>
                <a:ext cx="21975" cy="19575"/>
              </a:xfrm>
              <a:custGeom>
                <a:avLst/>
                <a:gdLst/>
                <a:ahLst/>
                <a:cxnLst/>
                <a:rect l="l" t="t" r="r" b="b"/>
                <a:pathLst>
                  <a:path w="879" h="783" extrusionOk="0">
                    <a:moveTo>
                      <a:pt x="446" y="1"/>
                    </a:moveTo>
                    <a:cubicBezTo>
                      <a:pt x="330" y="1"/>
                      <a:pt x="218" y="51"/>
                      <a:pt x="147" y="150"/>
                    </a:cubicBezTo>
                    <a:cubicBezTo>
                      <a:pt x="0" y="321"/>
                      <a:pt x="49" y="565"/>
                      <a:pt x="195" y="687"/>
                    </a:cubicBezTo>
                    <a:cubicBezTo>
                      <a:pt x="271" y="752"/>
                      <a:pt x="361" y="783"/>
                      <a:pt x="450" y="783"/>
                    </a:cubicBezTo>
                    <a:cubicBezTo>
                      <a:pt x="563" y="783"/>
                      <a:pt x="675" y="733"/>
                      <a:pt x="756" y="638"/>
                    </a:cubicBezTo>
                    <a:cubicBezTo>
                      <a:pt x="878" y="467"/>
                      <a:pt x="854" y="223"/>
                      <a:pt x="683" y="77"/>
                    </a:cubicBezTo>
                    <a:cubicBezTo>
                      <a:pt x="612" y="26"/>
                      <a:pt x="528" y="1"/>
                      <a:pt x="4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9"/>
              <p:cNvSpPr/>
              <p:nvPr/>
            </p:nvSpPr>
            <p:spPr>
              <a:xfrm>
                <a:off x="1679250" y="1892300"/>
                <a:ext cx="21650" cy="19800"/>
              </a:xfrm>
              <a:custGeom>
                <a:avLst/>
                <a:gdLst/>
                <a:ahLst/>
                <a:cxnLst/>
                <a:rect l="l" t="t" r="r" b="b"/>
                <a:pathLst>
                  <a:path w="866" h="792" extrusionOk="0">
                    <a:moveTo>
                      <a:pt x="428" y="0"/>
                    </a:moveTo>
                    <a:cubicBezTo>
                      <a:pt x="202" y="0"/>
                      <a:pt x="1" y="199"/>
                      <a:pt x="37" y="450"/>
                    </a:cubicBezTo>
                    <a:cubicBezTo>
                      <a:pt x="52" y="664"/>
                      <a:pt x="229" y="791"/>
                      <a:pt x="414" y="791"/>
                    </a:cubicBezTo>
                    <a:cubicBezTo>
                      <a:pt x="524" y="791"/>
                      <a:pt x="637" y="745"/>
                      <a:pt x="720" y="645"/>
                    </a:cubicBezTo>
                    <a:cubicBezTo>
                      <a:pt x="866" y="474"/>
                      <a:pt x="817" y="230"/>
                      <a:pt x="671" y="84"/>
                    </a:cubicBezTo>
                    <a:cubicBezTo>
                      <a:pt x="593" y="26"/>
                      <a:pt x="509" y="0"/>
                      <a:pt x="4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9"/>
              <p:cNvSpPr/>
              <p:nvPr/>
            </p:nvSpPr>
            <p:spPr>
              <a:xfrm>
                <a:off x="697850" y="2333450"/>
                <a:ext cx="21975" cy="19575"/>
              </a:xfrm>
              <a:custGeom>
                <a:avLst/>
                <a:gdLst/>
                <a:ahLst/>
                <a:cxnLst/>
                <a:rect l="l" t="t" r="r" b="b"/>
                <a:pathLst>
                  <a:path w="879" h="783" extrusionOk="0">
                    <a:moveTo>
                      <a:pt x="429" y="0"/>
                    </a:moveTo>
                    <a:cubicBezTo>
                      <a:pt x="316" y="0"/>
                      <a:pt x="204" y="50"/>
                      <a:pt x="123" y="145"/>
                    </a:cubicBezTo>
                    <a:cubicBezTo>
                      <a:pt x="1" y="316"/>
                      <a:pt x="25" y="560"/>
                      <a:pt x="196" y="706"/>
                    </a:cubicBezTo>
                    <a:cubicBezTo>
                      <a:pt x="267" y="757"/>
                      <a:pt x="351" y="782"/>
                      <a:pt x="433" y="782"/>
                    </a:cubicBezTo>
                    <a:cubicBezTo>
                      <a:pt x="549" y="782"/>
                      <a:pt x="661" y="732"/>
                      <a:pt x="733" y="633"/>
                    </a:cubicBezTo>
                    <a:cubicBezTo>
                      <a:pt x="879" y="462"/>
                      <a:pt x="854" y="218"/>
                      <a:pt x="684" y="96"/>
                    </a:cubicBezTo>
                    <a:cubicBezTo>
                      <a:pt x="608" y="31"/>
                      <a:pt x="518" y="0"/>
                      <a:pt x="4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9"/>
              <p:cNvSpPr/>
              <p:nvPr/>
            </p:nvSpPr>
            <p:spPr>
              <a:xfrm>
                <a:off x="1461500" y="2405325"/>
                <a:ext cx="26300" cy="18625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745" extrusionOk="0">
                    <a:moveTo>
                      <a:pt x="525" y="1"/>
                    </a:moveTo>
                    <a:cubicBezTo>
                      <a:pt x="433" y="1"/>
                      <a:pt x="339" y="37"/>
                      <a:pt x="259" y="124"/>
                    </a:cubicBezTo>
                    <a:cubicBezTo>
                      <a:pt x="0" y="364"/>
                      <a:pt x="358" y="744"/>
                      <a:pt x="642" y="744"/>
                    </a:cubicBezTo>
                    <a:cubicBezTo>
                      <a:pt x="733" y="744"/>
                      <a:pt x="816" y="706"/>
                      <a:pt x="869" y="611"/>
                    </a:cubicBezTo>
                    <a:cubicBezTo>
                      <a:pt x="1051" y="320"/>
                      <a:pt x="797" y="1"/>
                      <a:pt x="5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9"/>
              <p:cNvSpPr/>
              <p:nvPr/>
            </p:nvSpPr>
            <p:spPr>
              <a:xfrm>
                <a:off x="1244675" y="2169000"/>
                <a:ext cx="30025" cy="27575"/>
              </a:xfrm>
              <a:custGeom>
                <a:avLst/>
                <a:gdLst/>
                <a:ahLst/>
                <a:cxnLst/>
                <a:rect l="l" t="t" r="r" b="b"/>
                <a:pathLst>
                  <a:path w="1201" h="1103" extrusionOk="0">
                    <a:moveTo>
                      <a:pt x="601" y="1"/>
                    </a:moveTo>
                    <a:cubicBezTo>
                      <a:pt x="289" y="1"/>
                      <a:pt x="0" y="267"/>
                      <a:pt x="54" y="626"/>
                    </a:cubicBezTo>
                    <a:cubicBezTo>
                      <a:pt x="85" y="917"/>
                      <a:pt x="338" y="1103"/>
                      <a:pt x="600" y="1103"/>
                    </a:cubicBezTo>
                    <a:cubicBezTo>
                      <a:pt x="755" y="1103"/>
                      <a:pt x="912" y="1038"/>
                      <a:pt x="1030" y="894"/>
                    </a:cubicBezTo>
                    <a:cubicBezTo>
                      <a:pt x="1201" y="650"/>
                      <a:pt x="1176" y="308"/>
                      <a:pt x="932" y="113"/>
                    </a:cubicBezTo>
                    <a:cubicBezTo>
                      <a:pt x="829" y="36"/>
                      <a:pt x="713" y="1"/>
                      <a:pt x="6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9"/>
              <p:cNvSpPr/>
              <p:nvPr/>
            </p:nvSpPr>
            <p:spPr>
              <a:xfrm>
                <a:off x="1381100" y="1419025"/>
                <a:ext cx="30175" cy="27575"/>
              </a:xfrm>
              <a:custGeom>
                <a:avLst/>
                <a:gdLst/>
                <a:ahLst/>
                <a:cxnLst/>
                <a:rect l="l" t="t" r="r" b="b"/>
                <a:pathLst>
                  <a:path w="1207" h="1103" extrusionOk="0">
                    <a:moveTo>
                      <a:pt x="606" y="1"/>
                    </a:moveTo>
                    <a:cubicBezTo>
                      <a:pt x="294" y="1"/>
                      <a:pt x="0" y="267"/>
                      <a:pt x="36" y="625"/>
                    </a:cubicBezTo>
                    <a:cubicBezTo>
                      <a:pt x="82" y="917"/>
                      <a:pt x="341" y="1102"/>
                      <a:pt x="605" y="1102"/>
                    </a:cubicBezTo>
                    <a:cubicBezTo>
                      <a:pt x="761" y="1102"/>
                      <a:pt x="919" y="1038"/>
                      <a:pt x="1036" y="894"/>
                    </a:cubicBezTo>
                    <a:cubicBezTo>
                      <a:pt x="1207" y="650"/>
                      <a:pt x="1158" y="308"/>
                      <a:pt x="939" y="113"/>
                    </a:cubicBezTo>
                    <a:cubicBezTo>
                      <a:pt x="835" y="35"/>
                      <a:pt x="719" y="1"/>
                      <a:pt x="6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9"/>
              <p:cNvSpPr/>
              <p:nvPr/>
            </p:nvSpPr>
            <p:spPr>
              <a:xfrm>
                <a:off x="6008725" y="4372375"/>
                <a:ext cx="2930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172" h="1004" extrusionOk="0">
                    <a:moveTo>
                      <a:pt x="683" y="1"/>
                    </a:moveTo>
                    <a:cubicBezTo>
                      <a:pt x="220" y="1"/>
                      <a:pt x="0" y="537"/>
                      <a:pt x="317" y="854"/>
                    </a:cubicBezTo>
                    <a:cubicBezTo>
                      <a:pt x="420" y="957"/>
                      <a:pt x="546" y="1003"/>
                      <a:pt x="669" y="1003"/>
                    </a:cubicBezTo>
                    <a:cubicBezTo>
                      <a:pt x="926" y="1003"/>
                      <a:pt x="1171" y="802"/>
                      <a:pt x="1171" y="488"/>
                    </a:cubicBezTo>
                    <a:cubicBezTo>
                      <a:pt x="1171" y="220"/>
                      <a:pt x="952" y="1"/>
                      <a:pt x="6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9"/>
              <p:cNvSpPr/>
              <p:nvPr/>
            </p:nvSpPr>
            <p:spPr>
              <a:xfrm>
                <a:off x="6505050" y="4552250"/>
                <a:ext cx="39050" cy="33325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333" extrusionOk="0">
                    <a:moveTo>
                      <a:pt x="879" y="0"/>
                    </a:moveTo>
                    <a:cubicBezTo>
                      <a:pt x="293" y="0"/>
                      <a:pt x="1" y="708"/>
                      <a:pt x="415" y="1122"/>
                    </a:cubicBezTo>
                    <a:cubicBezTo>
                      <a:pt x="552" y="1268"/>
                      <a:pt x="724" y="1333"/>
                      <a:pt x="893" y="1333"/>
                    </a:cubicBezTo>
                    <a:cubicBezTo>
                      <a:pt x="1234" y="1333"/>
                      <a:pt x="1562" y="1067"/>
                      <a:pt x="1562" y="659"/>
                    </a:cubicBezTo>
                    <a:cubicBezTo>
                      <a:pt x="1562" y="293"/>
                      <a:pt x="1244" y="0"/>
                      <a:pt x="8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9"/>
              <p:cNvSpPr/>
              <p:nvPr/>
            </p:nvSpPr>
            <p:spPr>
              <a:xfrm>
                <a:off x="6262975" y="3983975"/>
                <a:ext cx="32350" cy="27600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1104" extrusionOk="0">
                    <a:moveTo>
                      <a:pt x="733" y="0"/>
                    </a:moveTo>
                    <a:cubicBezTo>
                      <a:pt x="245" y="0"/>
                      <a:pt x="1" y="586"/>
                      <a:pt x="342" y="927"/>
                    </a:cubicBezTo>
                    <a:cubicBezTo>
                      <a:pt x="456" y="1049"/>
                      <a:pt x="600" y="1103"/>
                      <a:pt x="741" y="1103"/>
                    </a:cubicBezTo>
                    <a:cubicBezTo>
                      <a:pt x="1023" y="1103"/>
                      <a:pt x="1294" y="887"/>
                      <a:pt x="1294" y="561"/>
                    </a:cubicBezTo>
                    <a:cubicBezTo>
                      <a:pt x="1294" y="244"/>
                      <a:pt x="1050" y="0"/>
                      <a:pt x="7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9"/>
              <p:cNvSpPr/>
              <p:nvPr/>
            </p:nvSpPr>
            <p:spPr>
              <a:xfrm>
                <a:off x="6193475" y="3453500"/>
                <a:ext cx="45750" cy="39275"/>
              </a:xfrm>
              <a:custGeom>
                <a:avLst/>
                <a:gdLst/>
                <a:ahLst/>
                <a:cxnLst/>
                <a:rect l="l" t="t" r="r" b="b"/>
                <a:pathLst>
                  <a:path w="1830" h="1571" extrusionOk="0">
                    <a:moveTo>
                      <a:pt x="1049" y="0"/>
                    </a:moveTo>
                    <a:cubicBezTo>
                      <a:pt x="342" y="0"/>
                      <a:pt x="0" y="854"/>
                      <a:pt x="488" y="1342"/>
                    </a:cubicBezTo>
                    <a:cubicBezTo>
                      <a:pt x="646" y="1500"/>
                      <a:pt x="842" y="1571"/>
                      <a:pt x="1035" y="1571"/>
                    </a:cubicBezTo>
                    <a:cubicBezTo>
                      <a:pt x="1439" y="1571"/>
                      <a:pt x="1830" y="1259"/>
                      <a:pt x="1830" y="781"/>
                    </a:cubicBezTo>
                    <a:cubicBezTo>
                      <a:pt x="1805" y="342"/>
                      <a:pt x="1464" y="0"/>
                      <a:pt x="10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9"/>
              <p:cNvSpPr/>
              <p:nvPr/>
            </p:nvSpPr>
            <p:spPr>
              <a:xfrm>
                <a:off x="6518475" y="3435200"/>
                <a:ext cx="43925" cy="37075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1483" extrusionOk="0">
                    <a:moveTo>
                      <a:pt x="1000" y="1"/>
                    </a:moveTo>
                    <a:cubicBezTo>
                      <a:pt x="342" y="1"/>
                      <a:pt x="0" y="781"/>
                      <a:pt x="464" y="1269"/>
                    </a:cubicBezTo>
                    <a:cubicBezTo>
                      <a:pt x="619" y="1417"/>
                      <a:pt x="804" y="1483"/>
                      <a:pt x="985" y="1483"/>
                    </a:cubicBezTo>
                    <a:cubicBezTo>
                      <a:pt x="1372" y="1483"/>
                      <a:pt x="1740" y="1181"/>
                      <a:pt x="1756" y="732"/>
                    </a:cubicBezTo>
                    <a:cubicBezTo>
                      <a:pt x="1756" y="318"/>
                      <a:pt x="1415" y="1"/>
                      <a:pt x="10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9"/>
              <p:cNvSpPr/>
              <p:nvPr/>
            </p:nvSpPr>
            <p:spPr>
              <a:xfrm>
                <a:off x="6289200" y="2962650"/>
                <a:ext cx="39650" cy="33350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34" extrusionOk="0">
                    <a:moveTo>
                      <a:pt x="903" y="1"/>
                    </a:moveTo>
                    <a:cubicBezTo>
                      <a:pt x="318" y="1"/>
                      <a:pt x="1" y="708"/>
                      <a:pt x="440" y="1123"/>
                    </a:cubicBezTo>
                    <a:cubicBezTo>
                      <a:pt x="577" y="1268"/>
                      <a:pt x="749" y="1333"/>
                      <a:pt x="918" y="1333"/>
                    </a:cubicBezTo>
                    <a:cubicBezTo>
                      <a:pt x="1259" y="1333"/>
                      <a:pt x="1586" y="1067"/>
                      <a:pt x="1586" y="659"/>
                    </a:cubicBezTo>
                    <a:cubicBezTo>
                      <a:pt x="1586" y="293"/>
                      <a:pt x="1269" y="1"/>
                      <a:pt x="9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9"/>
              <p:cNvSpPr/>
              <p:nvPr/>
            </p:nvSpPr>
            <p:spPr>
              <a:xfrm>
                <a:off x="6033725" y="2570600"/>
                <a:ext cx="2990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1028" extrusionOk="0">
                    <a:moveTo>
                      <a:pt x="683" y="0"/>
                    </a:moveTo>
                    <a:cubicBezTo>
                      <a:pt x="220" y="0"/>
                      <a:pt x="0" y="537"/>
                      <a:pt x="317" y="878"/>
                    </a:cubicBezTo>
                    <a:cubicBezTo>
                      <a:pt x="420" y="981"/>
                      <a:pt x="549" y="1027"/>
                      <a:pt x="675" y="1027"/>
                    </a:cubicBezTo>
                    <a:cubicBezTo>
                      <a:pt x="939" y="1027"/>
                      <a:pt x="1195" y="826"/>
                      <a:pt x="1195" y="512"/>
                    </a:cubicBezTo>
                    <a:cubicBezTo>
                      <a:pt x="1195" y="220"/>
                      <a:pt x="976" y="0"/>
                      <a:pt x="6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9"/>
              <p:cNvSpPr/>
              <p:nvPr/>
            </p:nvSpPr>
            <p:spPr>
              <a:xfrm>
                <a:off x="5941650" y="3752275"/>
                <a:ext cx="2930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172" h="1004" extrusionOk="0">
                    <a:moveTo>
                      <a:pt x="683" y="0"/>
                    </a:moveTo>
                    <a:cubicBezTo>
                      <a:pt x="244" y="0"/>
                      <a:pt x="0" y="537"/>
                      <a:pt x="318" y="854"/>
                    </a:cubicBezTo>
                    <a:cubicBezTo>
                      <a:pt x="420" y="957"/>
                      <a:pt x="546" y="1003"/>
                      <a:pt x="669" y="1003"/>
                    </a:cubicBezTo>
                    <a:cubicBezTo>
                      <a:pt x="926" y="1003"/>
                      <a:pt x="1171" y="801"/>
                      <a:pt x="1171" y="488"/>
                    </a:cubicBezTo>
                    <a:cubicBezTo>
                      <a:pt x="1171" y="220"/>
                      <a:pt x="952" y="0"/>
                      <a:pt x="6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9"/>
              <p:cNvSpPr/>
              <p:nvPr/>
            </p:nvSpPr>
            <p:spPr>
              <a:xfrm>
                <a:off x="5450200" y="4101050"/>
                <a:ext cx="36000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1440" extrusionOk="0">
                    <a:moveTo>
                      <a:pt x="708" y="0"/>
                    </a:moveTo>
                    <a:cubicBezTo>
                      <a:pt x="317" y="0"/>
                      <a:pt x="0" y="317"/>
                      <a:pt x="0" y="732"/>
                    </a:cubicBezTo>
                    <a:cubicBezTo>
                      <a:pt x="0" y="1122"/>
                      <a:pt x="317" y="1439"/>
                      <a:pt x="708" y="1439"/>
                    </a:cubicBezTo>
                    <a:cubicBezTo>
                      <a:pt x="1122" y="1439"/>
                      <a:pt x="1439" y="1122"/>
                      <a:pt x="1439" y="732"/>
                    </a:cubicBezTo>
                    <a:cubicBezTo>
                      <a:pt x="1439" y="317"/>
                      <a:pt x="1122" y="0"/>
                      <a:pt x="7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9"/>
              <p:cNvSpPr/>
              <p:nvPr/>
            </p:nvSpPr>
            <p:spPr>
              <a:xfrm>
                <a:off x="4803875" y="4384575"/>
                <a:ext cx="38425" cy="32925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317" extrusionOk="0">
                    <a:moveTo>
                      <a:pt x="878" y="0"/>
                    </a:moveTo>
                    <a:cubicBezTo>
                      <a:pt x="293" y="0"/>
                      <a:pt x="0" y="708"/>
                      <a:pt x="415" y="1122"/>
                    </a:cubicBezTo>
                    <a:cubicBezTo>
                      <a:pt x="549" y="1257"/>
                      <a:pt x="714" y="1317"/>
                      <a:pt x="876" y="1317"/>
                    </a:cubicBezTo>
                    <a:cubicBezTo>
                      <a:pt x="1213" y="1317"/>
                      <a:pt x="1537" y="1055"/>
                      <a:pt x="1537" y="659"/>
                    </a:cubicBezTo>
                    <a:cubicBezTo>
                      <a:pt x="1537" y="293"/>
                      <a:pt x="1244" y="0"/>
                      <a:pt x="8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9"/>
              <p:cNvSpPr/>
              <p:nvPr/>
            </p:nvSpPr>
            <p:spPr>
              <a:xfrm>
                <a:off x="5356900" y="4570550"/>
                <a:ext cx="35400" cy="30250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1210" extrusionOk="0">
                    <a:moveTo>
                      <a:pt x="806" y="0"/>
                    </a:moveTo>
                    <a:cubicBezTo>
                      <a:pt x="269" y="0"/>
                      <a:pt x="1" y="634"/>
                      <a:pt x="391" y="1025"/>
                    </a:cubicBezTo>
                    <a:cubicBezTo>
                      <a:pt x="511" y="1153"/>
                      <a:pt x="663" y="1210"/>
                      <a:pt x="812" y="1210"/>
                    </a:cubicBezTo>
                    <a:cubicBezTo>
                      <a:pt x="1118" y="1210"/>
                      <a:pt x="1415" y="970"/>
                      <a:pt x="1415" y="610"/>
                    </a:cubicBezTo>
                    <a:cubicBezTo>
                      <a:pt x="1415" y="268"/>
                      <a:pt x="1147" y="0"/>
                      <a:pt x="8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9"/>
              <p:cNvSpPr/>
              <p:nvPr/>
            </p:nvSpPr>
            <p:spPr>
              <a:xfrm>
                <a:off x="4239250" y="4473550"/>
                <a:ext cx="39050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330" extrusionOk="0">
                    <a:moveTo>
                      <a:pt x="942" y="1"/>
                    </a:moveTo>
                    <a:cubicBezTo>
                      <a:pt x="929" y="1"/>
                      <a:pt x="916" y="1"/>
                      <a:pt x="903" y="2"/>
                    </a:cubicBezTo>
                    <a:cubicBezTo>
                      <a:pt x="293" y="2"/>
                      <a:pt x="0" y="710"/>
                      <a:pt x="415" y="1124"/>
                    </a:cubicBezTo>
                    <a:cubicBezTo>
                      <a:pt x="557" y="1266"/>
                      <a:pt x="728" y="1329"/>
                      <a:pt x="893" y="1329"/>
                    </a:cubicBezTo>
                    <a:cubicBezTo>
                      <a:pt x="1238" y="1329"/>
                      <a:pt x="1561" y="1056"/>
                      <a:pt x="1561" y="661"/>
                    </a:cubicBezTo>
                    <a:cubicBezTo>
                      <a:pt x="1561" y="308"/>
                      <a:pt x="1289" y="1"/>
                      <a:pt x="94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9"/>
              <p:cNvSpPr/>
              <p:nvPr/>
            </p:nvSpPr>
            <p:spPr>
              <a:xfrm>
                <a:off x="4442300" y="4073600"/>
                <a:ext cx="32325" cy="27775"/>
              </a:xfrm>
              <a:custGeom>
                <a:avLst/>
                <a:gdLst/>
                <a:ahLst/>
                <a:cxnLst/>
                <a:rect l="l" t="t" r="r" b="b"/>
                <a:pathLst>
                  <a:path w="1293" h="1111" extrusionOk="0">
                    <a:moveTo>
                      <a:pt x="732" y="1"/>
                    </a:moveTo>
                    <a:cubicBezTo>
                      <a:pt x="244" y="1"/>
                      <a:pt x="0" y="586"/>
                      <a:pt x="342" y="952"/>
                    </a:cubicBezTo>
                    <a:cubicBezTo>
                      <a:pt x="459" y="1062"/>
                      <a:pt x="600" y="1111"/>
                      <a:pt x="736" y="1111"/>
                    </a:cubicBezTo>
                    <a:cubicBezTo>
                      <a:pt x="1024" y="1111"/>
                      <a:pt x="1293" y="892"/>
                      <a:pt x="1293" y="562"/>
                    </a:cubicBezTo>
                    <a:cubicBezTo>
                      <a:pt x="1293" y="245"/>
                      <a:pt x="1049" y="1"/>
                      <a:pt x="7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9"/>
              <p:cNvSpPr/>
              <p:nvPr/>
            </p:nvSpPr>
            <p:spPr>
              <a:xfrm>
                <a:off x="4884975" y="3932750"/>
                <a:ext cx="28075" cy="24100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964" extrusionOk="0">
                    <a:moveTo>
                      <a:pt x="659" y="1"/>
                    </a:moveTo>
                    <a:cubicBezTo>
                      <a:pt x="220" y="1"/>
                      <a:pt x="0" y="513"/>
                      <a:pt x="317" y="830"/>
                    </a:cubicBezTo>
                    <a:cubicBezTo>
                      <a:pt x="410" y="923"/>
                      <a:pt x="525" y="964"/>
                      <a:pt x="638" y="964"/>
                    </a:cubicBezTo>
                    <a:cubicBezTo>
                      <a:pt x="883" y="964"/>
                      <a:pt x="1122" y="772"/>
                      <a:pt x="1122" y="488"/>
                    </a:cubicBezTo>
                    <a:cubicBezTo>
                      <a:pt x="1122" y="220"/>
                      <a:pt x="927" y="1"/>
                      <a:pt x="6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9"/>
              <p:cNvSpPr/>
              <p:nvPr/>
            </p:nvSpPr>
            <p:spPr>
              <a:xfrm>
                <a:off x="5108125" y="3604700"/>
                <a:ext cx="43925" cy="37500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1500" extrusionOk="0">
                    <a:moveTo>
                      <a:pt x="1001" y="1"/>
                    </a:moveTo>
                    <a:cubicBezTo>
                      <a:pt x="342" y="1"/>
                      <a:pt x="1" y="806"/>
                      <a:pt x="489" y="1269"/>
                    </a:cubicBezTo>
                    <a:cubicBezTo>
                      <a:pt x="640" y="1429"/>
                      <a:pt x="828" y="1500"/>
                      <a:pt x="1013" y="1500"/>
                    </a:cubicBezTo>
                    <a:cubicBezTo>
                      <a:pt x="1392" y="1500"/>
                      <a:pt x="1757" y="1200"/>
                      <a:pt x="1757" y="757"/>
                    </a:cubicBezTo>
                    <a:cubicBezTo>
                      <a:pt x="1757" y="342"/>
                      <a:pt x="1415" y="1"/>
                      <a:pt x="10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9"/>
              <p:cNvSpPr/>
              <p:nvPr/>
            </p:nvSpPr>
            <p:spPr>
              <a:xfrm>
                <a:off x="5650200" y="3474850"/>
                <a:ext cx="32950" cy="283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134" extrusionOk="0">
                    <a:moveTo>
                      <a:pt x="756" y="0"/>
                    </a:moveTo>
                    <a:cubicBezTo>
                      <a:pt x="244" y="0"/>
                      <a:pt x="0" y="610"/>
                      <a:pt x="342" y="976"/>
                    </a:cubicBezTo>
                    <a:cubicBezTo>
                      <a:pt x="458" y="1085"/>
                      <a:pt x="600" y="1134"/>
                      <a:pt x="739" y="1134"/>
                    </a:cubicBezTo>
                    <a:cubicBezTo>
                      <a:pt x="1035" y="1134"/>
                      <a:pt x="1317" y="910"/>
                      <a:pt x="1317" y="561"/>
                    </a:cubicBezTo>
                    <a:cubicBezTo>
                      <a:pt x="1317" y="268"/>
                      <a:pt x="1073" y="0"/>
                      <a:pt x="7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9"/>
              <p:cNvSpPr/>
              <p:nvPr/>
            </p:nvSpPr>
            <p:spPr>
              <a:xfrm>
                <a:off x="5745925" y="3020575"/>
                <a:ext cx="2930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172" h="1004" extrusionOk="0">
                    <a:moveTo>
                      <a:pt x="659" y="1"/>
                    </a:moveTo>
                    <a:cubicBezTo>
                      <a:pt x="220" y="1"/>
                      <a:pt x="0" y="537"/>
                      <a:pt x="317" y="854"/>
                    </a:cubicBezTo>
                    <a:cubicBezTo>
                      <a:pt x="420" y="957"/>
                      <a:pt x="546" y="1004"/>
                      <a:pt x="669" y="1004"/>
                    </a:cubicBezTo>
                    <a:cubicBezTo>
                      <a:pt x="926" y="1004"/>
                      <a:pt x="1171" y="802"/>
                      <a:pt x="1171" y="489"/>
                    </a:cubicBezTo>
                    <a:cubicBezTo>
                      <a:pt x="1171" y="220"/>
                      <a:pt x="927" y="1"/>
                      <a:pt x="6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9"/>
              <p:cNvSpPr/>
              <p:nvPr/>
            </p:nvSpPr>
            <p:spPr>
              <a:xfrm>
                <a:off x="5308725" y="3124225"/>
                <a:ext cx="33575" cy="29275"/>
              </a:xfrm>
              <a:custGeom>
                <a:avLst/>
                <a:gdLst/>
                <a:ahLst/>
                <a:cxnLst/>
                <a:rect l="l" t="t" r="r" b="b"/>
                <a:pathLst>
                  <a:path w="1343" h="1171" extrusionOk="0">
                    <a:moveTo>
                      <a:pt x="781" y="1"/>
                    </a:moveTo>
                    <a:cubicBezTo>
                      <a:pt x="245" y="1"/>
                      <a:pt x="1" y="635"/>
                      <a:pt x="367" y="1001"/>
                    </a:cubicBezTo>
                    <a:cubicBezTo>
                      <a:pt x="484" y="1118"/>
                      <a:pt x="626" y="1170"/>
                      <a:pt x="765" y="1170"/>
                    </a:cubicBezTo>
                    <a:cubicBezTo>
                      <a:pt x="1060" y="1170"/>
                      <a:pt x="1342" y="935"/>
                      <a:pt x="1342" y="586"/>
                    </a:cubicBezTo>
                    <a:cubicBezTo>
                      <a:pt x="1342" y="269"/>
                      <a:pt x="1098" y="1"/>
                      <a:pt x="7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9"/>
              <p:cNvSpPr/>
              <p:nvPr/>
            </p:nvSpPr>
            <p:spPr>
              <a:xfrm>
                <a:off x="4930700" y="3373625"/>
                <a:ext cx="28675" cy="24075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963" extrusionOk="0">
                    <a:moveTo>
                      <a:pt x="659" y="0"/>
                    </a:moveTo>
                    <a:cubicBezTo>
                      <a:pt x="220" y="0"/>
                      <a:pt x="0" y="513"/>
                      <a:pt x="317" y="830"/>
                    </a:cubicBezTo>
                    <a:cubicBezTo>
                      <a:pt x="409" y="921"/>
                      <a:pt x="525" y="963"/>
                      <a:pt x="641" y="963"/>
                    </a:cubicBezTo>
                    <a:cubicBezTo>
                      <a:pt x="894" y="963"/>
                      <a:pt x="1147" y="765"/>
                      <a:pt x="1147" y="464"/>
                    </a:cubicBezTo>
                    <a:cubicBezTo>
                      <a:pt x="1122" y="220"/>
                      <a:pt x="927" y="0"/>
                      <a:pt x="6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9"/>
              <p:cNvSpPr/>
              <p:nvPr/>
            </p:nvSpPr>
            <p:spPr>
              <a:xfrm>
                <a:off x="4678875" y="3074850"/>
                <a:ext cx="35375" cy="30250"/>
              </a:xfrm>
              <a:custGeom>
                <a:avLst/>
                <a:gdLst/>
                <a:ahLst/>
                <a:cxnLst/>
                <a:rect l="l" t="t" r="r" b="b"/>
                <a:pathLst>
                  <a:path w="1415" h="1210" extrusionOk="0">
                    <a:moveTo>
                      <a:pt x="805" y="0"/>
                    </a:moveTo>
                    <a:cubicBezTo>
                      <a:pt x="269" y="0"/>
                      <a:pt x="0" y="659"/>
                      <a:pt x="391" y="1025"/>
                    </a:cubicBezTo>
                    <a:cubicBezTo>
                      <a:pt x="519" y="1153"/>
                      <a:pt x="673" y="1210"/>
                      <a:pt x="823" y="1210"/>
                    </a:cubicBezTo>
                    <a:cubicBezTo>
                      <a:pt x="1129" y="1210"/>
                      <a:pt x="1415" y="971"/>
                      <a:pt x="1415" y="610"/>
                    </a:cubicBezTo>
                    <a:cubicBezTo>
                      <a:pt x="1415" y="269"/>
                      <a:pt x="1147" y="0"/>
                      <a:pt x="8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9"/>
              <p:cNvSpPr/>
              <p:nvPr/>
            </p:nvSpPr>
            <p:spPr>
              <a:xfrm>
                <a:off x="4385575" y="3488250"/>
                <a:ext cx="3540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1211" extrusionOk="0">
                    <a:moveTo>
                      <a:pt x="806" y="1"/>
                    </a:moveTo>
                    <a:cubicBezTo>
                      <a:pt x="269" y="1"/>
                      <a:pt x="1" y="635"/>
                      <a:pt x="367" y="1025"/>
                    </a:cubicBezTo>
                    <a:cubicBezTo>
                      <a:pt x="495" y="1153"/>
                      <a:pt x="652" y="1210"/>
                      <a:pt x="805" y="1210"/>
                    </a:cubicBezTo>
                    <a:cubicBezTo>
                      <a:pt x="1118" y="1210"/>
                      <a:pt x="1416" y="971"/>
                      <a:pt x="1416" y="610"/>
                    </a:cubicBezTo>
                    <a:cubicBezTo>
                      <a:pt x="1416" y="269"/>
                      <a:pt x="1147" y="1"/>
                      <a:pt x="8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9"/>
              <p:cNvSpPr/>
              <p:nvPr/>
            </p:nvSpPr>
            <p:spPr>
              <a:xfrm>
                <a:off x="3920350" y="3273025"/>
                <a:ext cx="36000" cy="3045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1218" extrusionOk="0">
                    <a:moveTo>
                      <a:pt x="830" y="0"/>
                    </a:moveTo>
                    <a:cubicBezTo>
                      <a:pt x="269" y="0"/>
                      <a:pt x="1" y="659"/>
                      <a:pt x="391" y="1049"/>
                    </a:cubicBezTo>
                    <a:cubicBezTo>
                      <a:pt x="515" y="1165"/>
                      <a:pt x="666" y="1217"/>
                      <a:pt x="814" y="1217"/>
                    </a:cubicBezTo>
                    <a:cubicBezTo>
                      <a:pt x="1133" y="1217"/>
                      <a:pt x="1440" y="976"/>
                      <a:pt x="1440" y="610"/>
                    </a:cubicBezTo>
                    <a:cubicBezTo>
                      <a:pt x="1440" y="268"/>
                      <a:pt x="1147" y="0"/>
                      <a:pt x="8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9"/>
              <p:cNvSpPr/>
              <p:nvPr/>
            </p:nvSpPr>
            <p:spPr>
              <a:xfrm>
                <a:off x="4127825" y="2744950"/>
                <a:ext cx="25475" cy="21875"/>
              </a:xfrm>
              <a:custGeom>
                <a:avLst/>
                <a:gdLst/>
                <a:ahLst/>
                <a:cxnLst/>
                <a:rect l="l" t="t" r="r" b="b"/>
                <a:pathLst>
                  <a:path w="1019" h="875" extrusionOk="0">
                    <a:moveTo>
                      <a:pt x="574" y="1"/>
                    </a:moveTo>
                    <a:cubicBezTo>
                      <a:pt x="203" y="1"/>
                      <a:pt x="1" y="448"/>
                      <a:pt x="262" y="733"/>
                    </a:cubicBezTo>
                    <a:cubicBezTo>
                      <a:pt x="360" y="831"/>
                      <a:pt x="476" y="874"/>
                      <a:pt x="588" y="874"/>
                    </a:cubicBezTo>
                    <a:cubicBezTo>
                      <a:pt x="812" y="874"/>
                      <a:pt x="1018" y="701"/>
                      <a:pt x="1018" y="441"/>
                    </a:cubicBezTo>
                    <a:cubicBezTo>
                      <a:pt x="1018" y="197"/>
                      <a:pt x="848" y="2"/>
                      <a:pt x="604" y="2"/>
                    </a:cubicBezTo>
                    <a:cubicBezTo>
                      <a:pt x="594" y="1"/>
                      <a:pt x="584" y="1"/>
                      <a:pt x="57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9"/>
              <p:cNvSpPr/>
              <p:nvPr/>
            </p:nvSpPr>
            <p:spPr>
              <a:xfrm>
                <a:off x="3678275" y="2699250"/>
                <a:ext cx="36625" cy="314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258" extrusionOk="0">
                    <a:moveTo>
                      <a:pt x="830" y="0"/>
                    </a:moveTo>
                    <a:cubicBezTo>
                      <a:pt x="269" y="0"/>
                      <a:pt x="1" y="683"/>
                      <a:pt x="391" y="1074"/>
                    </a:cubicBezTo>
                    <a:cubicBezTo>
                      <a:pt x="518" y="1201"/>
                      <a:pt x="676" y="1258"/>
                      <a:pt x="832" y="1258"/>
                    </a:cubicBezTo>
                    <a:cubicBezTo>
                      <a:pt x="1154" y="1258"/>
                      <a:pt x="1464" y="1013"/>
                      <a:pt x="1464" y="635"/>
                    </a:cubicBezTo>
                    <a:cubicBezTo>
                      <a:pt x="1464" y="293"/>
                      <a:pt x="1172" y="0"/>
                      <a:pt x="8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9"/>
              <p:cNvSpPr/>
              <p:nvPr/>
            </p:nvSpPr>
            <p:spPr>
              <a:xfrm>
                <a:off x="3188650" y="2755350"/>
                <a:ext cx="41500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1660" h="1416" extrusionOk="0">
                    <a:moveTo>
                      <a:pt x="952" y="0"/>
                    </a:moveTo>
                    <a:cubicBezTo>
                      <a:pt x="318" y="0"/>
                      <a:pt x="1" y="756"/>
                      <a:pt x="440" y="1195"/>
                    </a:cubicBezTo>
                    <a:cubicBezTo>
                      <a:pt x="592" y="1348"/>
                      <a:pt x="777" y="1416"/>
                      <a:pt x="955" y="1416"/>
                    </a:cubicBezTo>
                    <a:cubicBezTo>
                      <a:pt x="1319" y="1416"/>
                      <a:pt x="1659" y="1133"/>
                      <a:pt x="1659" y="708"/>
                    </a:cubicBezTo>
                    <a:cubicBezTo>
                      <a:pt x="1659" y="317"/>
                      <a:pt x="1342" y="0"/>
                      <a:pt x="9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9"/>
              <p:cNvSpPr/>
              <p:nvPr/>
            </p:nvSpPr>
            <p:spPr>
              <a:xfrm>
                <a:off x="2877700" y="1839525"/>
                <a:ext cx="41475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1659" h="1416" extrusionOk="0">
                    <a:moveTo>
                      <a:pt x="951" y="0"/>
                    </a:moveTo>
                    <a:cubicBezTo>
                      <a:pt x="317" y="0"/>
                      <a:pt x="0" y="756"/>
                      <a:pt x="464" y="1195"/>
                    </a:cubicBezTo>
                    <a:cubicBezTo>
                      <a:pt x="608" y="1348"/>
                      <a:pt x="787" y="1416"/>
                      <a:pt x="962" y="1416"/>
                    </a:cubicBezTo>
                    <a:cubicBezTo>
                      <a:pt x="1318" y="1416"/>
                      <a:pt x="1659" y="1133"/>
                      <a:pt x="1659" y="707"/>
                    </a:cubicBezTo>
                    <a:cubicBezTo>
                      <a:pt x="1659" y="317"/>
                      <a:pt x="1342" y="0"/>
                      <a:pt x="9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9"/>
              <p:cNvSpPr/>
              <p:nvPr/>
            </p:nvSpPr>
            <p:spPr>
              <a:xfrm>
                <a:off x="2691725" y="2346825"/>
                <a:ext cx="39050" cy="33525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341" extrusionOk="0">
                    <a:moveTo>
                      <a:pt x="878" y="0"/>
                    </a:moveTo>
                    <a:cubicBezTo>
                      <a:pt x="293" y="0"/>
                      <a:pt x="0" y="732"/>
                      <a:pt x="415" y="1147"/>
                    </a:cubicBezTo>
                    <a:cubicBezTo>
                      <a:pt x="549" y="1281"/>
                      <a:pt x="717" y="1341"/>
                      <a:pt x="882" y="1341"/>
                    </a:cubicBezTo>
                    <a:cubicBezTo>
                      <a:pt x="1227" y="1341"/>
                      <a:pt x="1561" y="1079"/>
                      <a:pt x="1561" y="683"/>
                    </a:cubicBezTo>
                    <a:cubicBezTo>
                      <a:pt x="1561" y="317"/>
                      <a:pt x="1244" y="0"/>
                      <a:pt x="8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9"/>
              <p:cNvSpPr/>
              <p:nvPr/>
            </p:nvSpPr>
            <p:spPr>
              <a:xfrm>
                <a:off x="2145400" y="2583400"/>
                <a:ext cx="28675" cy="24500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980" extrusionOk="0">
                    <a:moveTo>
                      <a:pt x="659" y="0"/>
                    </a:moveTo>
                    <a:cubicBezTo>
                      <a:pt x="220" y="0"/>
                      <a:pt x="0" y="537"/>
                      <a:pt x="317" y="830"/>
                    </a:cubicBezTo>
                    <a:cubicBezTo>
                      <a:pt x="421" y="933"/>
                      <a:pt x="545" y="980"/>
                      <a:pt x="666" y="980"/>
                    </a:cubicBezTo>
                    <a:cubicBezTo>
                      <a:pt x="914" y="980"/>
                      <a:pt x="1146" y="784"/>
                      <a:pt x="1146" y="488"/>
                    </a:cubicBezTo>
                    <a:cubicBezTo>
                      <a:pt x="1146" y="220"/>
                      <a:pt x="927" y="0"/>
                      <a:pt x="6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9"/>
              <p:cNvSpPr/>
              <p:nvPr/>
            </p:nvSpPr>
            <p:spPr>
              <a:xfrm>
                <a:off x="1069975" y="2522400"/>
                <a:ext cx="28500" cy="24525"/>
              </a:xfrm>
              <a:custGeom>
                <a:avLst/>
                <a:gdLst/>
                <a:ahLst/>
                <a:cxnLst/>
                <a:rect l="l" t="t" r="r" b="b"/>
                <a:pathLst>
                  <a:path w="1140" h="981" extrusionOk="0">
                    <a:moveTo>
                      <a:pt x="646" y="1"/>
                    </a:moveTo>
                    <a:cubicBezTo>
                      <a:pt x="204" y="1"/>
                      <a:pt x="0" y="521"/>
                      <a:pt x="286" y="831"/>
                    </a:cubicBezTo>
                    <a:cubicBezTo>
                      <a:pt x="390" y="934"/>
                      <a:pt x="517" y="981"/>
                      <a:pt x="641" y="981"/>
                    </a:cubicBezTo>
                    <a:cubicBezTo>
                      <a:pt x="897" y="981"/>
                      <a:pt x="1140" y="785"/>
                      <a:pt x="1140" y="489"/>
                    </a:cubicBezTo>
                    <a:cubicBezTo>
                      <a:pt x="1140" y="221"/>
                      <a:pt x="920" y="1"/>
                      <a:pt x="676" y="1"/>
                    </a:cubicBezTo>
                    <a:cubicBezTo>
                      <a:pt x="666" y="1"/>
                      <a:pt x="656" y="1"/>
                      <a:pt x="6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9"/>
              <p:cNvSpPr/>
              <p:nvPr/>
            </p:nvSpPr>
            <p:spPr>
              <a:xfrm>
                <a:off x="1635025" y="2418775"/>
                <a:ext cx="45150" cy="38675"/>
              </a:xfrm>
              <a:custGeom>
                <a:avLst/>
                <a:gdLst/>
                <a:ahLst/>
                <a:cxnLst/>
                <a:rect l="l" t="t" r="r" b="b"/>
                <a:pathLst>
                  <a:path w="1806" h="1547" extrusionOk="0">
                    <a:moveTo>
                      <a:pt x="1050" y="0"/>
                    </a:moveTo>
                    <a:cubicBezTo>
                      <a:pt x="367" y="0"/>
                      <a:pt x="1" y="829"/>
                      <a:pt x="489" y="1317"/>
                    </a:cubicBezTo>
                    <a:cubicBezTo>
                      <a:pt x="647" y="1476"/>
                      <a:pt x="842" y="1547"/>
                      <a:pt x="1033" y="1547"/>
                    </a:cubicBezTo>
                    <a:cubicBezTo>
                      <a:pt x="1428" y="1547"/>
                      <a:pt x="1806" y="1241"/>
                      <a:pt x="1806" y="781"/>
                    </a:cubicBezTo>
                    <a:cubicBezTo>
                      <a:pt x="1806" y="366"/>
                      <a:pt x="1464" y="0"/>
                      <a:pt x="10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9"/>
              <p:cNvSpPr/>
              <p:nvPr/>
            </p:nvSpPr>
            <p:spPr>
              <a:xfrm>
                <a:off x="1631975" y="1820000"/>
                <a:ext cx="4332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1489" extrusionOk="0">
                    <a:moveTo>
                      <a:pt x="1001" y="1"/>
                    </a:moveTo>
                    <a:cubicBezTo>
                      <a:pt x="342" y="1"/>
                      <a:pt x="1" y="805"/>
                      <a:pt x="489" y="1269"/>
                    </a:cubicBezTo>
                    <a:cubicBezTo>
                      <a:pt x="640" y="1420"/>
                      <a:pt x="826" y="1488"/>
                      <a:pt x="1007" y="1488"/>
                    </a:cubicBezTo>
                    <a:cubicBezTo>
                      <a:pt x="1379" y="1488"/>
                      <a:pt x="1733" y="1200"/>
                      <a:pt x="1733" y="757"/>
                    </a:cubicBezTo>
                    <a:cubicBezTo>
                      <a:pt x="1733" y="342"/>
                      <a:pt x="1416" y="1"/>
                      <a:pt x="10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9"/>
              <p:cNvSpPr/>
              <p:nvPr/>
            </p:nvSpPr>
            <p:spPr>
              <a:xfrm>
                <a:off x="1595400" y="2941925"/>
                <a:ext cx="4332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1489" extrusionOk="0">
                    <a:moveTo>
                      <a:pt x="1001" y="0"/>
                    </a:moveTo>
                    <a:cubicBezTo>
                      <a:pt x="318" y="0"/>
                      <a:pt x="1" y="805"/>
                      <a:pt x="464" y="1269"/>
                    </a:cubicBezTo>
                    <a:cubicBezTo>
                      <a:pt x="615" y="1420"/>
                      <a:pt x="803" y="1488"/>
                      <a:pt x="988" y="1488"/>
                    </a:cubicBezTo>
                    <a:cubicBezTo>
                      <a:pt x="1368" y="1488"/>
                      <a:pt x="1732" y="1200"/>
                      <a:pt x="1732" y="757"/>
                    </a:cubicBezTo>
                    <a:cubicBezTo>
                      <a:pt x="1732" y="342"/>
                      <a:pt x="1391" y="0"/>
                      <a:pt x="10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9"/>
              <p:cNvSpPr/>
              <p:nvPr/>
            </p:nvSpPr>
            <p:spPr>
              <a:xfrm>
                <a:off x="2123450" y="2015725"/>
                <a:ext cx="26850" cy="22625"/>
              </a:xfrm>
              <a:custGeom>
                <a:avLst/>
                <a:gdLst/>
                <a:ahLst/>
                <a:cxnLst/>
                <a:rect l="l" t="t" r="r" b="b"/>
                <a:pathLst>
                  <a:path w="1074" h="905" extrusionOk="0">
                    <a:moveTo>
                      <a:pt x="610" y="1"/>
                    </a:moveTo>
                    <a:cubicBezTo>
                      <a:pt x="195" y="1"/>
                      <a:pt x="0" y="488"/>
                      <a:pt x="293" y="781"/>
                    </a:cubicBezTo>
                    <a:cubicBezTo>
                      <a:pt x="385" y="866"/>
                      <a:pt x="497" y="904"/>
                      <a:pt x="607" y="904"/>
                    </a:cubicBezTo>
                    <a:cubicBezTo>
                      <a:pt x="845" y="904"/>
                      <a:pt x="1073" y="723"/>
                      <a:pt x="1073" y="440"/>
                    </a:cubicBezTo>
                    <a:cubicBezTo>
                      <a:pt x="1073" y="196"/>
                      <a:pt x="854" y="1"/>
                      <a:pt x="6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9"/>
              <p:cNvSpPr/>
              <p:nvPr/>
            </p:nvSpPr>
            <p:spPr>
              <a:xfrm>
                <a:off x="2566100" y="1729150"/>
                <a:ext cx="34800" cy="30000"/>
              </a:xfrm>
              <a:custGeom>
                <a:avLst/>
                <a:gdLst/>
                <a:ahLst/>
                <a:cxnLst/>
                <a:rect l="l" t="t" r="r" b="b"/>
                <a:pathLst>
                  <a:path w="1392" h="1200" extrusionOk="0">
                    <a:moveTo>
                      <a:pt x="781" y="0"/>
                    </a:moveTo>
                    <a:cubicBezTo>
                      <a:pt x="245" y="0"/>
                      <a:pt x="1" y="635"/>
                      <a:pt x="367" y="1025"/>
                    </a:cubicBezTo>
                    <a:cubicBezTo>
                      <a:pt x="487" y="1145"/>
                      <a:pt x="636" y="1199"/>
                      <a:pt x="782" y="1199"/>
                    </a:cubicBezTo>
                    <a:cubicBezTo>
                      <a:pt x="1080" y="1199"/>
                      <a:pt x="1367" y="971"/>
                      <a:pt x="1367" y="610"/>
                    </a:cubicBezTo>
                    <a:cubicBezTo>
                      <a:pt x="1391" y="269"/>
                      <a:pt x="1123" y="0"/>
                      <a:pt x="7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9"/>
              <p:cNvSpPr/>
              <p:nvPr/>
            </p:nvSpPr>
            <p:spPr>
              <a:xfrm>
                <a:off x="2911225" y="1498675"/>
                <a:ext cx="38450" cy="32925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1317" extrusionOk="0">
                    <a:moveTo>
                      <a:pt x="879" y="0"/>
                    </a:moveTo>
                    <a:cubicBezTo>
                      <a:pt x="293" y="0"/>
                      <a:pt x="1" y="708"/>
                      <a:pt x="415" y="1122"/>
                    </a:cubicBezTo>
                    <a:cubicBezTo>
                      <a:pt x="549" y="1256"/>
                      <a:pt x="714" y="1317"/>
                      <a:pt x="876" y="1317"/>
                    </a:cubicBezTo>
                    <a:cubicBezTo>
                      <a:pt x="1214" y="1317"/>
                      <a:pt x="1537" y="1055"/>
                      <a:pt x="1537" y="659"/>
                    </a:cubicBezTo>
                    <a:cubicBezTo>
                      <a:pt x="1537" y="293"/>
                      <a:pt x="1244" y="0"/>
                      <a:pt x="8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9"/>
              <p:cNvSpPr/>
              <p:nvPr/>
            </p:nvSpPr>
            <p:spPr>
              <a:xfrm>
                <a:off x="3150250" y="1059650"/>
                <a:ext cx="43925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1507" extrusionOk="0">
                    <a:moveTo>
                      <a:pt x="1000" y="1"/>
                    </a:moveTo>
                    <a:cubicBezTo>
                      <a:pt x="317" y="1"/>
                      <a:pt x="0" y="806"/>
                      <a:pt x="464" y="1293"/>
                    </a:cubicBezTo>
                    <a:cubicBezTo>
                      <a:pt x="618" y="1440"/>
                      <a:pt x="805" y="1506"/>
                      <a:pt x="987" y="1506"/>
                    </a:cubicBezTo>
                    <a:cubicBezTo>
                      <a:pt x="1381" y="1506"/>
                      <a:pt x="1756" y="1199"/>
                      <a:pt x="1756" y="732"/>
                    </a:cubicBezTo>
                    <a:cubicBezTo>
                      <a:pt x="1732" y="318"/>
                      <a:pt x="1415" y="1"/>
                      <a:pt x="10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9"/>
              <p:cNvSpPr/>
              <p:nvPr/>
            </p:nvSpPr>
            <p:spPr>
              <a:xfrm>
                <a:off x="2714275" y="688900"/>
                <a:ext cx="32350" cy="31775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1271" extrusionOk="0">
                    <a:moveTo>
                      <a:pt x="699" y="0"/>
                    </a:moveTo>
                    <a:cubicBezTo>
                      <a:pt x="686" y="0"/>
                      <a:pt x="673" y="1"/>
                      <a:pt x="659" y="2"/>
                    </a:cubicBezTo>
                    <a:cubicBezTo>
                      <a:pt x="293" y="2"/>
                      <a:pt x="25" y="270"/>
                      <a:pt x="1" y="636"/>
                    </a:cubicBezTo>
                    <a:cubicBezTo>
                      <a:pt x="1" y="977"/>
                      <a:pt x="293" y="1270"/>
                      <a:pt x="659" y="1270"/>
                    </a:cubicBezTo>
                    <a:cubicBezTo>
                      <a:pt x="1001" y="1270"/>
                      <a:pt x="1293" y="977"/>
                      <a:pt x="1293" y="636"/>
                    </a:cubicBezTo>
                    <a:cubicBezTo>
                      <a:pt x="1293" y="284"/>
                      <a:pt x="1023" y="0"/>
                      <a:pt x="6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9"/>
              <p:cNvSpPr/>
              <p:nvPr/>
            </p:nvSpPr>
            <p:spPr>
              <a:xfrm>
                <a:off x="2222825" y="627950"/>
                <a:ext cx="23200" cy="23200"/>
              </a:xfrm>
              <a:custGeom>
                <a:avLst/>
                <a:gdLst/>
                <a:ahLst/>
                <a:cxnLst/>
                <a:rect l="l" t="t" r="r" b="b"/>
                <a:pathLst>
                  <a:path w="928" h="928" extrusionOk="0">
                    <a:moveTo>
                      <a:pt x="464" y="1"/>
                    </a:moveTo>
                    <a:cubicBezTo>
                      <a:pt x="196" y="1"/>
                      <a:pt x="1" y="196"/>
                      <a:pt x="1" y="464"/>
                    </a:cubicBezTo>
                    <a:cubicBezTo>
                      <a:pt x="1" y="708"/>
                      <a:pt x="196" y="928"/>
                      <a:pt x="464" y="928"/>
                    </a:cubicBezTo>
                    <a:cubicBezTo>
                      <a:pt x="708" y="928"/>
                      <a:pt x="927" y="708"/>
                      <a:pt x="927" y="464"/>
                    </a:cubicBezTo>
                    <a:cubicBezTo>
                      <a:pt x="927" y="196"/>
                      <a:pt x="708" y="1"/>
                      <a:pt x="4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9"/>
              <p:cNvSpPr/>
              <p:nvPr/>
            </p:nvSpPr>
            <p:spPr>
              <a:xfrm>
                <a:off x="2000275" y="1260250"/>
                <a:ext cx="25025" cy="21450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858" extrusionOk="0">
                    <a:moveTo>
                      <a:pt x="561" y="1"/>
                    </a:moveTo>
                    <a:cubicBezTo>
                      <a:pt x="195" y="1"/>
                      <a:pt x="0" y="464"/>
                      <a:pt x="269" y="733"/>
                    </a:cubicBezTo>
                    <a:cubicBezTo>
                      <a:pt x="355" y="819"/>
                      <a:pt x="462" y="857"/>
                      <a:pt x="567" y="857"/>
                    </a:cubicBezTo>
                    <a:cubicBezTo>
                      <a:pt x="787" y="857"/>
                      <a:pt x="1000" y="688"/>
                      <a:pt x="1000" y="440"/>
                    </a:cubicBezTo>
                    <a:cubicBezTo>
                      <a:pt x="1000" y="196"/>
                      <a:pt x="805" y="1"/>
                      <a:pt x="5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9"/>
              <p:cNvSpPr/>
              <p:nvPr/>
            </p:nvSpPr>
            <p:spPr>
              <a:xfrm>
                <a:off x="2517325" y="1105375"/>
                <a:ext cx="449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1524" extrusionOk="0">
                    <a:moveTo>
                      <a:pt x="1025" y="1"/>
                    </a:moveTo>
                    <a:cubicBezTo>
                      <a:pt x="342" y="1"/>
                      <a:pt x="1" y="830"/>
                      <a:pt x="489" y="1294"/>
                    </a:cubicBezTo>
                    <a:cubicBezTo>
                      <a:pt x="647" y="1452"/>
                      <a:pt x="842" y="1523"/>
                      <a:pt x="1032" y="1523"/>
                    </a:cubicBezTo>
                    <a:cubicBezTo>
                      <a:pt x="1425" y="1523"/>
                      <a:pt x="1798" y="1218"/>
                      <a:pt x="1781" y="757"/>
                    </a:cubicBezTo>
                    <a:cubicBezTo>
                      <a:pt x="1781" y="342"/>
                      <a:pt x="1440" y="1"/>
                      <a:pt x="10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9"/>
              <p:cNvSpPr/>
              <p:nvPr/>
            </p:nvSpPr>
            <p:spPr>
              <a:xfrm>
                <a:off x="1047850" y="1188300"/>
                <a:ext cx="268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74" h="1075" extrusionOk="0">
                    <a:moveTo>
                      <a:pt x="537" y="1"/>
                    </a:moveTo>
                    <a:cubicBezTo>
                      <a:pt x="244" y="1"/>
                      <a:pt x="1" y="245"/>
                      <a:pt x="1" y="537"/>
                    </a:cubicBezTo>
                    <a:cubicBezTo>
                      <a:pt x="1" y="830"/>
                      <a:pt x="244" y="1074"/>
                      <a:pt x="537" y="1074"/>
                    </a:cubicBezTo>
                    <a:cubicBezTo>
                      <a:pt x="830" y="1074"/>
                      <a:pt x="1074" y="830"/>
                      <a:pt x="1074" y="537"/>
                    </a:cubicBezTo>
                    <a:cubicBezTo>
                      <a:pt x="1074" y="245"/>
                      <a:pt x="830" y="1"/>
                      <a:pt x="5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9"/>
              <p:cNvSpPr/>
              <p:nvPr/>
            </p:nvSpPr>
            <p:spPr>
              <a:xfrm>
                <a:off x="1070575" y="1569375"/>
                <a:ext cx="27300" cy="23650"/>
              </a:xfrm>
              <a:custGeom>
                <a:avLst/>
                <a:gdLst/>
                <a:ahLst/>
                <a:cxnLst/>
                <a:rect l="l" t="t" r="r" b="b"/>
                <a:pathLst>
                  <a:path w="1092" h="946" extrusionOk="0">
                    <a:moveTo>
                      <a:pt x="622" y="1"/>
                    </a:moveTo>
                    <a:cubicBezTo>
                      <a:pt x="204" y="1"/>
                      <a:pt x="1" y="497"/>
                      <a:pt x="287" y="806"/>
                    </a:cubicBezTo>
                    <a:cubicBezTo>
                      <a:pt x="382" y="902"/>
                      <a:pt x="501" y="945"/>
                      <a:pt x="618" y="945"/>
                    </a:cubicBezTo>
                    <a:cubicBezTo>
                      <a:pt x="859" y="945"/>
                      <a:pt x="1092" y="760"/>
                      <a:pt x="1092" y="465"/>
                    </a:cubicBezTo>
                    <a:cubicBezTo>
                      <a:pt x="1092" y="221"/>
                      <a:pt x="896" y="1"/>
                      <a:pt x="652" y="1"/>
                    </a:cubicBezTo>
                    <a:cubicBezTo>
                      <a:pt x="642" y="1"/>
                      <a:pt x="632" y="1"/>
                      <a:pt x="6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9"/>
              <p:cNvSpPr/>
              <p:nvPr/>
            </p:nvSpPr>
            <p:spPr>
              <a:xfrm>
                <a:off x="1261875" y="2072425"/>
                <a:ext cx="28675" cy="29300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172" extrusionOk="0">
                    <a:moveTo>
                      <a:pt x="586" y="1"/>
                    </a:moveTo>
                    <a:cubicBezTo>
                      <a:pt x="269" y="1"/>
                      <a:pt x="0" y="269"/>
                      <a:pt x="0" y="586"/>
                    </a:cubicBezTo>
                    <a:cubicBezTo>
                      <a:pt x="0" y="903"/>
                      <a:pt x="269" y="1172"/>
                      <a:pt x="586" y="1172"/>
                    </a:cubicBezTo>
                    <a:cubicBezTo>
                      <a:pt x="903" y="1172"/>
                      <a:pt x="1147" y="903"/>
                      <a:pt x="1147" y="586"/>
                    </a:cubicBezTo>
                    <a:cubicBezTo>
                      <a:pt x="1147" y="269"/>
                      <a:pt x="903" y="1"/>
                      <a:pt x="5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9"/>
              <p:cNvSpPr/>
              <p:nvPr/>
            </p:nvSpPr>
            <p:spPr>
              <a:xfrm>
                <a:off x="538725" y="2057800"/>
                <a:ext cx="29275" cy="29300"/>
              </a:xfrm>
              <a:custGeom>
                <a:avLst/>
                <a:gdLst/>
                <a:ahLst/>
                <a:cxnLst/>
                <a:rect l="l" t="t" r="r" b="b"/>
                <a:pathLst>
                  <a:path w="1171" h="1172" extrusionOk="0">
                    <a:moveTo>
                      <a:pt x="610" y="1"/>
                    </a:moveTo>
                    <a:cubicBezTo>
                      <a:pt x="268" y="1"/>
                      <a:pt x="0" y="269"/>
                      <a:pt x="0" y="586"/>
                    </a:cubicBezTo>
                    <a:cubicBezTo>
                      <a:pt x="0" y="903"/>
                      <a:pt x="268" y="1171"/>
                      <a:pt x="585" y="1171"/>
                    </a:cubicBezTo>
                    <a:cubicBezTo>
                      <a:pt x="927" y="1171"/>
                      <a:pt x="1171" y="903"/>
                      <a:pt x="1171" y="586"/>
                    </a:cubicBezTo>
                    <a:cubicBezTo>
                      <a:pt x="1171" y="269"/>
                      <a:pt x="927" y="25"/>
                      <a:pt x="6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9"/>
              <p:cNvSpPr/>
              <p:nvPr/>
            </p:nvSpPr>
            <p:spPr>
              <a:xfrm>
                <a:off x="514925" y="1357200"/>
                <a:ext cx="244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977" h="1001" extrusionOk="0">
                    <a:moveTo>
                      <a:pt x="489" y="1"/>
                    </a:moveTo>
                    <a:cubicBezTo>
                      <a:pt x="220" y="1"/>
                      <a:pt x="1" y="220"/>
                      <a:pt x="1" y="489"/>
                    </a:cubicBezTo>
                    <a:cubicBezTo>
                      <a:pt x="1" y="757"/>
                      <a:pt x="220" y="976"/>
                      <a:pt x="489" y="1001"/>
                    </a:cubicBezTo>
                    <a:cubicBezTo>
                      <a:pt x="757" y="1001"/>
                      <a:pt x="977" y="781"/>
                      <a:pt x="977" y="489"/>
                    </a:cubicBezTo>
                    <a:cubicBezTo>
                      <a:pt x="977" y="220"/>
                      <a:pt x="757" y="1"/>
                      <a:pt x="4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9"/>
              <p:cNvSpPr/>
              <p:nvPr/>
            </p:nvSpPr>
            <p:spPr>
              <a:xfrm>
                <a:off x="739925" y="939525"/>
                <a:ext cx="30525" cy="30525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1221" extrusionOk="0">
                    <a:moveTo>
                      <a:pt x="610" y="1"/>
                    </a:moveTo>
                    <a:cubicBezTo>
                      <a:pt x="269" y="1"/>
                      <a:pt x="1" y="269"/>
                      <a:pt x="1" y="611"/>
                    </a:cubicBezTo>
                    <a:cubicBezTo>
                      <a:pt x="1" y="952"/>
                      <a:pt x="269" y="1220"/>
                      <a:pt x="610" y="1220"/>
                    </a:cubicBezTo>
                    <a:cubicBezTo>
                      <a:pt x="928" y="1220"/>
                      <a:pt x="1220" y="952"/>
                      <a:pt x="1220" y="611"/>
                    </a:cubicBezTo>
                    <a:cubicBezTo>
                      <a:pt x="1220" y="269"/>
                      <a:pt x="928" y="1"/>
                      <a:pt x="6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9"/>
              <p:cNvSpPr/>
              <p:nvPr/>
            </p:nvSpPr>
            <p:spPr>
              <a:xfrm>
                <a:off x="1433200" y="1076125"/>
                <a:ext cx="34800" cy="29250"/>
              </a:xfrm>
              <a:custGeom>
                <a:avLst/>
                <a:gdLst/>
                <a:ahLst/>
                <a:cxnLst/>
                <a:rect l="l" t="t" r="r" b="b"/>
                <a:pathLst>
                  <a:path w="1392" h="1170" extrusionOk="0">
                    <a:moveTo>
                      <a:pt x="806" y="0"/>
                    </a:moveTo>
                    <a:cubicBezTo>
                      <a:pt x="269" y="0"/>
                      <a:pt x="1" y="634"/>
                      <a:pt x="391" y="1000"/>
                    </a:cubicBezTo>
                    <a:cubicBezTo>
                      <a:pt x="508" y="1117"/>
                      <a:pt x="653" y="1169"/>
                      <a:pt x="795" y="1169"/>
                    </a:cubicBezTo>
                    <a:cubicBezTo>
                      <a:pt x="1098" y="1169"/>
                      <a:pt x="1391" y="934"/>
                      <a:pt x="1391" y="586"/>
                    </a:cubicBezTo>
                    <a:cubicBezTo>
                      <a:pt x="1367" y="268"/>
                      <a:pt x="1123" y="0"/>
                      <a:pt x="8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9"/>
              <p:cNvSpPr/>
              <p:nvPr/>
            </p:nvSpPr>
            <p:spPr>
              <a:xfrm>
                <a:off x="1437475" y="597475"/>
                <a:ext cx="30525" cy="30500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1220" extrusionOk="0">
                    <a:moveTo>
                      <a:pt x="610" y="0"/>
                    </a:moveTo>
                    <a:cubicBezTo>
                      <a:pt x="293" y="0"/>
                      <a:pt x="1" y="269"/>
                      <a:pt x="1" y="610"/>
                    </a:cubicBezTo>
                    <a:cubicBezTo>
                      <a:pt x="1" y="952"/>
                      <a:pt x="293" y="1220"/>
                      <a:pt x="610" y="1220"/>
                    </a:cubicBezTo>
                    <a:cubicBezTo>
                      <a:pt x="952" y="1220"/>
                      <a:pt x="1220" y="952"/>
                      <a:pt x="1220" y="610"/>
                    </a:cubicBezTo>
                    <a:cubicBezTo>
                      <a:pt x="1220" y="269"/>
                      <a:pt x="952" y="0"/>
                      <a:pt x="6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9"/>
              <p:cNvSpPr/>
              <p:nvPr/>
            </p:nvSpPr>
            <p:spPr>
              <a:xfrm>
                <a:off x="957000" y="13066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9"/>
              <p:cNvSpPr/>
              <p:nvPr/>
            </p:nvSpPr>
            <p:spPr>
              <a:xfrm>
                <a:off x="6008725" y="4372375"/>
                <a:ext cx="2930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172" h="1004" extrusionOk="0">
                    <a:moveTo>
                      <a:pt x="683" y="1"/>
                    </a:moveTo>
                    <a:cubicBezTo>
                      <a:pt x="220" y="1"/>
                      <a:pt x="0" y="537"/>
                      <a:pt x="317" y="854"/>
                    </a:cubicBezTo>
                    <a:cubicBezTo>
                      <a:pt x="420" y="957"/>
                      <a:pt x="546" y="1003"/>
                      <a:pt x="669" y="1003"/>
                    </a:cubicBezTo>
                    <a:cubicBezTo>
                      <a:pt x="926" y="1003"/>
                      <a:pt x="1171" y="802"/>
                      <a:pt x="1171" y="488"/>
                    </a:cubicBezTo>
                    <a:cubicBezTo>
                      <a:pt x="1171" y="220"/>
                      <a:pt x="952" y="1"/>
                      <a:pt x="6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9"/>
              <p:cNvSpPr/>
              <p:nvPr/>
            </p:nvSpPr>
            <p:spPr>
              <a:xfrm>
                <a:off x="6505050" y="4552250"/>
                <a:ext cx="39050" cy="33325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333" extrusionOk="0">
                    <a:moveTo>
                      <a:pt x="879" y="0"/>
                    </a:moveTo>
                    <a:cubicBezTo>
                      <a:pt x="293" y="0"/>
                      <a:pt x="1" y="708"/>
                      <a:pt x="415" y="1122"/>
                    </a:cubicBezTo>
                    <a:cubicBezTo>
                      <a:pt x="552" y="1268"/>
                      <a:pt x="724" y="1333"/>
                      <a:pt x="893" y="1333"/>
                    </a:cubicBezTo>
                    <a:cubicBezTo>
                      <a:pt x="1234" y="1333"/>
                      <a:pt x="1562" y="1067"/>
                      <a:pt x="1562" y="659"/>
                    </a:cubicBezTo>
                    <a:cubicBezTo>
                      <a:pt x="1562" y="293"/>
                      <a:pt x="1244" y="0"/>
                      <a:pt x="8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9"/>
              <p:cNvSpPr/>
              <p:nvPr/>
            </p:nvSpPr>
            <p:spPr>
              <a:xfrm>
                <a:off x="6262975" y="3983975"/>
                <a:ext cx="32350" cy="27600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1104" extrusionOk="0">
                    <a:moveTo>
                      <a:pt x="733" y="0"/>
                    </a:moveTo>
                    <a:cubicBezTo>
                      <a:pt x="245" y="0"/>
                      <a:pt x="1" y="586"/>
                      <a:pt x="342" y="927"/>
                    </a:cubicBezTo>
                    <a:cubicBezTo>
                      <a:pt x="456" y="1049"/>
                      <a:pt x="600" y="1103"/>
                      <a:pt x="741" y="1103"/>
                    </a:cubicBezTo>
                    <a:cubicBezTo>
                      <a:pt x="1023" y="1103"/>
                      <a:pt x="1294" y="887"/>
                      <a:pt x="1294" y="561"/>
                    </a:cubicBezTo>
                    <a:cubicBezTo>
                      <a:pt x="1294" y="244"/>
                      <a:pt x="1050" y="0"/>
                      <a:pt x="7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9"/>
              <p:cNvSpPr/>
              <p:nvPr/>
            </p:nvSpPr>
            <p:spPr>
              <a:xfrm>
                <a:off x="6193475" y="3453500"/>
                <a:ext cx="45750" cy="39275"/>
              </a:xfrm>
              <a:custGeom>
                <a:avLst/>
                <a:gdLst/>
                <a:ahLst/>
                <a:cxnLst/>
                <a:rect l="l" t="t" r="r" b="b"/>
                <a:pathLst>
                  <a:path w="1830" h="1571" extrusionOk="0">
                    <a:moveTo>
                      <a:pt x="1049" y="0"/>
                    </a:moveTo>
                    <a:cubicBezTo>
                      <a:pt x="342" y="0"/>
                      <a:pt x="0" y="854"/>
                      <a:pt x="488" y="1342"/>
                    </a:cubicBezTo>
                    <a:cubicBezTo>
                      <a:pt x="646" y="1500"/>
                      <a:pt x="842" y="1571"/>
                      <a:pt x="1035" y="1571"/>
                    </a:cubicBezTo>
                    <a:cubicBezTo>
                      <a:pt x="1439" y="1571"/>
                      <a:pt x="1830" y="1259"/>
                      <a:pt x="1830" y="781"/>
                    </a:cubicBezTo>
                    <a:cubicBezTo>
                      <a:pt x="1805" y="342"/>
                      <a:pt x="1464" y="0"/>
                      <a:pt x="10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9"/>
              <p:cNvSpPr/>
              <p:nvPr/>
            </p:nvSpPr>
            <p:spPr>
              <a:xfrm>
                <a:off x="6518475" y="3435200"/>
                <a:ext cx="43925" cy="37075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1483" extrusionOk="0">
                    <a:moveTo>
                      <a:pt x="1000" y="1"/>
                    </a:moveTo>
                    <a:cubicBezTo>
                      <a:pt x="342" y="1"/>
                      <a:pt x="0" y="781"/>
                      <a:pt x="464" y="1269"/>
                    </a:cubicBezTo>
                    <a:cubicBezTo>
                      <a:pt x="619" y="1417"/>
                      <a:pt x="804" y="1483"/>
                      <a:pt x="985" y="1483"/>
                    </a:cubicBezTo>
                    <a:cubicBezTo>
                      <a:pt x="1372" y="1483"/>
                      <a:pt x="1740" y="1181"/>
                      <a:pt x="1756" y="732"/>
                    </a:cubicBezTo>
                    <a:cubicBezTo>
                      <a:pt x="1756" y="318"/>
                      <a:pt x="1415" y="1"/>
                      <a:pt x="10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9"/>
              <p:cNvSpPr/>
              <p:nvPr/>
            </p:nvSpPr>
            <p:spPr>
              <a:xfrm>
                <a:off x="6289200" y="2962650"/>
                <a:ext cx="39650" cy="33350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34" extrusionOk="0">
                    <a:moveTo>
                      <a:pt x="903" y="1"/>
                    </a:moveTo>
                    <a:cubicBezTo>
                      <a:pt x="318" y="1"/>
                      <a:pt x="1" y="708"/>
                      <a:pt x="440" y="1123"/>
                    </a:cubicBezTo>
                    <a:cubicBezTo>
                      <a:pt x="577" y="1268"/>
                      <a:pt x="749" y="1333"/>
                      <a:pt x="918" y="1333"/>
                    </a:cubicBezTo>
                    <a:cubicBezTo>
                      <a:pt x="1259" y="1333"/>
                      <a:pt x="1586" y="1067"/>
                      <a:pt x="1586" y="659"/>
                    </a:cubicBezTo>
                    <a:cubicBezTo>
                      <a:pt x="1586" y="293"/>
                      <a:pt x="1269" y="1"/>
                      <a:pt x="9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9"/>
              <p:cNvSpPr/>
              <p:nvPr/>
            </p:nvSpPr>
            <p:spPr>
              <a:xfrm>
                <a:off x="6033725" y="2570600"/>
                <a:ext cx="2990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1028" extrusionOk="0">
                    <a:moveTo>
                      <a:pt x="683" y="0"/>
                    </a:moveTo>
                    <a:cubicBezTo>
                      <a:pt x="220" y="0"/>
                      <a:pt x="0" y="537"/>
                      <a:pt x="317" y="878"/>
                    </a:cubicBezTo>
                    <a:cubicBezTo>
                      <a:pt x="420" y="981"/>
                      <a:pt x="549" y="1027"/>
                      <a:pt x="675" y="1027"/>
                    </a:cubicBezTo>
                    <a:cubicBezTo>
                      <a:pt x="939" y="1027"/>
                      <a:pt x="1195" y="826"/>
                      <a:pt x="1195" y="512"/>
                    </a:cubicBezTo>
                    <a:cubicBezTo>
                      <a:pt x="1195" y="220"/>
                      <a:pt x="976" y="0"/>
                      <a:pt x="6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9"/>
              <p:cNvSpPr/>
              <p:nvPr/>
            </p:nvSpPr>
            <p:spPr>
              <a:xfrm>
                <a:off x="5941650" y="3752275"/>
                <a:ext cx="2930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172" h="1004" extrusionOk="0">
                    <a:moveTo>
                      <a:pt x="683" y="0"/>
                    </a:moveTo>
                    <a:cubicBezTo>
                      <a:pt x="244" y="0"/>
                      <a:pt x="0" y="537"/>
                      <a:pt x="318" y="854"/>
                    </a:cubicBezTo>
                    <a:cubicBezTo>
                      <a:pt x="420" y="957"/>
                      <a:pt x="546" y="1003"/>
                      <a:pt x="669" y="1003"/>
                    </a:cubicBezTo>
                    <a:cubicBezTo>
                      <a:pt x="926" y="1003"/>
                      <a:pt x="1171" y="801"/>
                      <a:pt x="1171" y="488"/>
                    </a:cubicBezTo>
                    <a:cubicBezTo>
                      <a:pt x="1171" y="220"/>
                      <a:pt x="952" y="0"/>
                      <a:pt x="6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9"/>
              <p:cNvSpPr/>
              <p:nvPr/>
            </p:nvSpPr>
            <p:spPr>
              <a:xfrm>
                <a:off x="5450200" y="4101050"/>
                <a:ext cx="36000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1440" extrusionOk="0">
                    <a:moveTo>
                      <a:pt x="708" y="0"/>
                    </a:moveTo>
                    <a:cubicBezTo>
                      <a:pt x="317" y="0"/>
                      <a:pt x="0" y="317"/>
                      <a:pt x="0" y="732"/>
                    </a:cubicBezTo>
                    <a:cubicBezTo>
                      <a:pt x="0" y="1122"/>
                      <a:pt x="317" y="1439"/>
                      <a:pt x="708" y="1439"/>
                    </a:cubicBezTo>
                    <a:cubicBezTo>
                      <a:pt x="1122" y="1439"/>
                      <a:pt x="1439" y="1122"/>
                      <a:pt x="1439" y="732"/>
                    </a:cubicBezTo>
                    <a:cubicBezTo>
                      <a:pt x="1439" y="317"/>
                      <a:pt x="1122" y="0"/>
                      <a:pt x="7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9"/>
              <p:cNvSpPr/>
              <p:nvPr/>
            </p:nvSpPr>
            <p:spPr>
              <a:xfrm>
                <a:off x="4803875" y="4384575"/>
                <a:ext cx="38425" cy="32925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317" extrusionOk="0">
                    <a:moveTo>
                      <a:pt x="878" y="0"/>
                    </a:moveTo>
                    <a:cubicBezTo>
                      <a:pt x="293" y="0"/>
                      <a:pt x="0" y="708"/>
                      <a:pt x="415" y="1122"/>
                    </a:cubicBezTo>
                    <a:cubicBezTo>
                      <a:pt x="549" y="1257"/>
                      <a:pt x="714" y="1317"/>
                      <a:pt x="876" y="1317"/>
                    </a:cubicBezTo>
                    <a:cubicBezTo>
                      <a:pt x="1213" y="1317"/>
                      <a:pt x="1537" y="1055"/>
                      <a:pt x="1537" y="659"/>
                    </a:cubicBezTo>
                    <a:cubicBezTo>
                      <a:pt x="1537" y="293"/>
                      <a:pt x="1244" y="0"/>
                      <a:pt x="8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9"/>
              <p:cNvSpPr/>
              <p:nvPr/>
            </p:nvSpPr>
            <p:spPr>
              <a:xfrm>
                <a:off x="5356900" y="4570550"/>
                <a:ext cx="35400" cy="30250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1210" extrusionOk="0">
                    <a:moveTo>
                      <a:pt x="806" y="0"/>
                    </a:moveTo>
                    <a:cubicBezTo>
                      <a:pt x="269" y="0"/>
                      <a:pt x="1" y="634"/>
                      <a:pt x="391" y="1025"/>
                    </a:cubicBezTo>
                    <a:cubicBezTo>
                      <a:pt x="511" y="1153"/>
                      <a:pt x="663" y="1210"/>
                      <a:pt x="812" y="1210"/>
                    </a:cubicBezTo>
                    <a:cubicBezTo>
                      <a:pt x="1118" y="1210"/>
                      <a:pt x="1415" y="970"/>
                      <a:pt x="1415" y="610"/>
                    </a:cubicBezTo>
                    <a:cubicBezTo>
                      <a:pt x="1415" y="268"/>
                      <a:pt x="1147" y="0"/>
                      <a:pt x="8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9"/>
              <p:cNvSpPr/>
              <p:nvPr/>
            </p:nvSpPr>
            <p:spPr>
              <a:xfrm>
                <a:off x="4239250" y="4473550"/>
                <a:ext cx="39050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330" extrusionOk="0">
                    <a:moveTo>
                      <a:pt x="942" y="1"/>
                    </a:moveTo>
                    <a:cubicBezTo>
                      <a:pt x="929" y="1"/>
                      <a:pt x="916" y="1"/>
                      <a:pt x="903" y="2"/>
                    </a:cubicBezTo>
                    <a:cubicBezTo>
                      <a:pt x="293" y="2"/>
                      <a:pt x="0" y="710"/>
                      <a:pt x="415" y="1124"/>
                    </a:cubicBezTo>
                    <a:cubicBezTo>
                      <a:pt x="557" y="1266"/>
                      <a:pt x="728" y="1329"/>
                      <a:pt x="893" y="1329"/>
                    </a:cubicBezTo>
                    <a:cubicBezTo>
                      <a:pt x="1238" y="1329"/>
                      <a:pt x="1561" y="1056"/>
                      <a:pt x="1561" y="661"/>
                    </a:cubicBezTo>
                    <a:cubicBezTo>
                      <a:pt x="1561" y="308"/>
                      <a:pt x="1289" y="1"/>
                      <a:pt x="94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9"/>
              <p:cNvSpPr/>
              <p:nvPr/>
            </p:nvSpPr>
            <p:spPr>
              <a:xfrm>
                <a:off x="4442300" y="4073600"/>
                <a:ext cx="32325" cy="27775"/>
              </a:xfrm>
              <a:custGeom>
                <a:avLst/>
                <a:gdLst/>
                <a:ahLst/>
                <a:cxnLst/>
                <a:rect l="l" t="t" r="r" b="b"/>
                <a:pathLst>
                  <a:path w="1293" h="1111" extrusionOk="0">
                    <a:moveTo>
                      <a:pt x="732" y="1"/>
                    </a:moveTo>
                    <a:cubicBezTo>
                      <a:pt x="244" y="1"/>
                      <a:pt x="0" y="586"/>
                      <a:pt x="342" y="952"/>
                    </a:cubicBezTo>
                    <a:cubicBezTo>
                      <a:pt x="459" y="1062"/>
                      <a:pt x="600" y="1111"/>
                      <a:pt x="736" y="1111"/>
                    </a:cubicBezTo>
                    <a:cubicBezTo>
                      <a:pt x="1024" y="1111"/>
                      <a:pt x="1293" y="892"/>
                      <a:pt x="1293" y="562"/>
                    </a:cubicBezTo>
                    <a:cubicBezTo>
                      <a:pt x="1293" y="245"/>
                      <a:pt x="1049" y="1"/>
                      <a:pt x="7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9"/>
              <p:cNvSpPr/>
              <p:nvPr/>
            </p:nvSpPr>
            <p:spPr>
              <a:xfrm>
                <a:off x="4884975" y="3932750"/>
                <a:ext cx="28075" cy="24100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964" extrusionOk="0">
                    <a:moveTo>
                      <a:pt x="659" y="1"/>
                    </a:moveTo>
                    <a:cubicBezTo>
                      <a:pt x="220" y="1"/>
                      <a:pt x="0" y="513"/>
                      <a:pt x="317" y="830"/>
                    </a:cubicBezTo>
                    <a:cubicBezTo>
                      <a:pt x="410" y="923"/>
                      <a:pt x="525" y="964"/>
                      <a:pt x="638" y="964"/>
                    </a:cubicBezTo>
                    <a:cubicBezTo>
                      <a:pt x="883" y="964"/>
                      <a:pt x="1122" y="772"/>
                      <a:pt x="1122" y="488"/>
                    </a:cubicBezTo>
                    <a:cubicBezTo>
                      <a:pt x="1122" y="220"/>
                      <a:pt x="927" y="1"/>
                      <a:pt x="6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9"/>
              <p:cNvSpPr/>
              <p:nvPr/>
            </p:nvSpPr>
            <p:spPr>
              <a:xfrm>
                <a:off x="5108125" y="3604700"/>
                <a:ext cx="43925" cy="37500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1500" extrusionOk="0">
                    <a:moveTo>
                      <a:pt x="1001" y="1"/>
                    </a:moveTo>
                    <a:cubicBezTo>
                      <a:pt x="342" y="1"/>
                      <a:pt x="1" y="806"/>
                      <a:pt x="489" y="1269"/>
                    </a:cubicBezTo>
                    <a:cubicBezTo>
                      <a:pt x="640" y="1429"/>
                      <a:pt x="828" y="1500"/>
                      <a:pt x="1013" y="1500"/>
                    </a:cubicBezTo>
                    <a:cubicBezTo>
                      <a:pt x="1392" y="1500"/>
                      <a:pt x="1757" y="1200"/>
                      <a:pt x="1757" y="757"/>
                    </a:cubicBezTo>
                    <a:cubicBezTo>
                      <a:pt x="1757" y="342"/>
                      <a:pt x="1415" y="1"/>
                      <a:pt x="10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9"/>
              <p:cNvSpPr/>
              <p:nvPr/>
            </p:nvSpPr>
            <p:spPr>
              <a:xfrm>
                <a:off x="5650200" y="3474850"/>
                <a:ext cx="32950" cy="283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134" extrusionOk="0">
                    <a:moveTo>
                      <a:pt x="756" y="0"/>
                    </a:moveTo>
                    <a:cubicBezTo>
                      <a:pt x="244" y="0"/>
                      <a:pt x="0" y="610"/>
                      <a:pt x="342" y="976"/>
                    </a:cubicBezTo>
                    <a:cubicBezTo>
                      <a:pt x="458" y="1085"/>
                      <a:pt x="600" y="1134"/>
                      <a:pt x="739" y="1134"/>
                    </a:cubicBezTo>
                    <a:cubicBezTo>
                      <a:pt x="1035" y="1134"/>
                      <a:pt x="1317" y="910"/>
                      <a:pt x="1317" y="561"/>
                    </a:cubicBezTo>
                    <a:cubicBezTo>
                      <a:pt x="1317" y="268"/>
                      <a:pt x="1073" y="0"/>
                      <a:pt x="7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9"/>
              <p:cNvSpPr/>
              <p:nvPr/>
            </p:nvSpPr>
            <p:spPr>
              <a:xfrm>
                <a:off x="5745925" y="3020575"/>
                <a:ext cx="2930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172" h="1004" extrusionOk="0">
                    <a:moveTo>
                      <a:pt x="659" y="1"/>
                    </a:moveTo>
                    <a:cubicBezTo>
                      <a:pt x="220" y="1"/>
                      <a:pt x="0" y="537"/>
                      <a:pt x="317" y="854"/>
                    </a:cubicBezTo>
                    <a:cubicBezTo>
                      <a:pt x="420" y="957"/>
                      <a:pt x="546" y="1004"/>
                      <a:pt x="669" y="1004"/>
                    </a:cubicBezTo>
                    <a:cubicBezTo>
                      <a:pt x="926" y="1004"/>
                      <a:pt x="1171" y="802"/>
                      <a:pt x="1171" y="489"/>
                    </a:cubicBezTo>
                    <a:cubicBezTo>
                      <a:pt x="1171" y="220"/>
                      <a:pt x="927" y="1"/>
                      <a:pt x="6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9"/>
              <p:cNvSpPr/>
              <p:nvPr/>
            </p:nvSpPr>
            <p:spPr>
              <a:xfrm>
                <a:off x="5308725" y="3124225"/>
                <a:ext cx="33575" cy="29275"/>
              </a:xfrm>
              <a:custGeom>
                <a:avLst/>
                <a:gdLst/>
                <a:ahLst/>
                <a:cxnLst/>
                <a:rect l="l" t="t" r="r" b="b"/>
                <a:pathLst>
                  <a:path w="1343" h="1171" extrusionOk="0">
                    <a:moveTo>
                      <a:pt x="781" y="1"/>
                    </a:moveTo>
                    <a:cubicBezTo>
                      <a:pt x="245" y="1"/>
                      <a:pt x="1" y="635"/>
                      <a:pt x="367" y="1001"/>
                    </a:cubicBezTo>
                    <a:cubicBezTo>
                      <a:pt x="484" y="1118"/>
                      <a:pt x="626" y="1170"/>
                      <a:pt x="765" y="1170"/>
                    </a:cubicBezTo>
                    <a:cubicBezTo>
                      <a:pt x="1060" y="1170"/>
                      <a:pt x="1342" y="935"/>
                      <a:pt x="1342" y="586"/>
                    </a:cubicBezTo>
                    <a:cubicBezTo>
                      <a:pt x="1342" y="269"/>
                      <a:pt x="1098" y="1"/>
                      <a:pt x="7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9"/>
              <p:cNvSpPr/>
              <p:nvPr/>
            </p:nvSpPr>
            <p:spPr>
              <a:xfrm>
                <a:off x="4930700" y="3373625"/>
                <a:ext cx="28675" cy="24075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963" extrusionOk="0">
                    <a:moveTo>
                      <a:pt x="659" y="0"/>
                    </a:moveTo>
                    <a:cubicBezTo>
                      <a:pt x="220" y="0"/>
                      <a:pt x="0" y="513"/>
                      <a:pt x="317" y="830"/>
                    </a:cubicBezTo>
                    <a:cubicBezTo>
                      <a:pt x="409" y="921"/>
                      <a:pt x="525" y="963"/>
                      <a:pt x="641" y="963"/>
                    </a:cubicBezTo>
                    <a:cubicBezTo>
                      <a:pt x="894" y="963"/>
                      <a:pt x="1147" y="765"/>
                      <a:pt x="1147" y="464"/>
                    </a:cubicBezTo>
                    <a:cubicBezTo>
                      <a:pt x="1122" y="220"/>
                      <a:pt x="927" y="0"/>
                      <a:pt x="6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9"/>
              <p:cNvSpPr/>
              <p:nvPr/>
            </p:nvSpPr>
            <p:spPr>
              <a:xfrm>
                <a:off x="4678875" y="3074850"/>
                <a:ext cx="35375" cy="30250"/>
              </a:xfrm>
              <a:custGeom>
                <a:avLst/>
                <a:gdLst/>
                <a:ahLst/>
                <a:cxnLst/>
                <a:rect l="l" t="t" r="r" b="b"/>
                <a:pathLst>
                  <a:path w="1415" h="1210" extrusionOk="0">
                    <a:moveTo>
                      <a:pt x="805" y="0"/>
                    </a:moveTo>
                    <a:cubicBezTo>
                      <a:pt x="269" y="0"/>
                      <a:pt x="0" y="659"/>
                      <a:pt x="391" y="1025"/>
                    </a:cubicBezTo>
                    <a:cubicBezTo>
                      <a:pt x="519" y="1153"/>
                      <a:pt x="673" y="1210"/>
                      <a:pt x="823" y="1210"/>
                    </a:cubicBezTo>
                    <a:cubicBezTo>
                      <a:pt x="1129" y="1210"/>
                      <a:pt x="1415" y="971"/>
                      <a:pt x="1415" y="610"/>
                    </a:cubicBezTo>
                    <a:cubicBezTo>
                      <a:pt x="1415" y="269"/>
                      <a:pt x="1147" y="0"/>
                      <a:pt x="8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9"/>
              <p:cNvSpPr/>
              <p:nvPr/>
            </p:nvSpPr>
            <p:spPr>
              <a:xfrm>
                <a:off x="4385575" y="3488250"/>
                <a:ext cx="3540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1211" extrusionOk="0">
                    <a:moveTo>
                      <a:pt x="806" y="1"/>
                    </a:moveTo>
                    <a:cubicBezTo>
                      <a:pt x="269" y="1"/>
                      <a:pt x="1" y="635"/>
                      <a:pt x="367" y="1025"/>
                    </a:cubicBezTo>
                    <a:cubicBezTo>
                      <a:pt x="495" y="1153"/>
                      <a:pt x="652" y="1210"/>
                      <a:pt x="805" y="1210"/>
                    </a:cubicBezTo>
                    <a:cubicBezTo>
                      <a:pt x="1118" y="1210"/>
                      <a:pt x="1416" y="971"/>
                      <a:pt x="1416" y="610"/>
                    </a:cubicBezTo>
                    <a:cubicBezTo>
                      <a:pt x="1416" y="269"/>
                      <a:pt x="1147" y="1"/>
                      <a:pt x="8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9"/>
              <p:cNvSpPr/>
              <p:nvPr/>
            </p:nvSpPr>
            <p:spPr>
              <a:xfrm>
                <a:off x="3920350" y="3273025"/>
                <a:ext cx="36000" cy="3045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1218" extrusionOk="0">
                    <a:moveTo>
                      <a:pt x="830" y="0"/>
                    </a:moveTo>
                    <a:cubicBezTo>
                      <a:pt x="269" y="0"/>
                      <a:pt x="1" y="659"/>
                      <a:pt x="391" y="1049"/>
                    </a:cubicBezTo>
                    <a:cubicBezTo>
                      <a:pt x="515" y="1165"/>
                      <a:pt x="666" y="1217"/>
                      <a:pt x="814" y="1217"/>
                    </a:cubicBezTo>
                    <a:cubicBezTo>
                      <a:pt x="1133" y="1217"/>
                      <a:pt x="1440" y="976"/>
                      <a:pt x="1440" y="610"/>
                    </a:cubicBezTo>
                    <a:cubicBezTo>
                      <a:pt x="1440" y="268"/>
                      <a:pt x="1147" y="0"/>
                      <a:pt x="8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9"/>
              <p:cNvSpPr/>
              <p:nvPr/>
            </p:nvSpPr>
            <p:spPr>
              <a:xfrm>
                <a:off x="4127825" y="2744950"/>
                <a:ext cx="25475" cy="21875"/>
              </a:xfrm>
              <a:custGeom>
                <a:avLst/>
                <a:gdLst/>
                <a:ahLst/>
                <a:cxnLst/>
                <a:rect l="l" t="t" r="r" b="b"/>
                <a:pathLst>
                  <a:path w="1019" h="875" extrusionOk="0">
                    <a:moveTo>
                      <a:pt x="574" y="1"/>
                    </a:moveTo>
                    <a:cubicBezTo>
                      <a:pt x="203" y="1"/>
                      <a:pt x="1" y="448"/>
                      <a:pt x="262" y="733"/>
                    </a:cubicBezTo>
                    <a:cubicBezTo>
                      <a:pt x="360" y="831"/>
                      <a:pt x="476" y="874"/>
                      <a:pt x="588" y="874"/>
                    </a:cubicBezTo>
                    <a:cubicBezTo>
                      <a:pt x="812" y="874"/>
                      <a:pt x="1018" y="701"/>
                      <a:pt x="1018" y="441"/>
                    </a:cubicBezTo>
                    <a:cubicBezTo>
                      <a:pt x="1018" y="197"/>
                      <a:pt x="848" y="2"/>
                      <a:pt x="604" y="2"/>
                    </a:cubicBezTo>
                    <a:cubicBezTo>
                      <a:pt x="594" y="1"/>
                      <a:pt x="584" y="1"/>
                      <a:pt x="57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9"/>
              <p:cNvSpPr/>
              <p:nvPr/>
            </p:nvSpPr>
            <p:spPr>
              <a:xfrm>
                <a:off x="3678275" y="2699250"/>
                <a:ext cx="36625" cy="314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258" extrusionOk="0">
                    <a:moveTo>
                      <a:pt x="830" y="0"/>
                    </a:moveTo>
                    <a:cubicBezTo>
                      <a:pt x="269" y="0"/>
                      <a:pt x="1" y="683"/>
                      <a:pt x="391" y="1074"/>
                    </a:cubicBezTo>
                    <a:cubicBezTo>
                      <a:pt x="518" y="1201"/>
                      <a:pt x="676" y="1258"/>
                      <a:pt x="832" y="1258"/>
                    </a:cubicBezTo>
                    <a:cubicBezTo>
                      <a:pt x="1154" y="1258"/>
                      <a:pt x="1464" y="1013"/>
                      <a:pt x="1464" y="635"/>
                    </a:cubicBezTo>
                    <a:cubicBezTo>
                      <a:pt x="1464" y="293"/>
                      <a:pt x="1172" y="0"/>
                      <a:pt x="8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9"/>
              <p:cNvSpPr/>
              <p:nvPr/>
            </p:nvSpPr>
            <p:spPr>
              <a:xfrm>
                <a:off x="3188650" y="2755350"/>
                <a:ext cx="41500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1660" h="1416" extrusionOk="0">
                    <a:moveTo>
                      <a:pt x="952" y="0"/>
                    </a:moveTo>
                    <a:cubicBezTo>
                      <a:pt x="318" y="0"/>
                      <a:pt x="1" y="756"/>
                      <a:pt x="440" y="1195"/>
                    </a:cubicBezTo>
                    <a:cubicBezTo>
                      <a:pt x="592" y="1348"/>
                      <a:pt x="777" y="1416"/>
                      <a:pt x="955" y="1416"/>
                    </a:cubicBezTo>
                    <a:cubicBezTo>
                      <a:pt x="1319" y="1416"/>
                      <a:pt x="1659" y="1133"/>
                      <a:pt x="1659" y="708"/>
                    </a:cubicBezTo>
                    <a:cubicBezTo>
                      <a:pt x="1659" y="317"/>
                      <a:pt x="1342" y="0"/>
                      <a:pt x="9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9"/>
              <p:cNvSpPr/>
              <p:nvPr/>
            </p:nvSpPr>
            <p:spPr>
              <a:xfrm>
                <a:off x="2877700" y="1839525"/>
                <a:ext cx="41475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1659" h="1416" extrusionOk="0">
                    <a:moveTo>
                      <a:pt x="951" y="0"/>
                    </a:moveTo>
                    <a:cubicBezTo>
                      <a:pt x="317" y="0"/>
                      <a:pt x="0" y="756"/>
                      <a:pt x="464" y="1195"/>
                    </a:cubicBezTo>
                    <a:cubicBezTo>
                      <a:pt x="608" y="1348"/>
                      <a:pt x="787" y="1416"/>
                      <a:pt x="962" y="1416"/>
                    </a:cubicBezTo>
                    <a:cubicBezTo>
                      <a:pt x="1318" y="1416"/>
                      <a:pt x="1659" y="1133"/>
                      <a:pt x="1659" y="707"/>
                    </a:cubicBezTo>
                    <a:cubicBezTo>
                      <a:pt x="1659" y="317"/>
                      <a:pt x="1342" y="0"/>
                      <a:pt x="9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9"/>
              <p:cNvSpPr/>
              <p:nvPr/>
            </p:nvSpPr>
            <p:spPr>
              <a:xfrm>
                <a:off x="2691725" y="2346825"/>
                <a:ext cx="39050" cy="33525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341" extrusionOk="0">
                    <a:moveTo>
                      <a:pt x="878" y="0"/>
                    </a:moveTo>
                    <a:cubicBezTo>
                      <a:pt x="293" y="0"/>
                      <a:pt x="0" y="732"/>
                      <a:pt x="415" y="1147"/>
                    </a:cubicBezTo>
                    <a:cubicBezTo>
                      <a:pt x="549" y="1281"/>
                      <a:pt x="717" y="1341"/>
                      <a:pt x="882" y="1341"/>
                    </a:cubicBezTo>
                    <a:cubicBezTo>
                      <a:pt x="1227" y="1341"/>
                      <a:pt x="1561" y="1079"/>
                      <a:pt x="1561" y="683"/>
                    </a:cubicBezTo>
                    <a:cubicBezTo>
                      <a:pt x="1561" y="317"/>
                      <a:pt x="1244" y="0"/>
                      <a:pt x="8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9"/>
              <p:cNvSpPr/>
              <p:nvPr/>
            </p:nvSpPr>
            <p:spPr>
              <a:xfrm>
                <a:off x="2145400" y="2583400"/>
                <a:ext cx="28675" cy="24500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980" extrusionOk="0">
                    <a:moveTo>
                      <a:pt x="659" y="0"/>
                    </a:moveTo>
                    <a:cubicBezTo>
                      <a:pt x="220" y="0"/>
                      <a:pt x="0" y="537"/>
                      <a:pt x="317" y="830"/>
                    </a:cubicBezTo>
                    <a:cubicBezTo>
                      <a:pt x="421" y="933"/>
                      <a:pt x="545" y="980"/>
                      <a:pt x="666" y="980"/>
                    </a:cubicBezTo>
                    <a:cubicBezTo>
                      <a:pt x="914" y="980"/>
                      <a:pt x="1146" y="784"/>
                      <a:pt x="1146" y="488"/>
                    </a:cubicBezTo>
                    <a:cubicBezTo>
                      <a:pt x="1146" y="220"/>
                      <a:pt x="927" y="0"/>
                      <a:pt x="6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9"/>
              <p:cNvSpPr/>
              <p:nvPr/>
            </p:nvSpPr>
            <p:spPr>
              <a:xfrm>
                <a:off x="1069975" y="2522400"/>
                <a:ext cx="28500" cy="24525"/>
              </a:xfrm>
              <a:custGeom>
                <a:avLst/>
                <a:gdLst/>
                <a:ahLst/>
                <a:cxnLst/>
                <a:rect l="l" t="t" r="r" b="b"/>
                <a:pathLst>
                  <a:path w="1140" h="981" extrusionOk="0">
                    <a:moveTo>
                      <a:pt x="646" y="1"/>
                    </a:moveTo>
                    <a:cubicBezTo>
                      <a:pt x="204" y="1"/>
                      <a:pt x="0" y="521"/>
                      <a:pt x="286" y="831"/>
                    </a:cubicBezTo>
                    <a:cubicBezTo>
                      <a:pt x="390" y="934"/>
                      <a:pt x="517" y="981"/>
                      <a:pt x="641" y="981"/>
                    </a:cubicBezTo>
                    <a:cubicBezTo>
                      <a:pt x="897" y="981"/>
                      <a:pt x="1140" y="785"/>
                      <a:pt x="1140" y="489"/>
                    </a:cubicBezTo>
                    <a:cubicBezTo>
                      <a:pt x="1140" y="221"/>
                      <a:pt x="920" y="1"/>
                      <a:pt x="676" y="1"/>
                    </a:cubicBezTo>
                    <a:cubicBezTo>
                      <a:pt x="666" y="1"/>
                      <a:pt x="656" y="1"/>
                      <a:pt x="6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9"/>
              <p:cNvSpPr/>
              <p:nvPr/>
            </p:nvSpPr>
            <p:spPr>
              <a:xfrm>
                <a:off x="1635025" y="2418775"/>
                <a:ext cx="45150" cy="38675"/>
              </a:xfrm>
              <a:custGeom>
                <a:avLst/>
                <a:gdLst/>
                <a:ahLst/>
                <a:cxnLst/>
                <a:rect l="l" t="t" r="r" b="b"/>
                <a:pathLst>
                  <a:path w="1806" h="1547" extrusionOk="0">
                    <a:moveTo>
                      <a:pt x="1050" y="0"/>
                    </a:moveTo>
                    <a:cubicBezTo>
                      <a:pt x="367" y="0"/>
                      <a:pt x="1" y="829"/>
                      <a:pt x="489" y="1317"/>
                    </a:cubicBezTo>
                    <a:cubicBezTo>
                      <a:pt x="647" y="1476"/>
                      <a:pt x="842" y="1547"/>
                      <a:pt x="1033" y="1547"/>
                    </a:cubicBezTo>
                    <a:cubicBezTo>
                      <a:pt x="1428" y="1547"/>
                      <a:pt x="1806" y="1241"/>
                      <a:pt x="1806" y="781"/>
                    </a:cubicBezTo>
                    <a:cubicBezTo>
                      <a:pt x="1806" y="366"/>
                      <a:pt x="1464" y="0"/>
                      <a:pt x="10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9"/>
              <p:cNvSpPr/>
              <p:nvPr/>
            </p:nvSpPr>
            <p:spPr>
              <a:xfrm>
                <a:off x="1631975" y="1820000"/>
                <a:ext cx="4332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1489" extrusionOk="0">
                    <a:moveTo>
                      <a:pt x="1001" y="1"/>
                    </a:moveTo>
                    <a:cubicBezTo>
                      <a:pt x="342" y="1"/>
                      <a:pt x="1" y="805"/>
                      <a:pt x="489" y="1269"/>
                    </a:cubicBezTo>
                    <a:cubicBezTo>
                      <a:pt x="640" y="1420"/>
                      <a:pt x="826" y="1488"/>
                      <a:pt x="1007" y="1488"/>
                    </a:cubicBezTo>
                    <a:cubicBezTo>
                      <a:pt x="1379" y="1488"/>
                      <a:pt x="1733" y="1200"/>
                      <a:pt x="1733" y="757"/>
                    </a:cubicBezTo>
                    <a:cubicBezTo>
                      <a:pt x="1733" y="342"/>
                      <a:pt x="1416" y="1"/>
                      <a:pt x="10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9"/>
              <p:cNvSpPr/>
              <p:nvPr/>
            </p:nvSpPr>
            <p:spPr>
              <a:xfrm>
                <a:off x="1595400" y="2941925"/>
                <a:ext cx="4332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1489" extrusionOk="0">
                    <a:moveTo>
                      <a:pt x="1001" y="0"/>
                    </a:moveTo>
                    <a:cubicBezTo>
                      <a:pt x="318" y="0"/>
                      <a:pt x="1" y="805"/>
                      <a:pt x="464" y="1269"/>
                    </a:cubicBezTo>
                    <a:cubicBezTo>
                      <a:pt x="615" y="1420"/>
                      <a:pt x="803" y="1488"/>
                      <a:pt x="988" y="1488"/>
                    </a:cubicBezTo>
                    <a:cubicBezTo>
                      <a:pt x="1368" y="1488"/>
                      <a:pt x="1732" y="1200"/>
                      <a:pt x="1732" y="757"/>
                    </a:cubicBezTo>
                    <a:cubicBezTo>
                      <a:pt x="1732" y="342"/>
                      <a:pt x="1391" y="0"/>
                      <a:pt x="10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9"/>
              <p:cNvSpPr/>
              <p:nvPr/>
            </p:nvSpPr>
            <p:spPr>
              <a:xfrm>
                <a:off x="2123450" y="2015725"/>
                <a:ext cx="26850" cy="22625"/>
              </a:xfrm>
              <a:custGeom>
                <a:avLst/>
                <a:gdLst/>
                <a:ahLst/>
                <a:cxnLst/>
                <a:rect l="l" t="t" r="r" b="b"/>
                <a:pathLst>
                  <a:path w="1074" h="905" extrusionOk="0">
                    <a:moveTo>
                      <a:pt x="610" y="1"/>
                    </a:moveTo>
                    <a:cubicBezTo>
                      <a:pt x="195" y="1"/>
                      <a:pt x="0" y="488"/>
                      <a:pt x="293" y="781"/>
                    </a:cubicBezTo>
                    <a:cubicBezTo>
                      <a:pt x="385" y="866"/>
                      <a:pt x="497" y="904"/>
                      <a:pt x="607" y="904"/>
                    </a:cubicBezTo>
                    <a:cubicBezTo>
                      <a:pt x="845" y="904"/>
                      <a:pt x="1073" y="723"/>
                      <a:pt x="1073" y="440"/>
                    </a:cubicBezTo>
                    <a:cubicBezTo>
                      <a:pt x="1073" y="196"/>
                      <a:pt x="854" y="1"/>
                      <a:pt x="6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9"/>
              <p:cNvSpPr/>
              <p:nvPr/>
            </p:nvSpPr>
            <p:spPr>
              <a:xfrm>
                <a:off x="2566100" y="1729150"/>
                <a:ext cx="34800" cy="30000"/>
              </a:xfrm>
              <a:custGeom>
                <a:avLst/>
                <a:gdLst/>
                <a:ahLst/>
                <a:cxnLst/>
                <a:rect l="l" t="t" r="r" b="b"/>
                <a:pathLst>
                  <a:path w="1392" h="1200" extrusionOk="0">
                    <a:moveTo>
                      <a:pt x="781" y="0"/>
                    </a:moveTo>
                    <a:cubicBezTo>
                      <a:pt x="245" y="0"/>
                      <a:pt x="1" y="635"/>
                      <a:pt x="367" y="1025"/>
                    </a:cubicBezTo>
                    <a:cubicBezTo>
                      <a:pt x="487" y="1145"/>
                      <a:pt x="636" y="1199"/>
                      <a:pt x="782" y="1199"/>
                    </a:cubicBezTo>
                    <a:cubicBezTo>
                      <a:pt x="1080" y="1199"/>
                      <a:pt x="1367" y="971"/>
                      <a:pt x="1367" y="610"/>
                    </a:cubicBezTo>
                    <a:cubicBezTo>
                      <a:pt x="1391" y="269"/>
                      <a:pt x="1123" y="0"/>
                      <a:pt x="7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9"/>
              <p:cNvSpPr/>
              <p:nvPr/>
            </p:nvSpPr>
            <p:spPr>
              <a:xfrm>
                <a:off x="2911225" y="1498675"/>
                <a:ext cx="38450" cy="32925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1317" extrusionOk="0">
                    <a:moveTo>
                      <a:pt x="879" y="0"/>
                    </a:moveTo>
                    <a:cubicBezTo>
                      <a:pt x="293" y="0"/>
                      <a:pt x="1" y="708"/>
                      <a:pt x="415" y="1122"/>
                    </a:cubicBezTo>
                    <a:cubicBezTo>
                      <a:pt x="549" y="1256"/>
                      <a:pt x="714" y="1317"/>
                      <a:pt x="876" y="1317"/>
                    </a:cubicBezTo>
                    <a:cubicBezTo>
                      <a:pt x="1214" y="1317"/>
                      <a:pt x="1537" y="1055"/>
                      <a:pt x="1537" y="659"/>
                    </a:cubicBezTo>
                    <a:cubicBezTo>
                      <a:pt x="1537" y="293"/>
                      <a:pt x="1244" y="0"/>
                      <a:pt x="8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9"/>
              <p:cNvSpPr/>
              <p:nvPr/>
            </p:nvSpPr>
            <p:spPr>
              <a:xfrm>
                <a:off x="3150250" y="1059650"/>
                <a:ext cx="43925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1507" extrusionOk="0">
                    <a:moveTo>
                      <a:pt x="1000" y="1"/>
                    </a:moveTo>
                    <a:cubicBezTo>
                      <a:pt x="317" y="1"/>
                      <a:pt x="0" y="806"/>
                      <a:pt x="464" y="1293"/>
                    </a:cubicBezTo>
                    <a:cubicBezTo>
                      <a:pt x="618" y="1440"/>
                      <a:pt x="805" y="1506"/>
                      <a:pt x="987" y="1506"/>
                    </a:cubicBezTo>
                    <a:cubicBezTo>
                      <a:pt x="1381" y="1506"/>
                      <a:pt x="1756" y="1199"/>
                      <a:pt x="1756" y="732"/>
                    </a:cubicBezTo>
                    <a:cubicBezTo>
                      <a:pt x="1732" y="318"/>
                      <a:pt x="1415" y="1"/>
                      <a:pt x="10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9"/>
              <p:cNvSpPr/>
              <p:nvPr/>
            </p:nvSpPr>
            <p:spPr>
              <a:xfrm>
                <a:off x="2714275" y="688900"/>
                <a:ext cx="32350" cy="31775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1271" extrusionOk="0">
                    <a:moveTo>
                      <a:pt x="699" y="0"/>
                    </a:moveTo>
                    <a:cubicBezTo>
                      <a:pt x="686" y="0"/>
                      <a:pt x="673" y="1"/>
                      <a:pt x="659" y="2"/>
                    </a:cubicBezTo>
                    <a:cubicBezTo>
                      <a:pt x="293" y="2"/>
                      <a:pt x="25" y="270"/>
                      <a:pt x="1" y="636"/>
                    </a:cubicBezTo>
                    <a:cubicBezTo>
                      <a:pt x="1" y="977"/>
                      <a:pt x="293" y="1270"/>
                      <a:pt x="659" y="1270"/>
                    </a:cubicBezTo>
                    <a:cubicBezTo>
                      <a:pt x="1001" y="1270"/>
                      <a:pt x="1293" y="977"/>
                      <a:pt x="1293" y="636"/>
                    </a:cubicBezTo>
                    <a:cubicBezTo>
                      <a:pt x="1293" y="284"/>
                      <a:pt x="1023" y="0"/>
                      <a:pt x="6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9"/>
              <p:cNvSpPr/>
              <p:nvPr/>
            </p:nvSpPr>
            <p:spPr>
              <a:xfrm>
                <a:off x="2222825" y="627950"/>
                <a:ext cx="23200" cy="23200"/>
              </a:xfrm>
              <a:custGeom>
                <a:avLst/>
                <a:gdLst/>
                <a:ahLst/>
                <a:cxnLst/>
                <a:rect l="l" t="t" r="r" b="b"/>
                <a:pathLst>
                  <a:path w="928" h="928" extrusionOk="0">
                    <a:moveTo>
                      <a:pt x="464" y="1"/>
                    </a:moveTo>
                    <a:cubicBezTo>
                      <a:pt x="196" y="1"/>
                      <a:pt x="1" y="196"/>
                      <a:pt x="1" y="464"/>
                    </a:cubicBezTo>
                    <a:cubicBezTo>
                      <a:pt x="1" y="708"/>
                      <a:pt x="196" y="928"/>
                      <a:pt x="464" y="928"/>
                    </a:cubicBezTo>
                    <a:cubicBezTo>
                      <a:pt x="708" y="928"/>
                      <a:pt x="927" y="708"/>
                      <a:pt x="927" y="464"/>
                    </a:cubicBezTo>
                    <a:cubicBezTo>
                      <a:pt x="927" y="196"/>
                      <a:pt x="708" y="1"/>
                      <a:pt x="4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9"/>
              <p:cNvSpPr/>
              <p:nvPr/>
            </p:nvSpPr>
            <p:spPr>
              <a:xfrm>
                <a:off x="2000275" y="1260250"/>
                <a:ext cx="25025" cy="21450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858" extrusionOk="0">
                    <a:moveTo>
                      <a:pt x="561" y="1"/>
                    </a:moveTo>
                    <a:cubicBezTo>
                      <a:pt x="195" y="1"/>
                      <a:pt x="0" y="464"/>
                      <a:pt x="269" y="733"/>
                    </a:cubicBezTo>
                    <a:cubicBezTo>
                      <a:pt x="355" y="819"/>
                      <a:pt x="462" y="857"/>
                      <a:pt x="567" y="857"/>
                    </a:cubicBezTo>
                    <a:cubicBezTo>
                      <a:pt x="787" y="857"/>
                      <a:pt x="1000" y="688"/>
                      <a:pt x="1000" y="440"/>
                    </a:cubicBezTo>
                    <a:cubicBezTo>
                      <a:pt x="1000" y="196"/>
                      <a:pt x="805" y="1"/>
                      <a:pt x="5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9"/>
              <p:cNvSpPr/>
              <p:nvPr/>
            </p:nvSpPr>
            <p:spPr>
              <a:xfrm>
                <a:off x="2517325" y="1105375"/>
                <a:ext cx="449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1524" extrusionOk="0">
                    <a:moveTo>
                      <a:pt x="1025" y="1"/>
                    </a:moveTo>
                    <a:cubicBezTo>
                      <a:pt x="342" y="1"/>
                      <a:pt x="1" y="830"/>
                      <a:pt x="489" y="1294"/>
                    </a:cubicBezTo>
                    <a:cubicBezTo>
                      <a:pt x="647" y="1452"/>
                      <a:pt x="842" y="1523"/>
                      <a:pt x="1032" y="1523"/>
                    </a:cubicBezTo>
                    <a:cubicBezTo>
                      <a:pt x="1425" y="1523"/>
                      <a:pt x="1798" y="1218"/>
                      <a:pt x="1781" y="757"/>
                    </a:cubicBezTo>
                    <a:cubicBezTo>
                      <a:pt x="1781" y="342"/>
                      <a:pt x="1440" y="1"/>
                      <a:pt x="10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9"/>
              <p:cNvSpPr/>
              <p:nvPr/>
            </p:nvSpPr>
            <p:spPr>
              <a:xfrm>
                <a:off x="1047850" y="1188300"/>
                <a:ext cx="268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74" h="1075" extrusionOk="0">
                    <a:moveTo>
                      <a:pt x="537" y="1"/>
                    </a:moveTo>
                    <a:cubicBezTo>
                      <a:pt x="244" y="1"/>
                      <a:pt x="1" y="245"/>
                      <a:pt x="1" y="537"/>
                    </a:cubicBezTo>
                    <a:cubicBezTo>
                      <a:pt x="1" y="830"/>
                      <a:pt x="244" y="1074"/>
                      <a:pt x="537" y="1074"/>
                    </a:cubicBezTo>
                    <a:cubicBezTo>
                      <a:pt x="830" y="1074"/>
                      <a:pt x="1074" y="830"/>
                      <a:pt x="1074" y="537"/>
                    </a:cubicBezTo>
                    <a:cubicBezTo>
                      <a:pt x="1074" y="245"/>
                      <a:pt x="830" y="1"/>
                      <a:pt x="5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9"/>
              <p:cNvSpPr/>
              <p:nvPr/>
            </p:nvSpPr>
            <p:spPr>
              <a:xfrm>
                <a:off x="1070575" y="1569375"/>
                <a:ext cx="27300" cy="23650"/>
              </a:xfrm>
              <a:custGeom>
                <a:avLst/>
                <a:gdLst/>
                <a:ahLst/>
                <a:cxnLst/>
                <a:rect l="l" t="t" r="r" b="b"/>
                <a:pathLst>
                  <a:path w="1092" h="946" extrusionOk="0">
                    <a:moveTo>
                      <a:pt x="622" y="1"/>
                    </a:moveTo>
                    <a:cubicBezTo>
                      <a:pt x="204" y="1"/>
                      <a:pt x="1" y="497"/>
                      <a:pt x="287" y="806"/>
                    </a:cubicBezTo>
                    <a:cubicBezTo>
                      <a:pt x="382" y="902"/>
                      <a:pt x="501" y="945"/>
                      <a:pt x="618" y="945"/>
                    </a:cubicBezTo>
                    <a:cubicBezTo>
                      <a:pt x="859" y="945"/>
                      <a:pt x="1092" y="760"/>
                      <a:pt x="1092" y="465"/>
                    </a:cubicBezTo>
                    <a:cubicBezTo>
                      <a:pt x="1092" y="221"/>
                      <a:pt x="896" y="1"/>
                      <a:pt x="652" y="1"/>
                    </a:cubicBezTo>
                    <a:cubicBezTo>
                      <a:pt x="642" y="1"/>
                      <a:pt x="632" y="1"/>
                      <a:pt x="6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9"/>
              <p:cNvSpPr/>
              <p:nvPr/>
            </p:nvSpPr>
            <p:spPr>
              <a:xfrm>
                <a:off x="1261875" y="2072425"/>
                <a:ext cx="28675" cy="29300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172" extrusionOk="0">
                    <a:moveTo>
                      <a:pt x="586" y="1"/>
                    </a:moveTo>
                    <a:cubicBezTo>
                      <a:pt x="269" y="1"/>
                      <a:pt x="0" y="269"/>
                      <a:pt x="0" y="586"/>
                    </a:cubicBezTo>
                    <a:cubicBezTo>
                      <a:pt x="0" y="903"/>
                      <a:pt x="269" y="1172"/>
                      <a:pt x="586" y="1172"/>
                    </a:cubicBezTo>
                    <a:cubicBezTo>
                      <a:pt x="903" y="1172"/>
                      <a:pt x="1147" y="903"/>
                      <a:pt x="1147" y="586"/>
                    </a:cubicBezTo>
                    <a:cubicBezTo>
                      <a:pt x="1147" y="269"/>
                      <a:pt x="903" y="1"/>
                      <a:pt x="5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9"/>
              <p:cNvSpPr/>
              <p:nvPr/>
            </p:nvSpPr>
            <p:spPr>
              <a:xfrm>
                <a:off x="538725" y="2057800"/>
                <a:ext cx="29275" cy="29300"/>
              </a:xfrm>
              <a:custGeom>
                <a:avLst/>
                <a:gdLst/>
                <a:ahLst/>
                <a:cxnLst/>
                <a:rect l="l" t="t" r="r" b="b"/>
                <a:pathLst>
                  <a:path w="1171" h="1172" extrusionOk="0">
                    <a:moveTo>
                      <a:pt x="610" y="1"/>
                    </a:moveTo>
                    <a:cubicBezTo>
                      <a:pt x="268" y="1"/>
                      <a:pt x="0" y="269"/>
                      <a:pt x="0" y="586"/>
                    </a:cubicBezTo>
                    <a:cubicBezTo>
                      <a:pt x="0" y="903"/>
                      <a:pt x="268" y="1171"/>
                      <a:pt x="585" y="1171"/>
                    </a:cubicBezTo>
                    <a:cubicBezTo>
                      <a:pt x="927" y="1171"/>
                      <a:pt x="1171" y="903"/>
                      <a:pt x="1171" y="586"/>
                    </a:cubicBezTo>
                    <a:cubicBezTo>
                      <a:pt x="1171" y="269"/>
                      <a:pt x="927" y="25"/>
                      <a:pt x="6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9"/>
              <p:cNvSpPr/>
              <p:nvPr/>
            </p:nvSpPr>
            <p:spPr>
              <a:xfrm>
                <a:off x="514925" y="1357200"/>
                <a:ext cx="244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977" h="1001" extrusionOk="0">
                    <a:moveTo>
                      <a:pt x="489" y="1"/>
                    </a:moveTo>
                    <a:cubicBezTo>
                      <a:pt x="220" y="1"/>
                      <a:pt x="1" y="220"/>
                      <a:pt x="1" y="489"/>
                    </a:cubicBezTo>
                    <a:cubicBezTo>
                      <a:pt x="1" y="757"/>
                      <a:pt x="220" y="976"/>
                      <a:pt x="489" y="1001"/>
                    </a:cubicBezTo>
                    <a:cubicBezTo>
                      <a:pt x="757" y="1001"/>
                      <a:pt x="977" y="781"/>
                      <a:pt x="977" y="489"/>
                    </a:cubicBezTo>
                    <a:cubicBezTo>
                      <a:pt x="977" y="220"/>
                      <a:pt x="757" y="1"/>
                      <a:pt x="4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9"/>
              <p:cNvSpPr/>
              <p:nvPr/>
            </p:nvSpPr>
            <p:spPr>
              <a:xfrm>
                <a:off x="739925" y="939525"/>
                <a:ext cx="30525" cy="30525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1221" extrusionOk="0">
                    <a:moveTo>
                      <a:pt x="610" y="1"/>
                    </a:moveTo>
                    <a:cubicBezTo>
                      <a:pt x="269" y="1"/>
                      <a:pt x="1" y="269"/>
                      <a:pt x="1" y="611"/>
                    </a:cubicBezTo>
                    <a:cubicBezTo>
                      <a:pt x="1" y="952"/>
                      <a:pt x="269" y="1220"/>
                      <a:pt x="610" y="1220"/>
                    </a:cubicBezTo>
                    <a:cubicBezTo>
                      <a:pt x="928" y="1220"/>
                      <a:pt x="1220" y="952"/>
                      <a:pt x="1220" y="611"/>
                    </a:cubicBezTo>
                    <a:cubicBezTo>
                      <a:pt x="1220" y="269"/>
                      <a:pt x="928" y="1"/>
                      <a:pt x="6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9"/>
              <p:cNvSpPr/>
              <p:nvPr/>
            </p:nvSpPr>
            <p:spPr>
              <a:xfrm>
                <a:off x="1433200" y="1076125"/>
                <a:ext cx="34800" cy="29250"/>
              </a:xfrm>
              <a:custGeom>
                <a:avLst/>
                <a:gdLst/>
                <a:ahLst/>
                <a:cxnLst/>
                <a:rect l="l" t="t" r="r" b="b"/>
                <a:pathLst>
                  <a:path w="1392" h="1170" extrusionOk="0">
                    <a:moveTo>
                      <a:pt x="806" y="0"/>
                    </a:moveTo>
                    <a:cubicBezTo>
                      <a:pt x="269" y="0"/>
                      <a:pt x="1" y="634"/>
                      <a:pt x="391" y="1000"/>
                    </a:cubicBezTo>
                    <a:cubicBezTo>
                      <a:pt x="508" y="1117"/>
                      <a:pt x="653" y="1169"/>
                      <a:pt x="795" y="1169"/>
                    </a:cubicBezTo>
                    <a:cubicBezTo>
                      <a:pt x="1098" y="1169"/>
                      <a:pt x="1391" y="934"/>
                      <a:pt x="1391" y="586"/>
                    </a:cubicBezTo>
                    <a:cubicBezTo>
                      <a:pt x="1367" y="268"/>
                      <a:pt x="1123" y="0"/>
                      <a:pt x="8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9"/>
              <p:cNvSpPr/>
              <p:nvPr/>
            </p:nvSpPr>
            <p:spPr>
              <a:xfrm>
                <a:off x="1437475" y="597475"/>
                <a:ext cx="30525" cy="30500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1220" extrusionOk="0">
                    <a:moveTo>
                      <a:pt x="610" y="0"/>
                    </a:moveTo>
                    <a:cubicBezTo>
                      <a:pt x="293" y="0"/>
                      <a:pt x="1" y="269"/>
                      <a:pt x="1" y="610"/>
                    </a:cubicBezTo>
                    <a:cubicBezTo>
                      <a:pt x="1" y="952"/>
                      <a:pt x="293" y="1220"/>
                      <a:pt x="610" y="1220"/>
                    </a:cubicBezTo>
                    <a:cubicBezTo>
                      <a:pt x="952" y="1220"/>
                      <a:pt x="1220" y="952"/>
                      <a:pt x="1220" y="610"/>
                    </a:cubicBezTo>
                    <a:cubicBezTo>
                      <a:pt x="1220" y="269"/>
                      <a:pt x="952" y="0"/>
                      <a:pt x="6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897" name="Google Shape;897;p9"/>
          <p:cNvPicPr preferRelativeResize="0"/>
          <p:nvPr/>
        </p:nvPicPr>
        <p:blipFill rotWithShape="1">
          <a:blip r:embed="rId2">
            <a:alphaModFix/>
          </a:blip>
          <a:srcRect l="39" r="49"/>
          <a:stretch/>
        </p:blipFill>
        <p:spPr>
          <a:xfrm>
            <a:off x="0" y="-2286"/>
            <a:ext cx="9144000" cy="5148071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9"/>
          <p:cNvSpPr txBox="1">
            <a:spLocks noGrp="1"/>
          </p:cNvSpPr>
          <p:nvPr>
            <p:ph type="title"/>
          </p:nvPr>
        </p:nvSpPr>
        <p:spPr>
          <a:xfrm>
            <a:off x="3632025" y="1474387"/>
            <a:ext cx="4572000" cy="12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99" name="Google Shape;899;p9"/>
          <p:cNvSpPr txBox="1">
            <a:spLocks noGrp="1"/>
          </p:cNvSpPr>
          <p:nvPr>
            <p:ph type="subTitle" idx="1"/>
          </p:nvPr>
        </p:nvSpPr>
        <p:spPr>
          <a:xfrm>
            <a:off x="3632025" y="3028913"/>
            <a:ext cx="4572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0" name="Google Shape;114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1" name="Google Shape;1141;p13"/>
          <p:cNvGrpSpPr/>
          <p:nvPr/>
        </p:nvGrpSpPr>
        <p:grpSpPr>
          <a:xfrm flipH="1">
            <a:off x="-274320" y="-91440"/>
            <a:ext cx="1909200" cy="3513450"/>
            <a:chOff x="7415784" y="-91440"/>
            <a:chExt cx="1909200" cy="3513450"/>
          </a:xfrm>
        </p:grpSpPr>
        <p:grpSp>
          <p:nvGrpSpPr>
            <p:cNvPr id="1142" name="Google Shape;1142;p13"/>
            <p:cNvGrpSpPr/>
            <p:nvPr/>
          </p:nvGrpSpPr>
          <p:grpSpPr>
            <a:xfrm>
              <a:off x="7415784" y="-91440"/>
              <a:ext cx="1909200" cy="3513450"/>
              <a:chOff x="7425300" y="-36825"/>
              <a:chExt cx="1909200" cy="3513450"/>
            </a:xfrm>
          </p:grpSpPr>
          <p:sp>
            <p:nvSpPr>
              <p:cNvPr id="1143" name="Google Shape;1143;p13"/>
              <p:cNvSpPr/>
              <p:nvPr/>
            </p:nvSpPr>
            <p:spPr>
              <a:xfrm>
                <a:off x="8167700" y="809625"/>
                <a:ext cx="11668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46672" h="106680" extrusionOk="0">
                    <a:moveTo>
                      <a:pt x="46672" y="0"/>
                    </a:moveTo>
                    <a:lnTo>
                      <a:pt x="25241" y="8573"/>
                    </a:lnTo>
                    <a:lnTo>
                      <a:pt x="10953" y="20955"/>
                    </a:lnTo>
                    <a:lnTo>
                      <a:pt x="24765" y="35243"/>
                    </a:lnTo>
                    <a:lnTo>
                      <a:pt x="25279" y="8531"/>
                    </a:lnTo>
                    <a:lnTo>
                      <a:pt x="45720" y="34766"/>
                    </a:lnTo>
                    <a:lnTo>
                      <a:pt x="24800" y="35207"/>
                    </a:lnTo>
                    <a:lnTo>
                      <a:pt x="0" y="63341"/>
                    </a:lnTo>
                    <a:lnTo>
                      <a:pt x="30114" y="86804"/>
                    </a:lnTo>
                    <a:lnTo>
                      <a:pt x="24800" y="35207"/>
                    </a:lnTo>
                    <a:lnTo>
                      <a:pt x="46672" y="58579"/>
                    </a:lnTo>
                    <a:lnTo>
                      <a:pt x="30003" y="86678"/>
                    </a:lnTo>
                    <a:lnTo>
                      <a:pt x="21907" y="106680"/>
                    </a:lnTo>
                    <a:lnTo>
                      <a:pt x="43338" y="97155"/>
                    </a:lnTo>
                    <a:lnTo>
                      <a:pt x="30061" y="86697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/>
              <a:lstStyle/>
              <a:p>
                <a:endParaRPr lang="bs-Latn-BA"/>
              </a:p>
            </p:txBody>
          </p:sp>
          <p:sp>
            <p:nvSpPr>
              <p:cNvPr id="1144" name="Google Shape;1144;p13"/>
              <p:cNvSpPr/>
              <p:nvPr/>
            </p:nvSpPr>
            <p:spPr>
              <a:xfrm>
                <a:off x="7425300" y="-36825"/>
                <a:ext cx="1889200" cy="1369125"/>
              </a:xfrm>
              <a:custGeom>
                <a:avLst/>
                <a:gdLst/>
                <a:ahLst/>
                <a:cxnLst/>
                <a:rect l="l" t="t" r="r" b="b"/>
                <a:pathLst>
                  <a:path w="75568" h="54765" extrusionOk="0">
                    <a:moveTo>
                      <a:pt x="54939" y="42520"/>
                    </a:moveTo>
                    <a:lnTo>
                      <a:pt x="37152" y="19050"/>
                    </a:lnTo>
                    <a:lnTo>
                      <a:pt x="75568" y="31153"/>
                    </a:lnTo>
                    <a:lnTo>
                      <a:pt x="73568" y="3999"/>
                    </a:lnTo>
                    <a:lnTo>
                      <a:pt x="37047" y="19050"/>
                    </a:lnTo>
                    <a:lnTo>
                      <a:pt x="34100" y="0"/>
                    </a:lnTo>
                    <a:lnTo>
                      <a:pt x="0" y="7051"/>
                    </a:lnTo>
                    <a:lnTo>
                      <a:pt x="37152" y="19155"/>
                    </a:lnTo>
                    <a:lnTo>
                      <a:pt x="40697" y="5476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/>
              <a:lstStyle/>
              <a:p>
                <a:endParaRPr lang="bs-Latn-BA"/>
              </a:p>
            </p:txBody>
          </p:sp>
        </p:grpSp>
        <p:grpSp>
          <p:nvGrpSpPr>
            <p:cNvPr id="1145" name="Google Shape;1145;p13"/>
            <p:cNvGrpSpPr/>
            <p:nvPr/>
          </p:nvGrpSpPr>
          <p:grpSpPr>
            <a:xfrm>
              <a:off x="8323975" y="362525"/>
              <a:ext cx="607650" cy="2583450"/>
              <a:chOff x="8323975" y="362525"/>
              <a:chExt cx="607650" cy="2583450"/>
            </a:xfrm>
          </p:grpSpPr>
          <p:sp>
            <p:nvSpPr>
              <p:cNvPr id="1146" name="Google Shape;1146;p13"/>
              <p:cNvSpPr/>
              <p:nvPr/>
            </p:nvSpPr>
            <p:spPr>
              <a:xfrm>
                <a:off x="8323975" y="36252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13"/>
              <p:cNvSpPr/>
              <p:nvPr/>
            </p:nvSpPr>
            <p:spPr>
              <a:xfrm>
                <a:off x="8768050" y="95247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13"/>
              <p:cNvSpPr/>
              <p:nvPr/>
            </p:nvSpPr>
            <p:spPr>
              <a:xfrm>
                <a:off x="8420024" y="1263525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13"/>
              <p:cNvSpPr/>
              <p:nvPr/>
            </p:nvSpPr>
            <p:spPr>
              <a:xfrm>
                <a:off x="8755175" y="161322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13"/>
              <p:cNvSpPr/>
              <p:nvPr/>
            </p:nvSpPr>
            <p:spPr>
              <a:xfrm>
                <a:off x="8886025" y="290037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51" name="Google Shape;1151;p13"/>
          <p:cNvGrpSpPr/>
          <p:nvPr/>
        </p:nvGrpSpPr>
        <p:grpSpPr>
          <a:xfrm>
            <a:off x="3407175" y="4321275"/>
            <a:ext cx="3418275" cy="1134275"/>
            <a:chOff x="3407175" y="4321275"/>
            <a:chExt cx="3418275" cy="1134275"/>
          </a:xfrm>
        </p:grpSpPr>
        <p:grpSp>
          <p:nvGrpSpPr>
            <p:cNvPr id="1152" name="Google Shape;1152;p13"/>
            <p:cNvGrpSpPr/>
            <p:nvPr/>
          </p:nvGrpSpPr>
          <p:grpSpPr>
            <a:xfrm>
              <a:off x="3407175" y="4337800"/>
              <a:ext cx="3418275" cy="1117750"/>
              <a:chOff x="3739913" y="4337800"/>
              <a:chExt cx="3418275" cy="1117750"/>
            </a:xfrm>
          </p:grpSpPr>
          <p:sp>
            <p:nvSpPr>
              <p:cNvPr id="1153" name="Google Shape;1153;p13"/>
              <p:cNvSpPr/>
              <p:nvPr/>
            </p:nvSpPr>
            <p:spPr>
              <a:xfrm>
                <a:off x="3739913" y="4337800"/>
                <a:ext cx="3112025" cy="1117750"/>
              </a:xfrm>
              <a:custGeom>
                <a:avLst/>
                <a:gdLst/>
                <a:ahLst/>
                <a:cxnLst/>
                <a:rect l="l" t="t" r="r" b="b"/>
                <a:pathLst>
                  <a:path w="124481" h="44710" extrusionOk="0">
                    <a:moveTo>
                      <a:pt x="124481" y="17672"/>
                    </a:moveTo>
                    <a:lnTo>
                      <a:pt x="107139" y="30422"/>
                    </a:lnTo>
                    <a:lnTo>
                      <a:pt x="94757" y="44710"/>
                    </a:lnTo>
                    <a:lnTo>
                      <a:pt x="80469" y="30898"/>
                    </a:lnTo>
                    <a:lnTo>
                      <a:pt x="107181" y="30384"/>
                    </a:lnTo>
                    <a:lnTo>
                      <a:pt x="104734" y="0"/>
                    </a:lnTo>
                    <a:lnTo>
                      <a:pt x="80505" y="30863"/>
                    </a:lnTo>
                    <a:lnTo>
                      <a:pt x="28039" y="39584"/>
                    </a:lnTo>
                    <a:lnTo>
                      <a:pt x="28908" y="25549"/>
                    </a:lnTo>
                    <a:lnTo>
                      <a:pt x="80505" y="30863"/>
                    </a:lnTo>
                    <a:lnTo>
                      <a:pt x="57233" y="15998"/>
                    </a:lnTo>
                    <a:lnTo>
                      <a:pt x="29034" y="25660"/>
                    </a:lnTo>
                    <a:lnTo>
                      <a:pt x="0" y="34801"/>
                    </a:lnTo>
                    <a:lnTo>
                      <a:pt x="18557" y="12325"/>
                    </a:lnTo>
                    <a:lnTo>
                      <a:pt x="29015" y="25602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/>
              <a:lstStyle/>
              <a:p>
                <a:endParaRPr lang="bs-Latn-BA"/>
              </a:p>
            </p:txBody>
          </p:sp>
          <p:sp>
            <p:nvSpPr>
              <p:cNvPr id="1154" name="Google Shape;1154;p13"/>
              <p:cNvSpPr/>
              <p:nvPr/>
            </p:nvSpPr>
            <p:spPr>
              <a:xfrm>
                <a:off x="6362388" y="4341925"/>
                <a:ext cx="795800" cy="837025"/>
              </a:xfrm>
              <a:custGeom>
                <a:avLst/>
                <a:gdLst/>
                <a:ahLst/>
                <a:cxnLst/>
                <a:rect l="l" t="t" r="r" b="b"/>
                <a:pathLst>
                  <a:path w="31832" h="33481" extrusionOk="0">
                    <a:moveTo>
                      <a:pt x="0" y="0"/>
                    </a:moveTo>
                    <a:lnTo>
                      <a:pt x="19674" y="17507"/>
                    </a:lnTo>
                    <a:lnTo>
                      <a:pt x="31832" y="33481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  <p:txBody>
              <a:bodyPr/>
              <a:lstStyle/>
              <a:p>
                <a:endParaRPr lang="bs-Latn-BA"/>
              </a:p>
            </p:txBody>
          </p:sp>
        </p:grpSp>
        <p:grpSp>
          <p:nvGrpSpPr>
            <p:cNvPr id="1155" name="Google Shape;1155;p13"/>
            <p:cNvGrpSpPr/>
            <p:nvPr/>
          </p:nvGrpSpPr>
          <p:grpSpPr>
            <a:xfrm>
              <a:off x="3852801" y="4321275"/>
              <a:ext cx="2252995" cy="802900"/>
              <a:chOff x="3852801" y="4321275"/>
              <a:chExt cx="2252995" cy="802900"/>
            </a:xfrm>
          </p:grpSpPr>
          <p:sp>
            <p:nvSpPr>
              <p:cNvPr id="1156" name="Google Shape;1156;p13"/>
              <p:cNvSpPr/>
              <p:nvPr/>
            </p:nvSpPr>
            <p:spPr>
              <a:xfrm>
                <a:off x="3852801" y="4630825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13"/>
              <p:cNvSpPr/>
              <p:nvPr/>
            </p:nvSpPr>
            <p:spPr>
              <a:xfrm>
                <a:off x="4109400" y="495402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13"/>
              <p:cNvSpPr/>
              <p:nvPr/>
            </p:nvSpPr>
            <p:spPr>
              <a:xfrm>
                <a:off x="6004300" y="432127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13"/>
              <p:cNvSpPr/>
              <p:nvPr/>
            </p:nvSpPr>
            <p:spPr>
              <a:xfrm>
                <a:off x="6060196" y="5078575"/>
                <a:ext cx="45600" cy="45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13"/>
              <p:cNvSpPr/>
              <p:nvPr/>
            </p:nvSpPr>
            <p:spPr>
              <a:xfrm>
                <a:off x="4818237" y="4721806"/>
                <a:ext cx="36600" cy="36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61" name="Google Shape;1161;p13"/>
          <p:cNvSpPr txBox="1">
            <a:spLocks noGrp="1"/>
          </p:cNvSpPr>
          <p:nvPr>
            <p:ph type="title"/>
          </p:nvPr>
        </p:nvSpPr>
        <p:spPr>
          <a:xfrm>
            <a:off x="713250" y="539500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62" name="Google Shape;1162;p13"/>
          <p:cNvSpPr txBox="1">
            <a:spLocks noGrp="1"/>
          </p:cNvSpPr>
          <p:nvPr>
            <p:ph type="title" idx="2" hasCustomPrompt="1"/>
          </p:nvPr>
        </p:nvSpPr>
        <p:spPr>
          <a:xfrm>
            <a:off x="4796198" y="3646857"/>
            <a:ext cx="6402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3" name="Google Shape;1163;p13"/>
          <p:cNvSpPr txBox="1">
            <a:spLocks noGrp="1"/>
          </p:cNvSpPr>
          <p:nvPr>
            <p:ph type="subTitle" idx="1"/>
          </p:nvPr>
        </p:nvSpPr>
        <p:spPr>
          <a:xfrm>
            <a:off x="5669277" y="3646861"/>
            <a:ext cx="2377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64" name="Google Shape;1164;p13"/>
          <p:cNvSpPr txBox="1">
            <a:spLocks noGrp="1"/>
          </p:cNvSpPr>
          <p:nvPr>
            <p:ph type="title" idx="3" hasCustomPrompt="1"/>
          </p:nvPr>
        </p:nvSpPr>
        <p:spPr>
          <a:xfrm>
            <a:off x="4796198" y="2731177"/>
            <a:ext cx="6402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5" name="Google Shape;1165;p13"/>
          <p:cNvSpPr txBox="1">
            <a:spLocks noGrp="1"/>
          </p:cNvSpPr>
          <p:nvPr>
            <p:ph type="subTitle" idx="4"/>
          </p:nvPr>
        </p:nvSpPr>
        <p:spPr>
          <a:xfrm>
            <a:off x="5669277" y="2731177"/>
            <a:ext cx="2377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66" name="Google Shape;1166;p13"/>
          <p:cNvSpPr txBox="1">
            <a:spLocks noGrp="1"/>
          </p:cNvSpPr>
          <p:nvPr>
            <p:ph type="title" idx="5" hasCustomPrompt="1"/>
          </p:nvPr>
        </p:nvSpPr>
        <p:spPr>
          <a:xfrm>
            <a:off x="4796198" y="1816777"/>
            <a:ext cx="6402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7" name="Google Shape;1167;p13"/>
          <p:cNvSpPr txBox="1">
            <a:spLocks noGrp="1"/>
          </p:cNvSpPr>
          <p:nvPr>
            <p:ph type="subTitle" idx="6"/>
          </p:nvPr>
        </p:nvSpPr>
        <p:spPr>
          <a:xfrm>
            <a:off x="5669277" y="1816777"/>
            <a:ext cx="2377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68" name="Google Shape;1168;p13"/>
          <p:cNvSpPr txBox="1">
            <a:spLocks noGrp="1"/>
          </p:cNvSpPr>
          <p:nvPr>
            <p:ph type="title" idx="7" hasCustomPrompt="1"/>
          </p:nvPr>
        </p:nvSpPr>
        <p:spPr>
          <a:xfrm>
            <a:off x="1142823" y="3646857"/>
            <a:ext cx="6402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9" name="Google Shape;1169;p13"/>
          <p:cNvSpPr txBox="1">
            <a:spLocks noGrp="1"/>
          </p:cNvSpPr>
          <p:nvPr>
            <p:ph type="subTitle" idx="8"/>
          </p:nvPr>
        </p:nvSpPr>
        <p:spPr>
          <a:xfrm>
            <a:off x="2015903" y="3646861"/>
            <a:ext cx="2377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70" name="Google Shape;1170;p13"/>
          <p:cNvSpPr txBox="1">
            <a:spLocks noGrp="1"/>
          </p:cNvSpPr>
          <p:nvPr>
            <p:ph type="title" idx="9" hasCustomPrompt="1"/>
          </p:nvPr>
        </p:nvSpPr>
        <p:spPr>
          <a:xfrm>
            <a:off x="1142823" y="2731177"/>
            <a:ext cx="6402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71" name="Google Shape;1171;p13"/>
          <p:cNvSpPr txBox="1">
            <a:spLocks noGrp="1"/>
          </p:cNvSpPr>
          <p:nvPr>
            <p:ph type="subTitle" idx="13"/>
          </p:nvPr>
        </p:nvSpPr>
        <p:spPr>
          <a:xfrm>
            <a:off x="2015903" y="2731177"/>
            <a:ext cx="2377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72" name="Google Shape;1172;p13"/>
          <p:cNvSpPr txBox="1">
            <a:spLocks noGrp="1"/>
          </p:cNvSpPr>
          <p:nvPr>
            <p:ph type="title" idx="14" hasCustomPrompt="1"/>
          </p:nvPr>
        </p:nvSpPr>
        <p:spPr>
          <a:xfrm>
            <a:off x="1142823" y="1816777"/>
            <a:ext cx="6402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73" name="Google Shape;1173;p13"/>
          <p:cNvSpPr txBox="1">
            <a:spLocks noGrp="1"/>
          </p:cNvSpPr>
          <p:nvPr>
            <p:ph type="subTitle" idx="15"/>
          </p:nvPr>
        </p:nvSpPr>
        <p:spPr>
          <a:xfrm>
            <a:off x="2015903" y="1816777"/>
            <a:ext cx="2377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6" name="Google Shape;1366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9"/>
          <p:cNvSpPr txBox="1">
            <a:spLocks noGrp="1"/>
          </p:cNvSpPr>
          <p:nvPr>
            <p:ph type="title"/>
          </p:nvPr>
        </p:nvSpPr>
        <p:spPr>
          <a:xfrm>
            <a:off x="713225" y="1817438"/>
            <a:ext cx="36759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68" name="Google Shape;1368;p19"/>
          <p:cNvSpPr txBox="1">
            <a:spLocks noGrp="1"/>
          </p:cNvSpPr>
          <p:nvPr>
            <p:ph type="subTitle" idx="1"/>
          </p:nvPr>
        </p:nvSpPr>
        <p:spPr>
          <a:xfrm>
            <a:off x="713225" y="2594663"/>
            <a:ext cx="36759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369" name="Google Shape;1369;p19"/>
          <p:cNvGrpSpPr/>
          <p:nvPr/>
        </p:nvGrpSpPr>
        <p:grpSpPr>
          <a:xfrm>
            <a:off x="5345959" y="-220973"/>
            <a:ext cx="3845666" cy="5585448"/>
            <a:chOff x="5345959" y="-220973"/>
            <a:chExt cx="3845666" cy="5585448"/>
          </a:xfrm>
        </p:grpSpPr>
        <p:grpSp>
          <p:nvGrpSpPr>
            <p:cNvPr id="1370" name="Google Shape;1370;p19"/>
            <p:cNvGrpSpPr/>
            <p:nvPr/>
          </p:nvGrpSpPr>
          <p:grpSpPr>
            <a:xfrm>
              <a:off x="5643525" y="4230198"/>
              <a:ext cx="3548100" cy="1134277"/>
              <a:chOff x="3277350" y="4321275"/>
              <a:chExt cx="3548100" cy="1134277"/>
            </a:xfrm>
          </p:grpSpPr>
          <p:grpSp>
            <p:nvGrpSpPr>
              <p:cNvPr id="1371" name="Google Shape;1371;p19"/>
              <p:cNvGrpSpPr/>
              <p:nvPr/>
            </p:nvGrpSpPr>
            <p:grpSpPr>
              <a:xfrm>
                <a:off x="3277350" y="4337802"/>
                <a:ext cx="3548100" cy="1117750"/>
                <a:chOff x="3610088" y="4337802"/>
                <a:chExt cx="3548100" cy="1117750"/>
              </a:xfrm>
            </p:grpSpPr>
            <p:sp>
              <p:nvSpPr>
                <p:cNvPr id="1372" name="Google Shape;1372;p19"/>
                <p:cNvSpPr/>
                <p:nvPr/>
              </p:nvSpPr>
              <p:spPr>
                <a:xfrm>
                  <a:off x="3610088" y="4337802"/>
                  <a:ext cx="3241850" cy="111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674" h="44710" extrusionOk="0">
                      <a:moveTo>
                        <a:pt x="129674" y="17672"/>
                      </a:moveTo>
                      <a:lnTo>
                        <a:pt x="112332" y="30422"/>
                      </a:lnTo>
                      <a:lnTo>
                        <a:pt x="99950" y="44710"/>
                      </a:lnTo>
                      <a:lnTo>
                        <a:pt x="85662" y="30898"/>
                      </a:lnTo>
                      <a:lnTo>
                        <a:pt x="112374" y="30384"/>
                      </a:lnTo>
                      <a:lnTo>
                        <a:pt x="109927" y="0"/>
                      </a:lnTo>
                      <a:lnTo>
                        <a:pt x="85698" y="30863"/>
                      </a:lnTo>
                      <a:lnTo>
                        <a:pt x="33232" y="39584"/>
                      </a:lnTo>
                      <a:lnTo>
                        <a:pt x="34101" y="25549"/>
                      </a:lnTo>
                      <a:lnTo>
                        <a:pt x="85698" y="30863"/>
                      </a:lnTo>
                      <a:lnTo>
                        <a:pt x="62426" y="15998"/>
                      </a:lnTo>
                      <a:lnTo>
                        <a:pt x="34227" y="25660"/>
                      </a:lnTo>
                      <a:lnTo>
                        <a:pt x="0" y="39194"/>
                      </a:lnTo>
                      <a:lnTo>
                        <a:pt x="23750" y="12325"/>
                      </a:lnTo>
                      <a:lnTo>
                        <a:pt x="34208" y="2560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/>
                <a:lstStyle/>
                <a:p>
                  <a:endParaRPr lang="bs-Latn-BA"/>
                </a:p>
              </p:txBody>
            </p:sp>
            <p:sp>
              <p:nvSpPr>
                <p:cNvPr id="1373" name="Google Shape;1373;p19"/>
                <p:cNvSpPr/>
                <p:nvPr/>
              </p:nvSpPr>
              <p:spPr>
                <a:xfrm>
                  <a:off x="6362388" y="4341925"/>
                  <a:ext cx="795800" cy="83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32" h="33481" extrusionOk="0">
                      <a:moveTo>
                        <a:pt x="0" y="0"/>
                      </a:moveTo>
                      <a:lnTo>
                        <a:pt x="19674" y="17507"/>
                      </a:lnTo>
                      <a:lnTo>
                        <a:pt x="31832" y="3348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/>
                <a:lstStyle/>
                <a:p>
                  <a:endParaRPr lang="bs-Latn-BA"/>
                </a:p>
              </p:txBody>
            </p:sp>
          </p:grpSp>
          <p:grpSp>
            <p:nvGrpSpPr>
              <p:cNvPr id="1374" name="Google Shape;1374;p19"/>
              <p:cNvGrpSpPr/>
              <p:nvPr/>
            </p:nvGrpSpPr>
            <p:grpSpPr>
              <a:xfrm>
                <a:off x="3852801" y="4321275"/>
                <a:ext cx="2252995" cy="802900"/>
                <a:chOff x="3852801" y="4321275"/>
                <a:chExt cx="2252995" cy="802900"/>
              </a:xfrm>
            </p:grpSpPr>
            <p:sp>
              <p:nvSpPr>
                <p:cNvPr id="1375" name="Google Shape;1375;p19"/>
                <p:cNvSpPr/>
                <p:nvPr/>
              </p:nvSpPr>
              <p:spPr>
                <a:xfrm>
                  <a:off x="3852801" y="4630825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6" name="Google Shape;1376;p19"/>
                <p:cNvSpPr/>
                <p:nvPr/>
              </p:nvSpPr>
              <p:spPr>
                <a:xfrm>
                  <a:off x="4109400" y="495402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7" name="Google Shape;1377;p19"/>
                <p:cNvSpPr/>
                <p:nvPr/>
              </p:nvSpPr>
              <p:spPr>
                <a:xfrm>
                  <a:off x="6004300" y="43212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8" name="Google Shape;1378;p19"/>
                <p:cNvSpPr/>
                <p:nvPr/>
              </p:nvSpPr>
              <p:spPr>
                <a:xfrm>
                  <a:off x="6060196" y="50785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9" name="Google Shape;1379;p19"/>
                <p:cNvSpPr/>
                <p:nvPr/>
              </p:nvSpPr>
              <p:spPr>
                <a:xfrm>
                  <a:off x="4818237" y="4721806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380" name="Google Shape;1380;p19"/>
            <p:cNvGrpSpPr/>
            <p:nvPr/>
          </p:nvGrpSpPr>
          <p:grpSpPr>
            <a:xfrm rot="5400000" flipH="1">
              <a:off x="6439460" y="-1314474"/>
              <a:ext cx="1658665" cy="3845666"/>
              <a:chOff x="7666319" y="-423656"/>
              <a:chExt cx="1658665" cy="3845666"/>
            </a:xfrm>
          </p:grpSpPr>
          <p:grpSp>
            <p:nvGrpSpPr>
              <p:cNvPr id="1381" name="Google Shape;1381;p19"/>
              <p:cNvGrpSpPr/>
              <p:nvPr/>
            </p:nvGrpSpPr>
            <p:grpSpPr>
              <a:xfrm>
                <a:off x="7666319" y="-423656"/>
                <a:ext cx="1658665" cy="3845666"/>
                <a:chOff x="7675835" y="-369041"/>
                <a:chExt cx="1658665" cy="3845666"/>
              </a:xfrm>
            </p:grpSpPr>
            <p:sp>
              <p:nvSpPr>
                <p:cNvPr id="1382" name="Google Shape;1382;p19"/>
                <p:cNvSpPr/>
                <p:nvPr/>
              </p:nvSpPr>
              <p:spPr>
                <a:xfrm>
                  <a:off x="8167700" y="809625"/>
                  <a:ext cx="1166800" cy="266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72" h="106680" extrusionOk="0">
                      <a:moveTo>
                        <a:pt x="46672" y="0"/>
                      </a:moveTo>
                      <a:lnTo>
                        <a:pt x="25241" y="8573"/>
                      </a:lnTo>
                      <a:lnTo>
                        <a:pt x="10953" y="20955"/>
                      </a:lnTo>
                      <a:lnTo>
                        <a:pt x="24765" y="35243"/>
                      </a:lnTo>
                      <a:lnTo>
                        <a:pt x="25279" y="8531"/>
                      </a:lnTo>
                      <a:lnTo>
                        <a:pt x="45720" y="34766"/>
                      </a:lnTo>
                      <a:lnTo>
                        <a:pt x="24800" y="35207"/>
                      </a:lnTo>
                      <a:lnTo>
                        <a:pt x="0" y="63341"/>
                      </a:lnTo>
                      <a:lnTo>
                        <a:pt x="30114" y="86804"/>
                      </a:lnTo>
                      <a:lnTo>
                        <a:pt x="24800" y="35207"/>
                      </a:lnTo>
                      <a:lnTo>
                        <a:pt x="46672" y="58579"/>
                      </a:lnTo>
                      <a:lnTo>
                        <a:pt x="30003" y="86678"/>
                      </a:lnTo>
                      <a:lnTo>
                        <a:pt x="21907" y="106680"/>
                      </a:lnTo>
                      <a:lnTo>
                        <a:pt x="43338" y="97155"/>
                      </a:lnTo>
                      <a:lnTo>
                        <a:pt x="30061" y="8669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/>
                <a:lstStyle/>
                <a:p>
                  <a:endParaRPr lang="bs-Latn-BA"/>
                </a:p>
              </p:txBody>
            </p:sp>
            <p:sp>
              <p:nvSpPr>
                <p:cNvPr id="1383" name="Google Shape;1383;p19"/>
                <p:cNvSpPr/>
                <p:nvPr/>
              </p:nvSpPr>
              <p:spPr>
                <a:xfrm>
                  <a:off x="7675835" y="-369041"/>
                  <a:ext cx="1638675" cy="170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547" h="68054" extrusionOk="0">
                      <a:moveTo>
                        <a:pt x="44918" y="55809"/>
                      </a:moveTo>
                      <a:lnTo>
                        <a:pt x="27131" y="32339"/>
                      </a:lnTo>
                      <a:lnTo>
                        <a:pt x="65547" y="44442"/>
                      </a:lnTo>
                      <a:lnTo>
                        <a:pt x="64294" y="8096"/>
                      </a:lnTo>
                      <a:lnTo>
                        <a:pt x="27026" y="32339"/>
                      </a:lnTo>
                      <a:lnTo>
                        <a:pt x="24289" y="0"/>
                      </a:lnTo>
                      <a:lnTo>
                        <a:pt x="0" y="35719"/>
                      </a:lnTo>
                      <a:lnTo>
                        <a:pt x="27131" y="32444"/>
                      </a:lnTo>
                      <a:lnTo>
                        <a:pt x="30676" y="6805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/>
                <a:lstStyle/>
                <a:p>
                  <a:endParaRPr lang="bs-Latn-BA"/>
                </a:p>
              </p:txBody>
            </p:sp>
          </p:grpSp>
          <p:grpSp>
            <p:nvGrpSpPr>
              <p:cNvPr id="1384" name="Google Shape;1384;p19"/>
              <p:cNvGrpSpPr/>
              <p:nvPr/>
            </p:nvGrpSpPr>
            <p:grpSpPr>
              <a:xfrm>
                <a:off x="8323975" y="362525"/>
                <a:ext cx="607650" cy="2583450"/>
                <a:chOff x="8323975" y="362525"/>
                <a:chExt cx="607650" cy="2583450"/>
              </a:xfrm>
            </p:grpSpPr>
            <p:sp>
              <p:nvSpPr>
                <p:cNvPr id="1385" name="Google Shape;1385;p19"/>
                <p:cNvSpPr/>
                <p:nvPr/>
              </p:nvSpPr>
              <p:spPr>
                <a:xfrm>
                  <a:off x="8323975" y="36252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6" name="Google Shape;1386;p19"/>
                <p:cNvSpPr/>
                <p:nvPr/>
              </p:nvSpPr>
              <p:spPr>
                <a:xfrm>
                  <a:off x="8768050" y="9524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7" name="Google Shape;1387;p19"/>
                <p:cNvSpPr/>
                <p:nvPr/>
              </p:nvSpPr>
              <p:spPr>
                <a:xfrm>
                  <a:off x="8420024" y="1263525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8" name="Google Shape;1388;p19"/>
                <p:cNvSpPr/>
                <p:nvPr/>
              </p:nvSpPr>
              <p:spPr>
                <a:xfrm>
                  <a:off x="8755175" y="161322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9" name="Google Shape;1389;p19"/>
                <p:cNvSpPr/>
                <p:nvPr/>
              </p:nvSpPr>
              <p:spPr>
                <a:xfrm>
                  <a:off x="8886025" y="29003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7" name="Google Shape;1467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286"/>
            <a:ext cx="9144000" cy="5148071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23"/>
          <p:cNvSpPr txBox="1">
            <a:spLocks noGrp="1"/>
          </p:cNvSpPr>
          <p:nvPr>
            <p:ph type="title"/>
          </p:nvPr>
        </p:nvSpPr>
        <p:spPr>
          <a:xfrm>
            <a:off x="713250" y="539500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69" name="Google Shape;1469;p23"/>
          <p:cNvSpPr txBox="1">
            <a:spLocks noGrp="1"/>
          </p:cNvSpPr>
          <p:nvPr>
            <p:ph type="subTitle" idx="1"/>
          </p:nvPr>
        </p:nvSpPr>
        <p:spPr>
          <a:xfrm>
            <a:off x="4750607" y="1863175"/>
            <a:ext cx="3017400" cy="21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70" name="Google Shape;1470;p23"/>
          <p:cNvSpPr txBox="1">
            <a:spLocks noGrp="1"/>
          </p:cNvSpPr>
          <p:nvPr>
            <p:ph type="subTitle" idx="2"/>
          </p:nvPr>
        </p:nvSpPr>
        <p:spPr>
          <a:xfrm>
            <a:off x="1375993" y="1863175"/>
            <a:ext cx="3017400" cy="21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471" name="Google Shape;1471;p23"/>
          <p:cNvGrpSpPr/>
          <p:nvPr/>
        </p:nvGrpSpPr>
        <p:grpSpPr>
          <a:xfrm>
            <a:off x="5379250" y="2571750"/>
            <a:ext cx="3936794" cy="2603379"/>
            <a:chOff x="5379250" y="2571750"/>
            <a:chExt cx="3936794" cy="2603379"/>
          </a:xfrm>
        </p:grpSpPr>
        <p:grpSp>
          <p:nvGrpSpPr>
            <p:cNvPr id="1472" name="Google Shape;1472;p23"/>
            <p:cNvGrpSpPr/>
            <p:nvPr/>
          </p:nvGrpSpPr>
          <p:grpSpPr>
            <a:xfrm flipH="1">
              <a:off x="5379250" y="2571750"/>
              <a:ext cx="3936794" cy="2603379"/>
              <a:chOff x="-230683" y="2684575"/>
              <a:chExt cx="3936794" cy="2603379"/>
            </a:xfrm>
          </p:grpSpPr>
          <p:grpSp>
            <p:nvGrpSpPr>
              <p:cNvPr id="1473" name="Google Shape;1473;p23"/>
              <p:cNvGrpSpPr/>
              <p:nvPr/>
            </p:nvGrpSpPr>
            <p:grpSpPr>
              <a:xfrm>
                <a:off x="-230683" y="2702725"/>
                <a:ext cx="3936794" cy="2585228"/>
                <a:chOff x="-230683" y="2702725"/>
                <a:chExt cx="3936794" cy="2585228"/>
              </a:xfrm>
            </p:grpSpPr>
            <p:grpSp>
              <p:nvGrpSpPr>
                <p:cNvPr id="1474" name="Google Shape;1474;p23"/>
                <p:cNvGrpSpPr/>
                <p:nvPr/>
              </p:nvGrpSpPr>
              <p:grpSpPr>
                <a:xfrm>
                  <a:off x="-230683" y="3466303"/>
                  <a:ext cx="3936794" cy="1821650"/>
                  <a:chOff x="-240925" y="3502150"/>
                  <a:chExt cx="3936794" cy="1821650"/>
                </a:xfrm>
              </p:grpSpPr>
              <p:sp>
                <p:nvSpPr>
                  <p:cNvPr id="1475" name="Google Shape;1475;p23"/>
                  <p:cNvSpPr/>
                  <p:nvPr/>
                </p:nvSpPr>
                <p:spPr>
                  <a:xfrm>
                    <a:off x="-182875" y="3502150"/>
                    <a:ext cx="2809875" cy="1821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395" h="72866" extrusionOk="0">
                        <a:moveTo>
                          <a:pt x="112395" y="72866"/>
                        </a:moveTo>
                        <a:lnTo>
                          <a:pt x="77628" y="60008"/>
                        </a:lnTo>
                        <a:lnTo>
                          <a:pt x="46177" y="70012"/>
                        </a:lnTo>
                        <a:lnTo>
                          <a:pt x="41557" y="45294"/>
                        </a:lnTo>
                        <a:lnTo>
                          <a:pt x="20955" y="55721"/>
                        </a:lnTo>
                        <a:lnTo>
                          <a:pt x="13811" y="30004"/>
                        </a:lnTo>
                        <a:lnTo>
                          <a:pt x="21907" y="13335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/>
                  <a:lstStyle/>
                  <a:p>
                    <a:endParaRPr lang="bs-Latn-BA"/>
                  </a:p>
                </p:txBody>
              </p:sp>
              <p:sp>
                <p:nvSpPr>
                  <p:cNvPr id="1476" name="Google Shape;1476;p23"/>
                  <p:cNvSpPr/>
                  <p:nvPr/>
                </p:nvSpPr>
                <p:spPr>
                  <a:xfrm>
                    <a:off x="-173706" y="3507447"/>
                    <a:ext cx="3869575" cy="1811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4783" h="72463" extrusionOk="0">
                        <a:moveTo>
                          <a:pt x="0" y="0"/>
                        </a:moveTo>
                        <a:lnTo>
                          <a:pt x="13354" y="29842"/>
                        </a:lnTo>
                        <a:lnTo>
                          <a:pt x="41238" y="45047"/>
                        </a:lnTo>
                        <a:lnTo>
                          <a:pt x="29739" y="72463"/>
                        </a:lnTo>
                        <a:lnTo>
                          <a:pt x="20593" y="55512"/>
                        </a:lnTo>
                        <a:lnTo>
                          <a:pt x="77321" y="59839"/>
                        </a:lnTo>
                        <a:lnTo>
                          <a:pt x="104663" y="51323"/>
                        </a:lnTo>
                        <a:lnTo>
                          <a:pt x="123149" y="72165"/>
                        </a:lnTo>
                        <a:lnTo>
                          <a:pt x="140970" y="60960"/>
                        </a:lnTo>
                        <a:lnTo>
                          <a:pt x="154783" y="72165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/>
                  <a:lstStyle/>
                  <a:p>
                    <a:endParaRPr lang="bs-Latn-BA"/>
                  </a:p>
                </p:txBody>
              </p:sp>
              <p:sp>
                <p:nvSpPr>
                  <p:cNvPr id="1477" name="Google Shape;1477;p23"/>
                  <p:cNvSpPr/>
                  <p:nvPr/>
                </p:nvSpPr>
                <p:spPr>
                  <a:xfrm>
                    <a:off x="-240925" y="4252925"/>
                    <a:ext cx="582050" cy="77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282" h="31141" extrusionOk="0">
                        <a:moveTo>
                          <a:pt x="16114" y="0"/>
                        </a:moveTo>
                        <a:lnTo>
                          <a:pt x="0" y="12091"/>
                        </a:lnTo>
                        <a:lnTo>
                          <a:pt x="2017" y="31141"/>
                        </a:lnTo>
                        <a:lnTo>
                          <a:pt x="23282" y="25622"/>
                        </a:lnTo>
                        <a:lnTo>
                          <a:pt x="224" y="12315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  <p:txBody>
                  <a:bodyPr/>
                  <a:lstStyle/>
                  <a:p>
                    <a:endParaRPr lang="bs-Latn-BA"/>
                  </a:p>
                </p:txBody>
              </p:sp>
              <p:cxnSp>
                <p:nvCxnSpPr>
                  <p:cNvPr id="1478" name="Google Shape;1478;p23"/>
                  <p:cNvCxnSpPr/>
                  <p:nvPr/>
                </p:nvCxnSpPr>
                <p:spPr>
                  <a:xfrm flipH="1">
                    <a:off x="1959975" y="4791150"/>
                    <a:ext cx="489300" cy="5229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142875" algn="bl" rotWithShape="0">
                      <a:schemeClr val="lt2">
                        <a:alpha val="85000"/>
                      </a:schemeClr>
                    </a:outerShdw>
                  </a:effectLst>
                </p:spPr>
              </p:cxnSp>
            </p:grpSp>
            <p:sp>
              <p:nvSpPr>
                <p:cNvPr id="1479" name="Google Shape;1479;p23"/>
                <p:cNvSpPr/>
                <p:nvPr/>
              </p:nvSpPr>
              <p:spPr>
                <a:xfrm>
                  <a:off x="-172650" y="2702725"/>
                  <a:ext cx="1720475" cy="251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819" h="100626" extrusionOk="0">
                      <a:moveTo>
                        <a:pt x="46248" y="100626"/>
                      </a:moveTo>
                      <a:lnTo>
                        <a:pt x="68819" y="69532"/>
                      </a:lnTo>
                      <a:lnTo>
                        <a:pt x="41437" y="76106"/>
                      </a:lnTo>
                      <a:lnTo>
                        <a:pt x="21960" y="43903"/>
                      </a:lnTo>
                      <a:lnTo>
                        <a:pt x="45482" y="21907"/>
                      </a:lnTo>
                      <a:lnTo>
                        <a:pt x="23575" y="0"/>
                      </a:lnTo>
                      <a:lnTo>
                        <a:pt x="0" y="30634"/>
                      </a:lnTo>
                      <a:lnTo>
                        <a:pt x="45472" y="2194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/>
                <a:lstStyle/>
                <a:p>
                  <a:endParaRPr lang="bs-Latn-BA"/>
                </a:p>
              </p:txBody>
            </p:sp>
          </p:grpSp>
          <p:grpSp>
            <p:nvGrpSpPr>
              <p:cNvPr id="1480" name="Google Shape;1480;p23"/>
              <p:cNvGrpSpPr/>
              <p:nvPr/>
            </p:nvGrpSpPr>
            <p:grpSpPr>
              <a:xfrm>
                <a:off x="148117" y="2684575"/>
                <a:ext cx="2319521" cy="2300850"/>
                <a:chOff x="148117" y="2684575"/>
                <a:chExt cx="2319521" cy="2300850"/>
              </a:xfrm>
            </p:grpSpPr>
            <p:grpSp>
              <p:nvGrpSpPr>
                <p:cNvPr id="1481" name="Google Shape;1481;p23"/>
                <p:cNvGrpSpPr/>
                <p:nvPr/>
              </p:nvGrpSpPr>
              <p:grpSpPr>
                <a:xfrm>
                  <a:off x="148117" y="3784375"/>
                  <a:ext cx="2319521" cy="1201050"/>
                  <a:chOff x="137875" y="3820221"/>
                  <a:chExt cx="2319521" cy="1201050"/>
                </a:xfrm>
              </p:grpSpPr>
              <p:sp>
                <p:nvSpPr>
                  <p:cNvPr id="1482" name="Google Shape;1482;p23"/>
                  <p:cNvSpPr/>
                  <p:nvPr/>
                </p:nvSpPr>
                <p:spPr>
                  <a:xfrm>
                    <a:off x="137875" y="4231350"/>
                    <a:ext cx="48600" cy="48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3" name="Google Shape;1483;p23"/>
                  <p:cNvSpPr/>
                  <p:nvPr/>
                </p:nvSpPr>
                <p:spPr>
                  <a:xfrm>
                    <a:off x="347246" y="3820221"/>
                    <a:ext cx="36600" cy="36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4" name="Google Shape;1484;p23"/>
                  <p:cNvSpPr/>
                  <p:nvPr/>
                </p:nvSpPr>
                <p:spPr>
                  <a:xfrm>
                    <a:off x="829925" y="4616950"/>
                    <a:ext cx="48600" cy="48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5" name="Google Shape;1485;p23"/>
                  <p:cNvSpPr/>
                  <p:nvPr/>
                </p:nvSpPr>
                <p:spPr>
                  <a:xfrm>
                    <a:off x="316650" y="4869775"/>
                    <a:ext cx="48600" cy="48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6" name="Google Shape;1486;p23"/>
                  <p:cNvSpPr/>
                  <p:nvPr/>
                </p:nvSpPr>
                <p:spPr>
                  <a:xfrm>
                    <a:off x="1744096" y="4984671"/>
                    <a:ext cx="36600" cy="36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7" name="Google Shape;1487;p23"/>
                  <p:cNvSpPr/>
                  <p:nvPr/>
                </p:nvSpPr>
                <p:spPr>
                  <a:xfrm>
                    <a:off x="2420796" y="4775271"/>
                    <a:ext cx="36600" cy="366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42875" algn="bl" rotWithShape="0">
                      <a:schemeClr val="accent1">
                        <a:alpha val="85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488" name="Google Shape;1488;p23"/>
                <p:cNvSpPr/>
                <p:nvPr/>
              </p:nvSpPr>
              <p:spPr>
                <a:xfrm>
                  <a:off x="936867" y="3231178"/>
                  <a:ext cx="48600" cy="48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9" name="Google Shape;1489;p23"/>
                <p:cNvSpPr/>
                <p:nvPr/>
              </p:nvSpPr>
              <p:spPr>
                <a:xfrm>
                  <a:off x="399038" y="2684575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0" name="Google Shape;1490;p23"/>
                <p:cNvSpPr/>
                <p:nvPr/>
              </p:nvSpPr>
              <p:spPr>
                <a:xfrm>
                  <a:off x="1538188" y="4421250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491" name="Google Shape;1491;p23"/>
            <p:cNvSpPr/>
            <p:nvPr/>
          </p:nvSpPr>
          <p:spPr>
            <a:xfrm flipH="1">
              <a:off x="8085073" y="5081875"/>
              <a:ext cx="36600" cy="36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accent1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9" name="Google Shape;1869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0" name="Google Shape;1870;p2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71" name="Google Shape;1871;p29"/>
          <p:cNvSpPr txBox="1">
            <a:spLocks noGrp="1"/>
          </p:cNvSpPr>
          <p:nvPr>
            <p:ph type="subTitle" idx="1"/>
          </p:nvPr>
        </p:nvSpPr>
        <p:spPr>
          <a:xfrm>
            <a:off x="713225" y="1863786"/>
            <a:ext cx="2331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72" name="Google Shape;1872;p29"/>
          <p:cNvSpPr txBox="1">
            <a:spLocks noGrp="1"/>
          </p:cNvSpPr>
          <p:nvPr>
            <p:ph type="subTitle" idx="2"/>
          </p:nvPr>
        </p:nvSpPr>
        <p:spPr>
          <a:xfrm>
            <a:off x="3406200" y="1863786"/>
            <a:ext cx="2331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73" name="Google Shape;1873;p29"/>
          <p:cNvSpPr txBox="1">
            <a:spLocks noGrp="1"/>
          </p:cNvSpPr>
          <p:nvPr>
            <p:ph type="subTitle" idx="3"/>
          </p:nvPr>
        </p:nvSpPr>
        <p:spPr>
          <a:xfrm>
            <a:off x="713225" y="3599884"/>
            <a:ext cx="2331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74" name="Google Shape;1874;p29"/>
          <p:cNvSpPr txBox="1">
            <a:spLocks noGrp="1"/>
          </p:cNvSpPr>
          <p:nvPr>
            <p:ph type="subTitle" idx="4"/>
          </p:nvPr>
        </p:nvSpPr>
        <p:spPr>
          <a:xfrm>
            <a:off x="3406200" y="3599884"/>
            <a:ext cx="2331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75" name="Google Shape;1875;p29"/>
          <p:cNvSpPr txBox="1">
            <a:spLocks noGrp="1"/>
          </p:cNvSpPr>
          <p:nvPr>
            <p:ph type="subTitle" idx="5"/>
          </p:nvPr>
        </p:nvSpPr>
        <p:spPr>
          <a:xfrm>
            <a:off x="6099172" y="1863786"/>
            <a:ext cx="2331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76" name="Google Shape;1876;p29"/>
          <p:cNvSpPr txBox="1">
            <a:spLocks noGrp="1"/>
          </p:cNvSpPr>
          <p:nvPr>
            <p:ph type="subTitle" idx="6"/>
          </p:nvPr>
        </p:nvSpPr>
        <p:spPr>
          <a:xfrm>
            <a:off x="6099172" y="3599884"/>
            <a:ext cx="2331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77" name="Google Shape;1877;p29"/>
          <p:cNvSpPr txBox="1">
            <a:spLocks noGrp="1"/>
          </p:cNvSpPr>
          <p:nvPr>
            <p:ph type="subTitle" idx="7"/>
          </p:nvPr>
        </p:nvSpPr>
        <p:spPr>
          <a:xfrm>
            <a:off x="713225" y="1406563"/>
            <a:ext cx="2331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78" name="Google Shape;1878;p29"/>
          <p:cNvSpPr txBox="1">
            <a:spLocks noGrp="1"/>
          </p:cNvSpPr>
          <p:nvPr>
            <p:ph type="subTitle" idx="8"/>
          </p:nvPr>
        </p:nvSpPr>
        <p:spPr>
          <a:xfrm>
            <a:off x="3406200" y="1406563"/>
            <a:ext cx="2331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79" name="Google Shape;1879;p29"/>
          <p:cNvSpPr txBox="1">
            <a:spLocks noGrp="1"/>
          </p:cNvSpPr>
          <p:nvPr>
            <p:ph type="subTitle" idx="9"/>
          </p:nvPr>
        </p:nvSpPr>
        <p:spPr>
          <a:xfrm>
            <a:off x="6099172" y="1406563"/>
            <a:ext cx="2331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80" name="Google Shape;1880;p29"/>
          <p:cNvSpPr txBox="1">
            <a:spLocks noGrp="1"/>
          </p:cNvSpPr>
          <p:nvPr>
            <p:ph type="subTitle" idx="13"/>
          </p:nvPr>
        </p:nvSpPr>
        <p:spPr>
          <a:xfrm>
            <a:off x="713225" y="3142684"/>
            <a:ext cx="2331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81" name="Google Shape;1881;p29"/>
          <p:cNvSpPr txBox="1">
            <a:spLocks noGrp="1"/>
          </p:cNvSpPr>
          <p:nvPr>
            <p:ph type="subTitle" idx="14"/>
          </p:nvPr>
        </p:nvSpPr>
        <p:spPr>
          <a:xfrm>
            <a:off x="3406200" y="3142684"/>
            <a:ext cx="2331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82" name="Google Shape;1882;p29"/>
          <p:cNvSpPr txBox="1">
            <a:spLocks noGrp="1"/>
          </p:cNvSpPr>
          <p:nvPr>
            <p:ph type="subTitle" idx="15"/>
          </p:nvPr>
        </p:nvSpPr>
        <p:spPr>
          <a:xfrm>
            <a:off x="6099172" y="3142684"/>
            <a:ext cx="2331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883" name="Google Shape;1883;p29"/>
          <p:cNvGrpSpPr/>
          <p:nvPr/>
        </p:nvGrpSpPr>
        <p:grpSpPr>
          <a:xfrm>
            <a:off x="-241375" y="-121540"/>
            <a:ext cx="9758825" cy="5577090"/>
            <a:chOff x="-241375" y="-121540"/>
            <a:chExt cx="9758825" cy="5577090"/>
          </a:xfrm>
        </p:grpSpPr>
        <p:grpSp>
          <p:nvGrpSpPr>
            <p:cNvPr id="1884" name="Google Shape;1884;p29"/>
            <p:cNvGrpSpPr/>
            <p:nvPr/>
          </p:nvGrpSpPr>
          <p:grpSpPr>
            <a:xfrm flipH="1">
              <a:off x="-241375" y="-121540"/>
              <a:ext cx="1909196" cy="3513440"/>
              <a:chOff x="7415784" y="-91440"/>
              <a:chExt cx="1909196" cy="3513440"/>
            </a:xfrm>
          </p:grpSpPr>
          <p:grpSp>
            <p:nvGrpSpPr>
              <p:cNvPr id="1885" name="Google Shape;1885;p29"/>
              <p:cNvGrpSpPr/>
              <p:nvPr/>
            </p:nvGrpSpPr>
            <p:grpSpPr>
              <a:xfrm>
                <a:off x="7415784" y="-91440"/>
                <a:ext cx="1909196" cy="3513440"/>
                <a:chOff x="7425300" y="-36825"/>
                <a:chExt cx="1909196" cy="3513440"/>
              </a:xfrm>
            </p:grpSpPr>
            <p:sp>
              <p:nvSpPr>
                <p:cNvPr id="1886" name="Google Shape;1886;p29"/>
                <p:cNvSpPr/>
                <p:nvPr/>
              </p:nvSpPr>
              <p:spPr>
                <a:xfrm>
                  <a:off x="8441522" y="809615"/>
                  <a:ext cx="892975" cy="266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9" h="106680" extrusionOk="0">
                      <a:moveTo>
                        <a:pt x="35719" y="0"/>
                      </a:moveTo>
                      <a:lnTo>
                        <a:pt x="14288" y="8573"/>
                      </a:lnTo>
                      <a:lnTo>
                        <a:pt x="0" y="20955"/>
                      </a:lnTo>
                      <a:lnTo>
                        <a:pt x="13812" y="35243"/>
                      </a:lnTo>
                      <a:lnTo>
                        <a:pt x="14326" y="8531"/>
                      </a:lnTo>
                      <a:lnTo>
                        <a:pt x="34767" y="34766"/>
                      </a:lnTo>
                      <a:lnTo>
                        <a:pt x="13847" y="35207"/>
                      </a:lnTo>
                      <a:lnTo>
                        <a:pt x="32732" y="82671"/>
                      </a:lnTo>
                      <a:lnTo>
                        <a:pt x="19161" y="86804"/>
                      </a:lnTo>
                      <a:lnTo>
                        <a:pt x="13847" y="35207"/>
                      </a:lnTo>
                      <a:lnTo>
                        <a:pt x="35719" y="58579"/>
                      </a:lnTo>
                      <a:lnTo>
                        <a:pt x="19050" y="86678"/>
                      </a:lnTo>
                      <a:lnTo>
                        <a:pt x="10954" y="106680"/>
                      </a:lnTo>
                      <a:lnTo>
                        <a:pt x="32385" y="97155"/>
                      </a:lnTo>
                      <a:lnTo>
                        <a:pt x="19108" y="8669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/>
                <a:lstStyle/>
                <a:p>
                  <a:endParaRPr lang="bs-Latn-BA"/>
                </a:p>
              </p:txBody>
            </p:sp>
            <p:sp>
              <p:nvSpPr>
                <p:cNvPr id="1887" name="Google Shape;1887;p29"/>
                <p:cNvSpPr/>
                <p:nvPr/>
              </p:nvSpPr>
              <p:spPr>
                <a:xfrm>
                  <a:off x="7425300" y="-36825"/>
                  <a:ext cx="1889200" cy="1369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568" h="54765" extrusionOk="0">
                      <a:moveTo>
                        <a:pt x="54939" y="42520"/>
                      </a:moveTo>
                      <a:lnTo>
                        <a:pt x="37152" y="19050"/>
                      </a:lnTo>
                      <a:lnTo>
                        <a:pt x="75568" y="31153"/>
                      </a:lnTo>
                      <a:lnTo>
                        <a:pt x="73568" y="3999"/>
                      </a:lnTo>
                      <a:lnTo>
                        <a:pt x="37047" y="19050"/>
                      </a:lnTo>
                      <a:lnTo>
                        <a:pt x="34100" y="0"/>
                      </a:lnTo>
                      <a:lnTo>
                        <a:pt x="0" y="7051"/>
                      </a:lnTo>
                      <a:lnTo>
                        <a:pt x="37152" y="19155"/>
                      </a:lnTo>
                      <a:lnTo>
                        <a:pt x="40697" y="54765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/>
                <a:lstStyle/>
                <a:p>
                  <a:endParaRPr lang="bs-Latn-BA"/>
                </a:p>
              </p:txBody>
            </p:sp>
          </p:grpSp>
          <p:grpSp>
            <p:nvGrpSpPr>
              <p:cNvPr id="1888" name="Google Shape;1888;p29"/>
              <p:cNvGrpSpPr/>
              <p:nvPr/>
            </p:nvGrpSpPr>
            <p:grpSpPr>
              <a:xfrm>
                <a:off x="8323975" y="362525"/>
                <a:ext cx="607650" cy="2583450"/>
                <a:chOff x="8323975" y="362525"/>
                <a:chExt cx="607650" cy="2583450"/>
              </a:xfrm>
            </p:grpSpPr>
            <p:sp>
              <p:nvSpPr>
                <p:cNvPr id="1889" name="Google Shape;1889;p29"/>
                <p:cNvSpPr/>
                <p:nvPr/>
              </p:nvSpPr>
              <p:spPr>
                <a:xfrm>
                  <a:off x="8323975" y="36252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0" name="Google Shape;1890;p29"/>
                <p:cNvSpPr/>
                <p:nvPr/>
              </p:nvSpPr>
              <p:spPr>
                <a:xfrm>
                  <a:off x="8768050" y="9524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1" name="Google Shape;1891;p29"/>
                <p:cNvSpPr/>
                <p:nvPr/>
              </p:nvSpPr>
              <p:spPr>
                <a:xfrm>
                  <a:off x="8420024" y="1263525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2" name="Google Shape;1892;p29"/>
                <p:cNvSpPr/>
                <p:nvPr/>
              </p:nvSpPr>
              <p:spPr>
                <a:xfrm>
                  <a:off x="8755175" y="161322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3" name="Google Shape;1893;p29"/>
                <p:cNvSpPr/>
                <p:nvPr/>
              </p:nvSpPr>
              <p:spPr>
                <a:xfrm>
                  <a:off x="8886025" y="29003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894" name="Google Shape;1894;p29"/>
            <p:cNvGrpSpPr/>
            <p:nvPr/>
          </p:nvGrpSpPr>
          <p:grpSpPr>
            <a:xfrm>
              <a:off x="6099175" y="4321275"/>
              <a:ext cx="3418275" cy="1134275"/>
              <a:chOff x="3407175" y="4321275"/>
              <a:chExt cx="3418275" cy="1134275"/>
            </a:xfrm>
          </p:grpSpPr>
          <p:grpSp>
            <p:nvGrpSpPr>
              <p:cNvPr id="1895" name="Google Shape;1895;p29"/>
              <p:cNvGrpSpPr/>
              <p:nvPr/>
            </p:nvGrpSpPr>
            <p:grpSpPr>
              <a:xfrm>
                <a:off x="3407175" y="4337800"/>
                <a:ext cx="3418275" cy="1117750"/>
                <a:chOff x="3739913" y="4337800"/>
                <a:chExt cx="3418275" cy="1117750"/>
              </a:xfrm>
            </p:grpSpPr>
            <p:sp>
              <p:nvSpPr>
                <p:cNvPr id="1896" name="Google Shape;1896;p29"/>
                <p:cNvSpPr/>
                <p:nvPr/>
              </p:nvSpPr>
              <p:spPr>
                <a:xfrm>
                  <a:off x="3739913" y="4337800"/>
                  <a:ext cx="3112025" cy="111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481" h="44710" extrusionOk="0">
                      <a:moveTo>
                        <a:pt x="124481" y="17672"/>
                      </a:moveTo>
                      <a:lnTo>
                        <a:pt x="107139" y="30422"/>
                      </a:lnTo>
                      <a:lnTo>
                        <a:pt x="94757" y="44710"/>
                      </a:lnTo>
                      <a:lnTo>
                        <a:pt x="80469" y="30898"/>
                      </a:lnTo>
                      <a:lnTo>
                        <a:pt x="107181" y="30384"/>
                      </a:lnTo>
                      <a:lnTo>
                        <a:pt x="104734" y="0"/>
                      </a:lnTo>
                      <a:lnTo>
                        <a:pt x="80505" y="30863"/>
                      </a:lnTo>
                      <a:lnTo>
                        <a:pt x="28039" y="39584"/>
                      </a:lnTo>
                      <a:lnTo>
                        <a:pt x="28908" y="25549"/>
                      </a:lnTo>
                      <a:lnTo>
                        <a:pt x="80505" y="30863"/>
                      </a:lnTo>
                      <a:lnTo>
                        <a:pt x="57233" y="15998"/>
                      </a:lnTo>
                      <a:lnTo>
                        <a:pt x="29034" y="25660"/>
                      </a:lnTo>
                      <a:lnTo>
                        <a:pt x="0" y="34801"/>
                      </a:lnTo>
                      <a:lnTo>
                        <a:pt x="18557" y="12325"/>
                      </a:lnTo>
                      <a:lnTo>
                        <a:pt x="29015" y="2560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/>
                <a:lstStyle/>
                <a:p>
                  <a:endParaRPr lang="bs-Latn-BA"/>
                </a:p>
              </p:txBody>
            </p:sp>
            <p:sp>
              <p:nvSpPr>
                <p:cNvPr id="1897" name="Google Shape;1897;p29"/>
                <p:cNvSpPr/>
                <p:nvPr/>
              </p:nvSpPr>
              <p:spPr>
                <a:xfrm>
                  <a:off x="6362388" y="4341925"/>
                  <a:ext cx="795800" cy="83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32" h="33481" extrusionOk="0">
                      <a:moveTo>
                        <a:pt x="0" y="0"/>
                      </a:moveTo>
                      <a:lnTo>
                        <a:pt x="19674" y="17507"/>
                      </a:lnTo>
                      <a:lnTo>
                        <a:pt x="31832" y="3348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/>
                <a:lstStyle/>
                <a:p>
                  <a:endParaRPr lang="bs-Latn-BA"/>
                </a:p>
              </p:txBody>
            </p:sp>
          </p:grpSp>
          <p:grpSp>
            <p:nvGrpSpPr>
              <p:cNvPr id="1898" name="Google Shape;1898;p29"/>
              <p:cNvGrpSpPr/>
              <p:nvPr/>
            </p:nvGrpSpPr>
            <p:grpSpPr>
              <a:xfrm>
                <a:off x="3852801" y="4321275"/>
                <a:ext cx="2252995" cy="802900"/>
                <a:chOff x="3852801" y="4321275"/>
                <a:chExt cx="2252995" cy="802900"/>
              </a:xfrm>
            </p:grpSpPr>
            <p:sp>
              <p:nvSpPr>
                <p:cNvPr id="1899" name="Google Shape;1899;p29"/>
                <p:cNvSpPr/>
                <p:nvPr/>
              </p:nvSpPr>
              <p:spPr>
                <a:xfrm>
                  <a:off x="3852801" y="4630825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0" name="Google Shape;1900;p29"/>
                <p:cNvSpPr/>
                <p:nvPr/>
              </p:nvSpPr>
              <p:spPr>
                <a:xfrm>
                  <a:off x="4109400" y="495402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1" name="Google Shape;1901;p29"/>
                <p:cNvSpPr/>
                <p:nvPr/>
              </p:nvSpPr>
              <p:spPr>
                <a:xfrm>
                  <a:off x="6004300" y="43212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2" name="Google Shape;1902;p29"/>
                <p:cNvSpPr/>
                <p:nvPr/>
              </p:nvSpPr>
              <p:spPr>
                <a:xfrm>
                  <a:off x="6060196" y="5078575"/>
                  <a:ext cx="45600" cy="45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3" name="Google Shape;1903;p29"/>
                <p:cNvSpPr/>
                <p:nvPr/>
              </p:nvSpPr>
              <p:spPr>
                <a:xfrm>
                  <a:off x="4818237" y="4721806"/>
                  <a:ext cx="36600" cy="36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42875" algn="bl" rotWithShape="0">
                    <a:schemeClr val="accent1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4" name="Google Shape;2134;p34"/>
          <p:cNvGrpSpPr/>
          <p:nvPr/>
        </p:nvGrpSpPr>
        <p:grpSpPr>
          <a:xfrm rot="5400000" flipH="1">
            <a:off x="-398023" y="740259"/>
            <a:ext cx="5264529" cy="7731153"/>
            <a:chOff x="-825491" y="-400170"/>
            <a:chExt cx="4053691" cy="5943840"/>
          </a:xfrm>
        </p:grpSpPr>
        <p:grpSp>
          <p:nvGrpSpPr>
            <p:cNvPr id="2135" name="Google Shape;2135;p34"/>
            <p:cNvGrpSpPr/>
            <p:nvPr/>
          </p:nvGrpSpPr>
          <p:grpSpPr>
            <a:xfrm>
              <a:off x="-825491" y="-400170"/>
              <a:ext cx="4053691" cy="5935411"/>
              <a:chOff x="-825491" y="-400170"/>
              <a:chExt cx="4053691" cy="5935411"/>
            </a:xfrm>
          </p:grpSpPr>
          <p:grpSp>
            <p:nvGrpSpPr>
              <p:cNvPr id="2136" name="Google Shape;2136;p34"/>
              <p:cNvGrpSpPr/>
              <p:nvPr/>
            </p:nvGrpSpPr>
            <p:grpSpPr>
              <a:xfrm rot="-5400000">
                <a:off x="-1767469" y="541807"/>
                <a:ext cx="5935411" cy="4051456"/>
                <a:chOff x="543200" y="628450"/>
                <a:chExt cx="6513125" cy="4440925"/>
              </a:xfrm>
            </p:grpSpPr>
            <p:sp>
              <p:nvSpPr>
                <p:cNvPr id="2137" name="Google Shape;2137;p34"/>
                <p:cNvSpPr/>
                <p:nvPr/>
              </p:nvSpPr>
              <p:spPr>
                <a:xfrm>
                  <a:off x="562350" y="854300"/>
                  <a:ext cx="6301150" cy="415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046" h="166120" fill="none" extrusionOk="0">
                      <a:moveTo>
                        <a:pt x="21158" y="140049"/>
                      </a:moveTo>
                      <a:lnTo>
                        <a:pt x="8189" y="122325"/>
                      </a:lnTo>
                      <a:lnTo>
                        <a:pt x="32543" y="124649"/>
                      </a:lnTo>
                      <a:lnTo>
                        <a:pt x="9932" y="107612"/>
                      </a:lnTo>
                      <a:lnTo>
                        <a:pt x="39939" y="105789"/>
                      </a:lnTo>
                      <a:lnTo>
                        <a:pt x="38354" y="117306"/>
                      </a:lnTo>
                      <a:lnTo>
                        <a:pt x="24883" y="98076"/>
                      </a:lnTo>
                      <a:lnTo>
                        <a:pt x="53621" y="88779"/>
                      </a:lnTo>
                      <a:lnTo>
                        <a:pt x="8638" y="77368"/>
                      </a:lnTo>
                      <a:lnTo>
                        <a:pt x="46859" y="77368"/>
                      </a:lnTo>
                      <a:lnTo>
                        <a:pt x="39939" y="105763"/>
                      </a:lnTo>
                      <a:lnTo>
                        <a:pt x="60463" y="119736"/>
                      </a:lnTo>
                      <a:lnTo>
                        <a:pt x="52591" y="140656"/>
                      </a:lnTo>
                      <a:lnTo>
                        <a:pt x="39965" y="154524"/>
                      </a:lnTo>
                      <a:lnTo>
                        <a:pt x="65402" y="156056"/>
                      </a:lnTo>
                      <a:lnTo>
                        <a:pt x="95383" y="155237"/>
                      </a:lnTo>
                      <a:lnTo>
                        <a:pt x="81198" y="126076"/>
                      </a:lnTo>
                      <a:lnTo>
                        <a:pt x="75255" y="142294"/>
                      </a:lnTo>
                      <a:lnTo>
                        <a:pt x="102699" y="140022"/>
                      </a:lnTo>
                      <a:lnTo>
                        <a:pt x="84156" y="100903"/>
                      </a:lnTo>
                      <a:lnTo>
                        <a:pt x="65402" y="102329"/>
                      </a:lnTo>
                      <a:lnTo>
                        <a:pt x="91711" y="74964"/>
                      </a:lnTo>
                      <a:lnTo>
                        <a:pt x="111733" y="108986"/>
                      </a:lnTo>
                      <a:lnTo>
                        <a:pt x="114348" y="88594"/>
                      </a:lnTo>
                      <a:lnTo>
                        <a:pt x="131702" y="74990"/>
                      </a:lnTo>
                      <a:lnTo>
                        <a:pt x="143272" y="87537"/>
                      </a:lnTo>
                      <a:lnTo>
                        <a:pt x="122880" y="125283"/>
                      </a:lnTo>
                      <a:lnTo>
                        <a:pt x="127608" y="100269"/>
                      </a:lnTo>
                      <a:lnTo>
                        <a:pt x="121427" y="66723"/>
                      </a:lnTo>
                      <a:lnTo>
                        <a:pt x="156875" y="60964"/>
                      </a:lnTo>
                      <a:lnTo>
                        <a:pt x="148079" y="70421"/>
                      </a:lnTo>
                      <a:lnTo>
                        <a:pt x="182840" y="64927"/>
                      </a:lnTo>
                      <a:lnTo>
                        <a:pt x="197738" y="64398"/>
                      </a:lnTo>
                      <a:lnTo>
                        <a:pt x="168128" y="44324"/>
                      </a:lnTo>
                      <a:lnTo>
                        <a:pt x="171165" y="30773"/>
                      </a:lnTo>
                      <a:lnTo>
                        <a:pt x="201991" y="17275"/>
                      </a:lnTo>
                      <a:lnTo>
                        <a:pt x="191927" y="33943"/>
                      </a:lnTo>
                      <a:lnTo>
                        <a:pt x="173120" y="11808"/>
                      </a:lnTo>
                      <a:lnTo>
                        <a:pt x="189444" y="1400"/>
                      </a:lnTo>
                      <a:lnTo>
                        <a:pt x="209915" y="7898"/>
                      </a:lnTo>
                      <a:lnTo>
                        <a:pt x="210470" y="27"/>
                      </a:lnTo>
                      <a:lnTo>
                        <a:pt x="230809" y="12679"/>
                      </a:lnTo>
                      <a:lnTo>
                        <a:pt x="218209" y="22294"/>
                      </a:lnTo>
                      <a:lnTo>
                        <a:pt x="229620" y="26679"/>
                      </a:lnTo>
                      <a:lnTo>
                        <a:pt x="251333" y="5547"/>
                      </a:lnTo>
                      <a:lnTo>
                        <a:pt x="229620" y="634"/>
                      </a:lnTo>
                      <a:lnTo>
                        <a:pt x="218183" y="22294"/>
                      </a:lnTo>
                      <a:lnTo>
                        <a:pt x="205240" y="44007"/>
                      </a:lnTo>
                      <a:lnTo>
                        <a:pt x="220032" y="47969"/>
                      </a:lnTo>
                      <a:lnTo>
                        <a:pt x="217417" y="57108"/>
                      </a:lnTo>
                      <a:lnTo>
                        <a:pt x="237307" y="54889"/>
                      </a:lnTo>
                      <a:lnTo>
                        <a:pt x="229620" y="26679"/>
                      </a:lnTo>
                      <a:lnTo>
                        <a:pt x="223650" y="36795"/>
                      </a:lnTo>
                      <a:lnTo>
                        <a:pt x="228801" y="71768"/>
                      </a:lnTo>
                      <a:lnTo>
                        <a:pt x="249668" y="74409"/>
                      </a:lnTo>
                      <a:lnTo>
                        <a:pt x="252046" y="59327"/>
                      </a:lnTo>
                      <a:lnTo>
                        <a:pt x="228801" y="71741"/>
                      </a:lnTo>
                      <a:lnTo>
                        <a:pt x="217417" y="57134"/>
                      </a:lnTo>
                      <a:lnTo>
                        <a:pt x="201991" y="17275"/>
                      </a:lnTo>
                      <a:lnTo>
                        <a:pt x="166648" y="687"/>
                      </a:lnTo>
                      <a:lnTo>
                        <a:pt x="189444" y="1400"/>
                      </a:lnTo>
                      <a:lnTo>
                        <a:pt x="210470" y="0"/>
                      </a:lnTo>
                      <a:lnTo>
                        <a:pt x="229620" y="634"/>
                      </a:lnTo>
                      <a:lnTo>
                        <a:pt x="230782" y="12679"/>
                      </a:lnTo>
                      <a:lnTo>
                        <a:pt x="251306" y="5547"/>
                      </a:lnTo>
                      <a:lnTo>
                        <a:pt x="247318" y="19124"/>
                      </a:lnTo>
                      <a:lnTo>
                        <a:pt x="229620" y="26679"/>
                      </a:lnTo>
                      <a:lnTo>
                        <a:pt x="242986" y="44297"/>
                      </a:lnTo>
                      <a:lnTo>
                        <a:pt x="237307" y="54889"/>
                      </a:lnTo>
                      <a:lnTo>
                        <a:pt x="223624" y="36795"/>
                      </a:lnTo>
                      <a:lnTo>
                        <a:pt x="220032" y="47995"/>
                      </a:lnTo>
                      <a:lnTo>
                        <a:pt x="218183" y="22294"/>
                      </a:lnTo>
                      <a:lnTo>
                        <a:pt x="209915" y="7898"/>
                      </a:lnTo>
                      <a:lnTo>
                        <a:pt x="201991" y="17275"/>
                      </a:lnTo>
                      <a:cubicBezTo>
                        <a:pt x="201991" y="17275"/>
                        <a:pt x="172671" y="11808"/>
                        <a:pt x="173120" y="11808"/>
                      </a:cubicBezTo>
                      <a:cubicBezTo>
                        <a:pt x="173595" y="11808"/>
                        <a:pt x="171139" y="30773"/>
                        <a:pt x="171139" y="30773"/>
                      </a:cubicBezTo>
                      <a:lnTo>
                        <a:pt x="191927" y="33943"/>
                      </a:lnTo>
                      <a:lnTo>
                        <a:pt x="197712" y="64398"/>
                      </a:lnTo>
                      <a:lnTo>
                        <a:pt x="205240" y="44007"/>
                      </a:lnTo>
                      <a:lnTo>
                        <a:pt x="168128" y="44297"/>
                      </a:lnTo>
                      <a:lnTo>
                        <a:pt x="156875" y="60964"/>
                      </a:lnTo>
                      <a:lnTo>
                        <a:pt x="182840" y="64900"/>
                      </a:lnTo>
                      <a:lnTo>
                        <a:pt x="143272" y="87537"/>
                      </a:lnTo>
                      <a:lnTo>
                        <a:pt x="148079" y="70421"/>
                      </a:lnTo>
                      <a:lnTo>
                        <a:pt x="131729" y="74990"/>
                      </a:lnTo>
                      <a:lnTo>
                        <a:pt x="127608" y="100295"/>
                      </a:lnTo>
                      <a:lnTo>
                        <a:pt x="114348" y="88620"/>
                      </a:lnTo>
                      <a:lnTo>
                        <a:pt x="91711" y="74964"/>
                      </a:lnTo>
                      <a:lnTo>
                        <a:pt x="46859" y="77368"/>
                      </a:lnTo>
                      <a:lnTo>
                        <a:pt x="53621" y="88779"/>
                      </a:lnTo>
                      <a:lnTo>
                        <a:pt x="65402" y="102329"/>
                      </a:lnTo>
                      <a:lnTo>
                        <a:pt x="39939" y="105789"/>
                      </a:lnTo>
                      <a:lnTo>
                        <a:pt x="24883" y="98076"/>
                      </a:lnTo>
                      <a:lnTo>
                        <a:pt x="9932" y="107612"/>
                      </a:lnTo>
                      <a:lnTo>
                        <a:pt x="38328" y="117306"/>
                      </a:lnTo>
                      <a:lnTo>
                        <a:pt x="32516" y="124649"/>
                      </a:lnTo>
                      <a:lnTo>
                        <a:pt x="60436" y="119763"/>
                      </a:lnTo>
                      <a:lnTo>
                        <a:pt x="84130" y="100903"/>
                      </a:lnTo>
                      <a:lnTo>
                        <a:pt x="111707" y="108986"/>
                      </a:lnTo>
                      <a:lnTo>
                        <a:pt x="122853" y="125283"/>
                      </a:lnTo>
                      <a:lnTo>
                        <a:pt x="81172" y="126076"/>
                      </a:lnTo>
                      <a:lnTo>
                        <a:pt x="102699" y="140049"/>
                      </a:lnTo>
                      <a:lnTo>
                        <a:pt x="95383" y="155263"/>
                      </a:lnTo>
                      <a:lnTo>
                        <a:pt x="75255" y="142294"/>
                      </a:lnTo>
                      <a:lnTo>
                        <a:pt x="65402" y="156082"/>
                      </a:lnTo>
                      <a:lnTo>
                        <a:pt x="52591" y="140683"/>
                      </a:lnTo>
                      <a:lnTo>
                        <a:pt x="38354" y="137856"/>
                      </a:lnTo>
                      <a:lnTo>
                        <a:pt x="39965" y="154524"/>
                      </a:lnTo>
                      <a:lnTo>
                        <a:pt x="14211" y="157561"/>
                      </a:lnTo>
                      <a:lnTo>
                        <a:pt x="21158" y="140049"/>
                      </a:lnTo>
                      <a:lnTo>
                        <a:pt x="0" y="145939"/>
                      </a:lnTo>
                      <a:lnTo>
                        <a:pt x="14211" y="157561"/>
                      </a:lnTo>
                      <a:lnTo>
                        <a:pt x="9985" y="164614"/>
                      </a:lnTo>
                      <a:lnTo>
                        <a:pt x="35079" y="166119"/>
                      </a:lnTo>
                      <a:lnTo>
                        <a:pt x="39965" y="15452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8" name="Google Shape;2138;p34"/>
                <p:cNvSpPr/>
                <p:nvPr/>
              </p:nvSpPr>
              <p:spPr>
                <a:xfrm>
                  <a:off x="1439300" y="4756350"/>
                  <a:ext cx="758125" cy="31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25" h="12521" fill="none" extrusionOk="0">
                      <a:moveTo>
                        <a:pt x="1" y="10037"/>
                      </a:moveTo>
                      <a:lnTo>
                        <a:pt x="30324" y="0"/>
                      </a:lnTo>
                      <a:lnTo>
                        <a:pt x="18887" y="1252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9" name="Google Shape;2139;p34"/>
                <p:cNvSpPr/>
                <p:nvPr/>
              </p:nvSpPr>
              <p:spPr>
                <a:xfrm>
                  <a:off x="2443700" y="4411625"/>
                  <a:ext cx="503225" cy="57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9" h="22823" fill="none" extrusionOk="0">
                      <a:moveTo>
                        <a:pt x="1" y="1"/>
                      </a:moveTo>
                      <a:lnTo>
                        <a:pt x="5284" y="22823"/>
                      </a:lnTo>
                      <a:lnTo>
                        <a:pt x="20129" y="1297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0" name="Google Shape;2140;p34"/>
                <p:cNvSpPr/>
                <p:nvPr/>
              </p:nvSpPr>
              <p:spPr>
                <a:xfrm>
                  <a:off x="1091300" y="3412525"/>
                  <a:ext cx="1352425" cy="999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97" h="39965" fill="none" extrusionOk="0">
                      <a:moveTo>
                        <a:pt x="0" y="37720"/>
                      </a:moveTo>
                      <a:lnTo>
                        <a:pt x="17196" y="35501"/>
                      </a:lnTo>
                      <a:lnTo>
                        <a:pt x="11385" y="22320"/>
                      </a:lnTo>
                      <a:lnTo>
                        <a:pt x="44244" y="0"/>
                      </a:lnTo>
                      <a:lnTo>
                        <a:pt x="39305" y="17434"/>
                      </a:lnTo>
                      <a:lnTo>
                        <a:pt x="54097" y="39965"/>
                      </a:lnTo>
                      <a:lnTo>
                        <a:pt x="31433" y="38327"/>
                      </a:lnTo>
                      <a:lnTo>
                        <a:pt x="17196" y="1497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1" name="Google Shape;2141;p34"/>
                <p:cNvSpPr/>
                <p:nvPr/>
              </p:nvSpPr>
              <p:spPr>
                <a:xfrm>
                  <a:off x="1877125" y="3042725"/>
                  <a:ext cx="2267025" cy="132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681" h="53120" fill="none" extrusionOk="0">
                      <a:moveTo>
                        <a:pt x="0" y="53119"/>
                      </a:moveTo>
                      <a:lnTo>
                        <a:pt x="28607" y="38539"/>
                      </a:lnTo>
                      <a:lnTo>
                        <a:pt x="31565" y="13366"/>
                      </a:lnTo>
                      <a:lnTo>
                        <a:pt x="70262" y="37746"/>
                      </a:lnTo>
                      <a:lnTo>
                        <a:pt x="50108" y="52512"/>
                      </a:lnTo>
                      <a:lnTo>
                        <a:pt x="59142" y="21449"/>
                      </a:lnTo>
                      <a:lnTo>
                        <a:pt x="75017" y="12732"/>
                      </a:lnTo>
                      <a:lnTo>
                        <a:pt x="90681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2" name="Google Shape;2142;p34"/>
                <p:cNvSpPr/>
                <p:nvPr/>
              </p:nvSpPr>
              <p:spPr>
                <a:xfrm>
                  <a:off x="543200" y="2788475"/>
                  <a:ext cx="641225" cy="171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49" h="68573" fill="none" extrusionOk="0">
                      <a:moveTo>
                        <a:pt x="25649" y="20709"/>
                      </a:moveTo>
                      <a:lnTo>
                        <a:pt x="9404" y="1"/>
                      </a:lnTo>
                      <a:lnTo>
                        <a:pt x="0" y="8057"/>
                      </a:lnTo>
                      <a:lnTo>
                        <a:pt x="10698" y="30245"/>
                      </a:lnTo>
                      <a:lnTo>
                        <a:pt x="8955" y="44958"/>
                      </a:lnTo>
                      <a:lnTo>
                        <a:pt x="766" y="6857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3" name="Google Shape;2143;p34"/>
                <p:cNvSpPr/>
                <p:nvPr/>
              </p:nvSpPr>
              <p:spPr>
                <a:xfrm>
                  <a:off x="1902875" y="2522350"/>
                  <a:ext cx="1694500" cy="854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780" h="34181" fill="none" extrusionOk="0">
                      <a:moveTo>
                        <a:pt x="30535" y="34181"/>
                      </a:moveTo>
                      <a:lnTo>
                        <a:pt x="67780" y="1"/>
                      </a:lnTo>
                      <a:lnTo>
                        <a:pt x="38090" y="8242"/>
                      </a:lnTo>
                      <a:lnTo>
                        <a:pt x="0" y="2205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4" name="Google Shape;2144;p34"/>
                <p:cNvSpPr/>
                <p:nvPr/>
              </p:nvSpPr>
              <p:spPr>
                <a:xfrm>
                  <a:off x="4484225" y="871475"/>
                  <a:ext cx="1532700" cy="1506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308" h="60278" fill="none" extrusionOk="0">
                      <a:moveTo>
                        <a:pt x="14290" y="30086"/>
                      </a:moveTo>
                      <a:lnTo>
                        <a:pt x="9773" y="0"/>
                      </a:lnTo>
                      <a:lnTo>
                        <a:pt x="0" y="60277"/>
                      </a:lnTo>
                      <a:lnTo>
                        <a:pt x="48365" y="43320"/>
                      </a:lnTo>
                      <a:lnTo>
                        <a:pt x="35078" y="33256"/>
                      </a:lnTo>
                      <a:lnTo>
                        <a:pt x="61308" y="21607"/>
                      </a:lnTo>
                      <a:lnTo>
                        <a:pt x="45116" y="16588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5" name="Google Shape;2145;p34"/>
                <p:cNvSpPr/>
                <p:nvPr/>
              </p:nvSpPr>
              <p:spPr>
                <a:xfrm>
                  <a:off x="5505775" y="1842850"/>
                  <a:ext cx="1444900" cy="80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6" h="32226" fill="none" extrusionOk="0">
                      <a:moveTo>
                        <a:pt x="57795" y="1"/>
                      </a:moveTo>
                      <a:lnTo>
                        <a:pt x="45275" y="4755"/>
                      </a:lnTo>
                      <a:lnTo>
                        <a:pt x="54309" y="19811"/>
                      </a:lnTo>
                      <a:lnTo>
                        <a:pt x="39570" y="15347"/>
                      </a:lnTo>
                      <a:lnTo>
                        <a:pt x="31091" y="32226"/>
                      </a:lnTo>
                      <a:lnTo>
                        <a:pt x="1" y="24856"/>
                      </a:lnTo>
                      <a:lnTo>
                        <a:pt x="19680" y="17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6" name="Google Shape;2146;p34"/>
                <p:cNvSpPr/>
                <p:nvPr/>
              </p:nvSpPr>
              <p:spPr>
                <a:xfrm>
                  <a:off x="6745275" y="1311275"/>
                  <a:ext cx="205400" cy="27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6" h="11147" fill="none" extrusionOk="0">
                      <a:moveTo>
                        <a:pt x="8215" y="11147"/>
                      </a:moveTo>
                      <a:lnTo>
                        <a:pt x="1" y="845"/>
                      </a:lnTo>
                      <a:lnTo>
                        <a:pt x="7819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7" name="Google Shape;2147;p34"/>
                <p:cNvSpPr/>
                <p:nvPr/>
              </p:nvSpPr>
              <p:spPr>
                <a:xfrm>
                  <a:off x="6302850" y="1521250"/>
                  <a:ext cx="633950" cy="22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8" h="9088" fill="none" extrusionOk="0">
                      <a:moveTo>
                        <a:pt x="0" y="1"/>
                      </a:moveTo>
                      <a:lnTo>
                        <a:pt x="25358" y="908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8" name="Google Shape;2148;p34"/>
                <p:cNvSpPr/>
                <p:nvPr/>
              </p:nvSpPr>
              <p:spPr>
                <a:xfrm>
                  <a:off x="6845000" y="674025"/>
                  <a:ext cx="211325" cy="31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53" h="12759" fill="none" extrusionOk="0">
                      <a:moveTo>
                        <a:pt x="766" y="0"/>
                      </a:moveTo>
                      <a:lnTo>
                        <a:pt x="0" y="12758"/>
                      </a:lnTo>
                      <a:lnTo>
                        <a:pt x="8453" y="383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9" name="Google Shape;2149;p34"/>
                <p:cNvSpPr/>
                <p:nvPr/>
              </p:nvSpPr>
              <p:spPr>
                <a:xfrm>
                  <a:off x="6302850" y="646275"/>
                  <a:ext cx="387650" cy="22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06" h="8956" fill="none" extrusionOk="0">
                      <a:moveTo>
                        <a:pt x="0" y="8955"/>
                      </a:moveTo>
                      <a:lnTo>
                        <a:pt x="15505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0" name="Google Shape;2150;p34"/>
                <p:cNvSpPr/>
                <p:nvPr/>
              </p:nvSpPr>
              <p:spPr>
                <a:xfrm>
                  <a:off x="5755400" y="639025"/>
                  <a:ext cx="350675" cy="21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7" h="8638" fill="none" extrusionOk="0">
                      <a:moveTo>
                        <a:pt x="14027" y="0"/>
                      </a:moveTo>
                      <a:lnTo>
                        <a:pt x="2748" y="8638"/>
                      </a:lnTo>
                      <a:lnTo>
                        <a:pt x="1" y="29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1" name="Google Shape;2151;p34"/>
                <p:cNvSpPr/>
                <p:nvPr/>
              </p:nvSpPr>
              <p:spPr>
                <a:xfrm>
                  <a:off x="5278625" y="628450"/>
                  <a:ext cx="274725" cy="26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89" h="10461" fill="none" extrusionOk="0">
                      <a:moveTo>
                        <a:pt x="10989" y="714"/>
                      </a:moveTo>
                      <a:lnTo>
                        <a:pt x="793" y="10461"/>
                      </a:lnTo>
                      <a:lnTo>
                        <a:pt x="0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2" name="Google Shape;2152;p34"/>
                <p:cNvSpPr/>
                <p:nvPr/>
              </p:nvSpPr>
              <p:spPr>
                <a:xfrm>
                  <a:off x="4728550" y="639025"/>
                  <a:ext cx="464900" cy="23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96" h="9299" fill="none" extrusionOk="0">
                      <a:moveTo>
                        <a:pt x="0" y="9298"/>
                      </a:moveTo>
                      <a:lnTo>
                        <a:pt x="18596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153" name="Google Shape;2153;p34"/>
              <p:cNvSpPr/>
              <p:nvPr/>
            </p:nvSpPr>
            <p:spPr>
              <a:xfrm>
                <a:off x="3147175" y="3684800"/>
                <a:ext cx="81025" cy="1031050"/>
              </a:xfrm>
              <a:custGeom>
                <a:avLst/>
                <a:gdLst/>
                <a:ahLst/>
                <a:cxnLst/>
                <a:rect l="l" t="t" r="r" b="b"/>
                <a:pathLst>
                  <a:path w="3241" h="41242" extrusionOk="0">
                    <a:moveTo>
                      <a:pt x="0" y="0"/>
                    </a:moveTo>
                    <a:lnTo>
                      <a:pt x="3241" y="24254"/>
                    </a:lnTo>
                    <a:lnTo>
                      <a:pt x="884" y="41242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</p:grpSp>
        <p:grpSp>
          <p:nvGrpSpPr>
            <p:cNvPr id="2154" name="Google Shape;2154;p34"/>
            <p:cNvGrpSpPr/>
            <p:nvPr/>
          </p:nvGrpSpPr>
          <p:grpSpPr>
            <a:xfrm rot="-5400000">
              <a:off x="-1715265" y="839456"/>
              <a:ext cx="5785570" cy="3622857"/>
              <a:chOff x="533950" y="838450"/>
              <a:chExt cx="6348700" cy="3971125"/>
            </a:xfrm>
          </p:grpSpPr>
          <p:sp>
            <p:nvSpPr>
              <p:cNvPr id="2155" name="Google Shape;2155;p34"/>
              <p:cNvSpPr/>
              <p:nvPr/>
            </p:nvSpPr>
            <p:spPr>
              <a:xfrm>
                <a:off x="5993125" y="1393775"/>
                <a:ext cx="41625" cy="35700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8" extrusionOk="0">
                    <a:moveTo>
                      <a:pt x="994" y="0"/>
                    </a:moveTo>
                    <a:cubicBezTo>
                      <a:pt x="980" y="0"/>
                      <a:pt x="966" y="1"/>
                      <a:pt x="952" y="2"/>
                    </a:cubicBezTo>
                    <a:cubicBezTo>
                      <a:pt x="318" y="2"/>
                      <a:pt x="1" y="768"/>
                      <a:pt x="450" y="1217"/>
                    </a:cubicBezTo>
                    <a:cubicBezTo>
                      <a:pt x="595" y="1362"/>
                      <a:pt x="774" y="1427"/>
                      <a:pt x="949" y="1427"/>
                    </a:cubicBezTo>
                    <a:cubicBezTo>
                      <a:pt x="1315" y="1427"/>
                      <a:pt x="1665" y="1144"/>
                      <a:pt x="1665" y="715"/>
                    </a:cubicBezTo>
                    <a:cubicBezTo>
                      <a:pt x="1665" y="333"/>
                      <a:pt x="1370" y="0"/>
                      <a:pt x="9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Google Shape;2156;p34"/>
              <p:cNvSpPr/>
              <p:nvPr/>
            </p:nvSpPr>
            <p:spPr>
              <a:xfrm>
                <a:off x="6717550" y="1311275"/>
                <a:ext cx="48875" cy="42525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1701" extrusionOk="0">
                    <a:moveTo>
                      <a:pt x="1110" y="0"/>
                    </a:moveTo>
                    <a:cubicBezTo>
                      <a:pt x="370" y="0"/>
                      <a:pt x="0" y="925"/>
                      <a:pt x="529" y="1453"/>
                    </a:cubicBezTo>
                    <a:cubicBezTo>
                      <a:pt x="699" y="1624"/>
                      <a:pt x="909" y="1701"/>
                      <a:pt x="1114" y="1701"/>
                    </a:cubicBezTo>
                    <a:cubicBezTo>
                      <a:pt x="1544" y="1701"/>
                      <a:pt x="1955" y="1364"/>
                      <a:pt x="1955" y="845"/>
                    </a:cubicBezTo>
                    <a:cubicBezTo>
                      <a:pt x="1955" y="396"/>
                      <a:pt x="1585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Google Shape;2157;p34"/>
              <p:cNvSpPr/>
              <p:nvPr/>
            </p:nvSpPr>
            <p:spPr>
              <a:xfrm>
                <a:off x="5272025" y="870150"/>
                <a:ext cx="45575" cy="3900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60" extrusionOk="0">
                    <a:moveTo>
                      <a:pt x="1057" y="0"/>
                    </a:moveTo>
                    <a:cubicBezTo>
                      <a:pt x="344" y="0"/>
                      <a:pt x="0" y="846"/>
                      <a:pt x="502" y="1321"/>
                    </a:cubicBezTo>
                    <a:cubicBezTo>
                      <a:pt x="659" y="1486"/>
                      <a:pt x="855" y="1560"/>
                      <a:pt x="1048" y="1560"/>
                    </a:cubicBezTo>
                    <a:cubicBezTo>
                      <a:pt x="1442" y="1560"/>
                      <a:pt x="1823" y="1254"/>
                      <a:pt x="1823" y="793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Google Shape;2158;p34"/>
              <p:cNvSpPr/>
              <p:nvPr/>
            </p:nvSpPr>
            <p:spPr>
              <a:xfrm>
                <a:off x="4875150" y="1137600"/>
                <a:ext cx="27100" cy="232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928" extrusionOk="0">
                    <a:moveTo>
                      <a:pt x="634" y="0"/>
                    </a:moveTo>
                    <a:cubicBezTo>
                      <a:pt x="212" y="0"/>
                      <a:pt x="0" y="502"/>
                      <a:pt x="291" y="793"/>
                    </a:cubicBezTo>
                    <a:cubicBezTo>
                      <a:pt x="384" y="886"/>
                      <a:pt x="500" y="928"/>
                      <a:pt x="614" y="928"/>
                    </a:cubicBezTo>
                    <a:cubicBezTo>
                      <a:pt x="853" y="928"/>
                      <a:pt x="1083" y="744"/>
                      <a:pt x="1083" y="476"/>
                    </a:cubicBezTo>
                    <a:cubicBezTo>
                      <a:pt x="1083" y="211"/>
                      <a:pt x="872" y="0"/>
                      <a:pt x="6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Google Shape;2159;p34"/>
              <p:cNvSpPr/>
              <p:nvPr/>
            </p:nvSpPr>
            <p:spPr>
              <a:xfrm>
                <a:off x="5337400" y="1685025"/>
                <a:ext cx="4095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1427" extrusionOk="0">
                    <a:moveTo>
                      <a:pt x="925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86" y="1361"/>
                      <a:pt x="759" y="1426"/>
                      <a:pt x="930" y="1426"/>
                    </a:cubicBezTo>
                    <a:cubicBezTo>
                      <a:pt x="1288" y="1426"/>
                      <a:pt x="1638" y="1142"/>
                      <a:pt x="1638" y="714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Google Shape;2160;p34"/>
              <p:cNvSpPr/>
              <p:nvPr/>
            </p:nvSpPr>
            <p:spPr>
              <a:xfrm>
                <a:off x="5670225" y="1937950"/>
                <a:ext cx="4030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1363" extrusionOk="0">
                    <a:moveTo>
                      <a:pt x="925" y="0"/>
                    </a:moveTo>
                    <a:cubicBezTo>
                      <a:pt x="317" y="0"/>
                      <a:pt x="0" y="740"/>
                      <a:pt x="423" y="1162"/>
                    </a:cubicBezTo>
                    <a:cubicBezTo>
                      <a:pt x="569" y="1300"/>
                      <a:pt x="746" y="1362"/>
                      <a:pt x="919" y="1362"/>
                    </a:cubicBezTo>
                    <a:cubicBezTo>
                      <a:pt x="1275" y="1362"/>
                      <a:pt x="1611" y="1097"/>
                      <a:pt x="1611" y="687"/>
                    </a:cubicBezTo>
                    <a:cubicBezTo>
                      <a:pt x="1611" y="291"/>
                      <a:pt x="1294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Google Shape;2161;p34"/>
              <p:cNvSpPr/>
              <p:nvPr/>
            </p:nvSpPr>
            <p:spPr>
              <a:xfrm>
                <a:off x="6135100" y="1760300"/>
                <a:ext cx="31725" cy="2720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8" extrusionOk="0">
                    <a:moveTo>
                      <a:pt x="740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56" y="1038"/>
                      <a:pt x="594" y="1088"/>
                      <a:pt x="729" y="1088"/>
                    </a:cubicBezTo>
                    <a:cubicBezTo>
                      <a:pt x="1006" y="1088"/>
                      <a:pt x="1269" y="875"/>
                      <a:pt x="1269" y="555"/>
                    </a:cubicBezTo>
                    <a:cubicBezTo>
                      <a:pt x="1269" y="239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Google Shape;2162;p34"/>
              <p:cNvSpPr/>
              <p:nvPr/>
            </p:nvSpPr>
            <p:spPr>
              <a:xfrm>
                <a:off x="6473200" y="2210000"/>
                <a:ext cx="38775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330" extrusionOk="0">
                    <a:moveTo>
                      <a:pt x="873" y="1"/>
                    </a:moveTo>
                    <a:cubicBezTo>
                      <a:pt x="291" y="1"/>
                      <a:pt x="1" y="714"/>
                      <a:pt x="424" y="1137"/>
                    </a:cubicBezTo>
                    <a:cubicBezTo>
                      <a:pt x="557" y="1270"/>
                      <a:pt x="720" y="1330"/>
                      <a:pt x="879" y="1330"/>
                    </a:cubicBezTo>
                    <a:cubicBezTo>
                      <a:pt x="1223" y="1330"/>
                      <a:pt x="1551" y="1050"/>
                      <a:pt x="1533" y="635"/>
                    </a:cubicBezTo>
                    <a:cubicBezTo>
                      <a:pt x="1533" y="291"/>
                      <a:pt x="1242" y="1"/>
                      <a:pt x="8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Google Shape;2163;p34"/>
              <p:cNvSpPr/>
              <p:nvPr/>
            </p:nvSpPr>
            <p:spPr>
              <a:xfrm>
                <a:off x="6259250" y="2629325"/>
                <a:ext cx="4362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517" extrusionOk="0">
                    <a:moveTo>
                      <a:pt x="1004" y="1"/>
                    </a:moveTo>
                    <a:cubicBezTo>
                      <a:pt x="318" y="1"/>
                      <a:pt x="1" y="820"/>
                      <a:pt x="476" y="1295"/>
                    </a:cubicBezTo>
                    <a:cubicBezTo>
                      <a:pt x="621" y="1448"/>
                      <a:pt x="804" y="1517"/>
                      <a:pt x="985" y="1517"/>
                    </a:cubicBezTo>
                    <a:cubicBezTo>
                      <a:pt x="1368" y="1517"/>
                      <a:pt x="1744" y="1215"/>
                      <a:pt x="1744" y="767"/>
                    </a:cubicBezTo>
                    <a:cubicBezTo>
                      <a:pt x="1744" y="344"/>
                      <a:pt x="1401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Google Shape;2164;p34"/>
              <p:cNvSpPr/>
              <p:nvPr/>
            </p:nvSpPr>
            <p:spPr>
              <a:xfrm>
                <a:off x="5485975" y="2449725"/>
                <a:ext cx="34375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50" extrusionOk="0">
                    <a:moveTo>
                      <a:pt x="793" y="0"/>
                    </a:moveTo>
                    <a:cubicBezTo>
                      <a:pt x="265" y="0"/>
                      <a:pt x="1" y="608"/>
                      <a:pt x="370" y="978"/>
                    </a:cubicBezTo>
                    <a:cubicBezTo>
                      <a:pt x="489" y="1097"/>
                      <a:pt x="636" y="1150"/>
                      <a:pt x="780" y="1150"/>
                    </a:cubicBezTo>
                    <a:cubicBezTo>
                      <a:pt x="1083" y="1150"/>
                      <a:pt x="1374" y="913"/>
                      <a:pt x="1374" y="555"/>
                    </a:cubicBezTo>
                    <a:cubicBezTo>
                      <a:pt x="1374" y="238"/>
                      <a:pt x="1110" y="0"/>
                      <a:pt x="7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Google Shape;2165;p34"/>
              <p:cNvSpPr/>
              <p:nvPr/>
            </p:nvSpPr>
            <p:spPr>
              <a:xfrm>
                <a:off x="5972650" y="2263500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5" y="0"/>
                    </a:moveTo>
                    <a:cubicBezTo>
                      <a:pt x="344" y="0"/>
                      <a:pt x="1" y="819"/>
                      <a:pt x="476" y="1295"/>
                    </a:cubicBezTo>
                    <a:cubicBezTo>
                      <a:pt x="629" y="1448"/>
                      <a:pt x="818" y="1516"/>
                      <a:pt x="1004" y="1516"/>
                    </a:cubicBezTo>
                    <a:cubicBezTo>
                      <a:pt x="1394" y="1516"/>
                      <a:pt x="1771" y="1214"/>
                      <a:pt x="1771" y="766"/>
                    </a:cubicBezTo>
                    <a:cubicBezTo>
                      <a:pt x="1771" y="344"/>
                      <a:pt x="1427" y="0"/>
                      <a:pt x="10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Google Shape;2166;p34"/>
              <p:cNvSpPr/>
              <p:nvPr/>
            </p:nvSpPr>
            <p:spPr>
              <a:xfrm>
                <a:off x="5106275" y="2456975"/>
                <a:ext cx="46900" cy="401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606" extrusionOk="0">
                    <a:moveTo>
                      <a:pt x="1083" y="1"/>
                    </a:moveTo>
                    <a:cubicBezTo>
                      <a:pt x="370" y="1"/>
                      <a:pt x="0" y="872"/>
                      <a:pt x="502" y="1374"/>
                    </a:cubicBezTo>
                    <a:cubicBezTo>
                      <a:pt x="671" y="1534"/>
                      <a:pt x="871" y="1606"/>
                      <a:pt x="1066" y="1606"/>
                    </a:cubicBezTo>
                    <a:cubicBezTo>
                      <a:pt x="1483" y="1606"/>
                      <a:pt x="1876" y="1279"/>
                      <a:pt x="1876" y="793"/>
                    </a:cubicBezTo>
                    <a:cubicBezTo>
                      <a:pt x="1876" y="371"/>
                      <a:pt x="1532" y="1"/>
                      <a:pt x="10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Google Shape;2167;p34"/>
              <p:cNvSpPr/>
              <p:nvPr/>
            </p:nvSpPr>
            <p:spPr>
              <a:xfrm>
                <a:off x="4461750" y="2361900"/>
                <a:ext cx="3900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1311" extrusionOk="0">
                    <a:moveTo>
                      <a:pt x="899" y="0"/>
                    </a:moveTo>
                    <a:cubicBezTo>
                      <a:pt x="291" y="0"/>
                      <a:pt x="1" y="687"/>
                      <a:pt x="424" y="1110"/>
                    </a:cubicBezTo>
                    <a:cubicBezTo>
                      <a:pt x="562" y="1248"/>
                      <a:pt x="732" y="1310"/>
                      <a:pt x="898" y="1310"/>
                    </a:cubicBezTo>
                    <a:cubicBezTo>
                      <a:pt x="1238" y="1310"/>
                      <a:pt x="1559" y="1051"/>
                      <a:pt x="1559" y="660"/>
                    </a:cubicBezTo>
                    <a:cubicBezTo>
                      <a:pt x="1533" y="291"/>
                      <a:pt x="1242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Google Shape;2168;p34"/>
              <p:cNvSpPr/>
              <p:nvPr/>
            </p:nvSpPr>
            <p:spPr>
              <a:xfrm>
                <a:off x="4739775" y="1942575"/>
                <a:ext cx="45375" cy="38550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1542" extrusionOk="0">
                    <a:moveTo>
                      <a:pt x="1031" y="0"/>
                    </a:moveTo>
                    <a:cubicBezTo>
                      <a:pt x="344" y="0"/>
                      <a:pt x="0" y="819"/>
                      <a:pt x="502" y="1321"/>
                    </a:cubicBezTo>
                    <a:cubicBezTo>
                      <a:pt x="654" y="1473"/>
                      <a:pt x="844" y="1541"/>
                      <a:pt x="1032" y="1541"/>
                    </a:cubicBezTo>
                    <a:cubicBezTo>
                      <a:pt x="1429" y="1541"/>
                      <a:pt x="1814" y="1233"/>
                      <a:pt x="1797" y="766"/>
                    </a:cubicBezTo>
                    <a:cubicBezTo>
                      <a:pt x="1797" y="343"/>
                      <a:pt x="1453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Google Shape;2169;p34"/>
              <p:cNvSpPr/>
              <p:nvPr/>
            </p:nvSpPr>
            <p:spPr>
              <a:xfrm>
                <a:off x="4826275" y="1607775"/>
                <a:ext cx="30400" cy="310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242" extrusionOk="0">
                    <a:moveTo>
                      <a:pt x="608" y="0"/>
                    </a:moveTo>
                    <a:cubicBezTo>
                      <a:pt x="265" y="0"/>
                      <a:pt x="1" y="291"/>
                      <a:pt x="1" y="634"/>
                    </a:cubicBezTo>
                    <a:cubicBezTo>
                      <a:pt x="1" y="951"/>
                      <a:pt x="265" y="1242"/>
                      <a:pt x="608" y="1242"/>
                    </a:cubicBezTo>
                    <a:cubicBezTo>
                      <a:pt x="952" y="1242"/>
                      <a:pt x="1216" y="951"/>
                      <a:pt x="1216" y="634"/>
                    </a:cubicBezTo>
                    <a:cubicBezTo>
                      <a:pt x="1216" y="291"/>
                      <a:pt x="952" y="0"/>
                      <a:pt x="6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Google Shape;2170;p34"/>
              <p:cNvSpPr/>
              <p:nvPr/>
            </p:nvSpPr>
            <p:spPr>
              <a:xfrm>
                <a:off x="3839700" y="2713225"/>
                <a:ext cx="35700" cy="30375"/>
              </a:xfrm>
              <a:custGeom>
                <a:avLst/>
                <a:gdLst/>
                <a:ahLst/>
                <a:cxnLst/>
                <a:rect l="l" t="t" r="r" b="b"/>
                <a:pathLst>
                  <a:path w="1428" h="1215" extrusionOk="0">
                    <a:moveTo>
                      <a:pt x="623" y="0"/>
                    </a:moveTo>
                    <a:cubicBezTo>
                      <a:pt x="304" y="0"/>
                      <a:pt x="1" y="249"/>
                      <a:pt x="1" y="607"/>
                    </a:cubicBezTo>
                    <a:cubicBezTo>
                      <a:pt x="1" y="950"/>
                      <a:pt x="291" y="1215"/>
                      <a:pt x="635" y="1215"/>
                    </a:cubicBezTo>
                    <a:cubicBezTo>
                      <a:pt x="1163" y="1215"/>
                      <a:pt x="1427" y="554"/>
                      <a:pt x="1057" y="184"/>
                    </a:cubicBezTo>
                    <a:cubicBezTo>
                      <a:pt x="929" y="57"/>
                      <a:pt x="774" y="0"/>
                      <a:pt x="6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Google Shape;2171;p34"/>
              <p:cNvSpPr/>
              <p:nvPr/>
            </p:nvSpPr>
            <p:spPr>
              <a:xfrm>
                <a:off x="3579525" y="2509150"/>
                <a:ext cx="317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62" extrusionOk="0">
                    <a:moveTo>
                      <a:pt x="740" y="1"/>
                    </a:moveTo>
                    <a:cubicBezTo>
                      <a:pt x="238" y="1"/>
                      <a:pt x="0" y="555"/>
                      <a:pt x="344" y="899"/>
                    </a:cubicBezTo>
                    <a:cubicBezTo>
                      <a:pt x="456" y="1011"/>
                      <a:pt x="594" y="1061"/>
                      <a:pt x="728" y="1061"/>
                    </a:cubicBezTo>
                    <a:cubicBezTo>
                      <a:pt x="1005" y="1061"/>
                      <a:pt x="1268" y="849"/>
                      <a:pt x="1268" y="529"/>
                    </a:cubicBezTo>
                    <a:cubicBezTo>
                      <a:pt x="1268" y="238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34"/>
              <p:cNvSpPr/>
              <p:nvPr/>
            </p:nvSpPr>
            <p:spPr>
              <a:xfrm>
                <a:off x="2829350" y="2709900"/>
                <a:ext cx="44275" cy="37700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08" extrusionOk="0">
                    <a:moveTo>
                      <a:pt x="1031" y="0"/>
                    </a:moveTo>
                    <a:cubicBezTo>
                      <a:pt x="344" y="0"/>
                      <a:pt x="1" y="793"/>
                      <a:pt x="476" y="1268"/>
                    </a:cubicBezTo>
                    <a:cubicBezTo>
                      <a:pt x="633" y="1433"/>
                      <a:pt x="826" y="1507"/>
                      <a:pt x="1016" y="1507"/>
                    </a:cubicBezTo>
                    <a:cubicBezTo>
                      <a:pt x="1402" y="1507"/>
                      <a:pt x="1771" y="1201"/>
                      <a:pt x="1771" y="740"/>
                    </a:cubicBezTo>
                    <a:cubicBezTo>
                      <a:pt x="1771" y="317"/>
                      <a:pt x="1427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34"/>
              <p:cNvSpPr/>
              <p:nvPr/>
            </p:nvSpPr>
            <p:spPr>
              <a:xfrm>
                <a:off x="2653700" y="3364975"/>
                <a:ext cx="24450" cy="24450"/>
              </a:xfrm>
              <a:custGeom>
                <a:avLst/>
                <a:gdLst/>
                <a:ahLst/>
                <a:cxnLst/>
                <a:rect l="l" t="t" r="r" b="b"/>
                <a:pathLst>
                  <a:path w="978" h="978" extrusionOk="0">
                    <a:moveTo>
                      <a:pt x="502" y="0"/>
                    </a:moveTo>
                    <a:cubicBezTo>
                      <a:pt x="238" y="0"/>
                      <a:pt x="1" y="212"/>
                      <a:pt x="1" y="476"/>
                    </a:cubicBezTo>
                    <a:cubicBezTo>
                      <a:pt x="1" y="766"/>
                      <a:pt x="238" y="978"/>
                      <a:pt x="502" y="978"/>
                    </a:cubicBezTo>
                    <a:cubicBezTo>
                      <a:pt x="767" y="978"/>
                      <a:pt x="978" y="766"/>
                      <a:pt x="978" y="476"/>
                    </a:cubicBezTo>
                    <a:cubicBezTo>
                      <a:pt x="978" y="212"/>
                      <a:pt x="767" y="0"/>
                      <a:pt x="5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34"/>
              <p:cNvSpPr/>
              <p:nvPr/>
            </p:nvSpPr>
            <p:spPr>
              <a:xfrm>
                <a:off x="3407175" y="3055275"/>
                <a:ext cx="27750" cy="2775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110" extrusionOk="0">
                    <a:moveTo>
                      <a:pt x="555" y="0"/>
                    </a:moveTo>
                    <a:cubicBezTo>
                      <a:pt x="238" y="0"/>
                      <a:pt x="0" y="238"/>
                      <a:pt x="0" y="555"/>
                    </a:cubicBezTo>
                    <a:cubicBezTo>
                      <a:pt x="0" y="872"/>
                      <a:pt x="238" y="1109"/>
                      <a:pt x="555" y="1109"/>
                    </a:cubicBezTo>
                    <a:cubicBezTo>
                      <a:pt x="872" y="1109"/>
                      <a:pt x="1110" y="872"/>
                      <a:pt x="1110" y="555"/>
                    </a:cubicBezTo>
                    <a:cubicBezTo>
                      <a:pt x="1110" y="238"/>
                      <a:pt x="872" y="0"/>
                      <a:pt x="5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34"/>
              <p:cNvSpPr/>
              <p:nvPr/>
            </p:nvSpPr>
            <p:spPr>
              <a:xfrm>
                <a:off x="3329250" y="3558450"/>
                <a:ext cx="46250" cy="40175"/>
              </a:xfrm>
              <a:custGeom>
                <a:avLst/>
                <a:gdLst/>
                <a:ahLst/>
                <a:cxnLst/>
                <a:rect l="l" t="t" r="r" b="b"/>
                <a:pathLst>
                  <a:path w="1850" h="1607" extrusionOk="0">
                    <a:moveTo>
                      <a:pt x="1057" y="1"/>
                    </a:moveTo>
                    <a:cubicBezTo>
                      <a:pt x="344" y="1"/>
                      <a:pt x="0" y="872"/>
                      <a:pt x="502" y="1374"/>
                    </a:cubicBezTo>
                    <a:cubicBezTo>
                      <a:pt x="663" y="1535"/>
                      <a:pt x="859" y="1606"/>
                      <a:pt x="1052" y="1606"/>
                    </a:cubicBezTo>
                    <a:cubicBezTo>
                      <a:pt x="1459" y="1606"/>
                      <a:pt x="1849" y="1286"/>
                      <a:pt x="1849" y="820"/>
                    </a:cubicBezTo>
                    <a:cubicBezTo>
                      <a:pt x="1849" y="370"/>
                      <a:pt x="1506" y="1"/>
                      <a:pt x="10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34"/>
              <p:cNvSpPr/>
              <p:nvPr/>
            </p:nvSpPr>
            <p:spPr>
              <a:xfrm>
                <a:off x="3611225" y="3969200"/>
                <a:ext cx="3965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63" extrusionOk="0">
                    <a:moveTo>
                      <a:pt x="898" y="0"/>
                    </a:moveTo>
                    <a:cubicBezTo>
                      <a:pt x="291" y="0"/>
                      <a:pt x="0" y="740"/>
                      <a:pt x="423" y="1163"/>
                    </a:cubicBezTo>
                    <a:cubicBezTo>
                      <a:pt x="561" y="1300"/>
                      <a:pt x="732" y="1362"/>
                      <a:pt x="900" y="1362"/>
                    </a:cubicBezTo>
                    <a:cubicBezTo>
                      <a:pt x="1249" y="1362"/>
                      <a:pt x="1585" y="1097"/>
                      <a:pt x="1585" y="687"/>
                    </a:cubicBezTo>
                    <a:cubicBezTo>
                      <a:pt x="1585" y="317"/>
                      <a:pt x="1268" y="0"/>
                      <a:pt x="8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34"/>
              <p:cNvSpPr/>
              <p:nvPr/>
            </p:nvSpPr>
            <p:spPr>
              <a:xfrm>
                <a:off x="3105375" y="4337025"/>
                <a:ext cx="4362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490" extrusionOk="0">
                    <a:moveTo>
                      <a:pt x="978" y="0"/>
                    </a:moveTo>
                    <a:cubicBezTo>
                      <a:pt x="318" y="0"/>
                      <a:pt x="1" y="792"/>
                      <a:pt x="450" y="1268"/>
                    </a:cubicBezTo>
                    <a:cubicBezTo>
                      <a:pt x="603" y="1421"/>
                      <a:pt x="792" y="1489"/>
                      <a:pt x="977" y="1489"/>
                    </a:cubicBezTo>
                    <a:cubicBezTo>
                      <a:pt x="1368" y="1489"/>
                      <a:pt x="1744" y="1187"/>
                      <a:pt x="1744" y="740"/>
                    </a:cubicBezTo>
                    <a:cubicBezTo>
                      <a:pt x="1744" y="317"/>
                      <a:pt x="1401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34"/>
              <p:cNvSpPr/>
              <p:nvPr/>
            </p:nvSpPr>
            <p:spPr>
              <a:xfrm>
                <a:off x="2169650" y="4735875"/>
                <a:ext cx="48250" cy="409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638" extrusionOk="0">
                    <a:moveTo>
                      <a:pt x="1110" y="0"/>
                    </a:moveTo>
                    <a:cubicBezTo>
                      <a:pt x="371" y="0"/>
                      <a:pt x="1" y="872"/>
                      <a:pt x="529" y="1400"/>
                    </a:cubicBezTo>
                    <a:cubicBezTo>
                      <a:pt x="692" y="1563"/>
                      <a:pt x="897" y="1637"/>
                      <a:pt x="1099" y="1637"/>
                    </a:cubicBezTo>
                    <a:cubicBezTo>
                      <a:pt x="1520" y="1637"/>
                      <a:pt x="1929" y="1318"/>
                      <a:pt x="1929" y="819"/>
                    </a:cubicBezTo>
                    <a:cubicBezTo>
                      <a:pt x="1929" y="370"/>
                      <a:pt x="1559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34"/>
              <p:cNvSpPr/>
              <p:nvPr/>
            </p:nvSpPr>
            <p:spPr>
              <a:xfrm>
                <a:off x="2569825" y="3989675"/>
                <a:ext cx="396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56" extrusionOk="0">
                    <a:moveTo>
                      <a:pt x="899" y="0"/>
                    </a:moveTo>
                    <a:cubicBezTo>
                      <a:pt x="291" y="0"/>
                      <a:pt x="1" y="713"/>
                      <a:pt x="424" y="1162"/>
                    </a:cubicBezTo>
                    <a:cubicBezTo>
                      <a:pt x="557" y="1296"/>
                      <a:pt x="722" y="1356"/>
                      <a:pt x="886" y="1356"/>
                    </a:cubicBezTo>
                    <a:cubicBezTo>
                      <a:pt x="1240" y="1356"/>
                      <a:pt x="1586" y="1076"/>
                      <a:pt x="1586" y="661"/>
                    </a:cubicBezTo>
                    <a:cubicBezTo>
                      <a:pt x="1586" y="291"/>
                      <a:pt x="1269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34"/>
              <p:cNvSpPr/>
              <p:nvPr/>
            </p:nvSpPr>
            <p:spPr>
              <a:xfrm>
                <a:off x="2056075" y="3835350"/>
                <a:ext cx="30400" cy="2557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23" extrusionOk="0">
                    <a:moveTo>
                      <a:pt x="703" y="0"/>
                    </a:moveTo>
                    <a:cubicBezTo>
                      <a:pt x="576" y="0"/>
                      <a:pt x="448" y="47"/>
                      <a:pt x="344" y="151"/>
                    </a:cubicBezTo>
                    <a:cubicBezTo>
                      <a:pt x="1" y="468"/>
                      <a:pt x="238" y="1022"/>
                      <a:pt x="714" y="1022"/>
                    </a:cubicBezTo>
                    <a:cubicBezTo>
                      <a:pt x="978" y="1022"/>
                      <a:pt x="1216" y="785"/>
                      <a:pt x="1216" y="521"/>
                    </a:cubicBezTo>
                    <a:cubicBezTo>
                      <a:pt x="1216" y="200"/>
                      <a:pt x="964" y="0"/>
                      <a:pt x="7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34"/>
              <p:cNvSpPr/>
              <p:nvPr/>
            </p:nvSpPr>
            <p:spPr>
              <a:xfrm>
                <a:off x="2179575" y="3399300"/>
                <a:ext cx="310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62" extrusionOk="0">
                    <a:moveTo>
                      <a:pt x="713" y="1"/>
                    </a:moveTo>
                    <a:cubicBezTo>
                      <a:pt x="238" y="1"/>
                      <a:pt x="0" y="582"/>
                      <a:pt x="343" y="899"/>
                    </a:cubicBezTo>
                    <a:cubicBezTo>
                      <a:pt x="447" y="1011"/>
                      <a:pt x="579" y="1061"/>
                      <a:pt x="710" y="1061"/>
                    </a:cubicBezTo>
                    <a:cubicBezTo>
                      <a:pt x="978" y="1061"/>
                      <a:pt x="1242" y="849"/>
                      <a:pt x="1242" y="529"/>
                    </a:cubicBezTo>
                    <a:cubicBezTo>
                      <a:pt x="1242" y="239"/>
                      <a:pt x="1004" y="1"/>
                      <a:pt x="7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34"/>
              <p:cNvSpPr/>
              <p:nvPr/>
            </p:nvSpPr>
            <p:spPr>
              <a:xfrm>
                <a:off x="1885700" y="3061200"/>
                <a:ext cx="29750" cy="249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998" extrusionOk="0">
                    <a:moveTo>
                      <a:pt x="687" y="1"/>
                    </a:moveTo>
                    <a:cubicBezTo>
                      <a:pt x="238" y="1"/>
                      <a:pt x="1" y="529"/>
                      <a:pt x="318" y="846"/>
                    </a:cubicBezTo>
                    <a:cubicBezTo>
                      <a:pt x="422" y="951"/>
                      <a:pt x="553" y="998"/>
                      <a:pt x="681" y="998"/>
                    </a:cubicBezTo>
                    <a:cubicBezTo>
                      <a:pt x="940" y="998"/>
                      <a:pt x="1189" y="804"/>
                      <a:pt x="1189" y="503"/>
                    </a:cubicBezTo>
                    <a:cubicBezTo>
                      <a:pt x="1189" y="212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34"/>
              <p:cNvSpPr/>
              <p:nvPr/>
            </p:nvSpPr>
            <p:spPr>
              <a:xfrm>
                <a:off x="1716650" y="2775925"/>
                <a:ext cx="2975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1018" extrusionOk="0">
                    <a:moveTo>
                      <a:pt x="687" y="1"/>
                    </a:moveTo>
                    <a:cubicBezTo>
                      <a:pt x="238" y="1"/>
                      <a:pt x="1" y="556"/>
                      <a:pt x="318" y="873"/>
                    </a:cubicBezTo>
                    <a:cubicBezTo>
                      <a:pt x="418" y="973"/>
                      <a:pt x="542" y="1018"/>
                      <a:pt x="665" y="1018"/>
                    </a:cubicBezTo>
                    <a:cubicBezTo>
                      <a:pt x="930" y="1018"/>
                      <a:pt x="1189" y="810"/>
                      <a:pt x="1189" y="503"/>
                    </a:cubicBezTo>
                    <a:cubicBezTo>
                      <a:pt x="1189" y="239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34"/>
              <p:cNvSpPr/>
              <p:nvPr/>
            </p:nvSpPr>
            <p:spPr>
              <a:xfrm>
                <a:off x="1166775" y="3292975"/>
                <a:ext cx="315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1062" extrusionOk="0">
                    <a:moveTo>
                      <a:pt x="675" y="0"/>
                    </a:moveTo>
                    <a:cubicBezTo>
                      <a:pt x="220" y="0"/>
                      <a:pt x="0" y="563"/>
                      <a:pt x="336" y="899"/>
                    </a:cubicBezTo>
                    <a:cubicBezTo>
                      <a:pt x="440" y="1012"/>
                      <a:pt x="574" y="1062"/>
                      <a:pt x="709" y="1062"/>
                    </a:cubicBezTo>
                    <a:cubicBezTo>
                      <a:pt x="985" y="1062"/>
                      <a:pt x="1260" y="849"/>
                      <a:pt x="1260" y="529"/>
                    </a:cubicBezTo>
                    <a:cubicBezTo>
                      <a:pt x="1260" y="239"/>
                      <a:pt x="1023" y="1"/>
                      <a:pt x="706" y="1"/>
                    </a:cubicBezTo>
                    <a:cubicBezTo>
                      <a:pt x="695" y="1"/>
                      <a:pt x="685" y="0"/>
                      <a:pt x="6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34"/>
              <p:cNvSpPr/>
              <p:nvPr/>
            </p:nvSpPr>
            <p:spPr>
              <a:xfrm>
                <a:off x="1496750" y="3769100"/>
                <a:ext cx="42950" cy="36300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52" extrusionOk="0">
                    <a:moveTo>
                      <a:pt x="978" y="1"/>
                    </a:moveTo>
                    <a:cubicBezTo>
                      <a:pt x="318" y="1"/>
                      <a:pt x="1" y="793"/>
                      <a:pt x="450" y="1242"/>
                    </a:cubicBezTo>
                    <a:cubicBezTo>
                      <a:pt x="603" y="1387"/>
                      <a:pt x="788" y="1452"/>
                      <a:pt x="970" y="1452"/>
                    </a:cubicBezTo>
                    <a:cubicBezTo>
                      <a:pt x="1353" y="1452"/>
                      <a:pt x="1718" y="1162"/>
                      <a:pt x="1718" y="714"/>
                    </a:cubicBezTo>
                    <a:cubicBezTo>
                      <a:pt x="1718" y="318"/>
                      <a:pt x="1374" y="1"/>
                      <a:pt x="9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34"/>
              <p:cNvSpPr/>
              <p:nvPr/>
            </p:nvSpPr>
            <p:spPr>
              <a:xfrm>
                <a:off x="1359400" y="3958625"/>
                <a:ext cx="2907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72" extrusionOk="0">
                    <a:moveTo>
                      <a:pt x="661" y="1"/>
                    </a:moveTo>
                    <a:cubicBezTo>
                      <a:pt x="212" y="1"/>
                      <a:pt x="0" y="529"/>
                      <a:pt x="317" y="820"/>
                    </a:cubicBezTo>
                    <a:cubicBezTo>
                      <a:pt x="422" y="924"/>
                      <a:pt x="550" y="971"/>
                      <a:pt x="674" y="971"/>
                    </a:cubicBezTo>
                    <a:cubicBezTo>
                      <a:pt x="926" y="971"/>
                      <a:pt x="1163" y="777"/>
                      <a:pt x="1163" y="476"/>
                    </a:cubicBezTo>
                    <a:cubicBezTo>
                      <a:pt x="1163" y="212"/>
                      <a:pt x="92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34"/>
              <p:cNvSpPr/>
              <p:nvPr/>
            </p:nvSpPr>
            <p:spPr>
              <a:xfrm>
                <a:off x="1068175" y="4338325"/>
                <a:ext cx="40325" cy="34375"/>
              </a:xfrm>
              <a:custGeom>
                <a:avLst/>
                <a:gdLst/>
                <a:ahLst/>
                <a:cxnLst/>
                <a:rect l="l" t="t" r="r" b="b"/>
                <a:pathLst>
                  <a:path w="1613" h="1375" extrusionOk="0">
                    <a:moveTo>
                      <a:pt x="925" y="1"/>
                    </a:moveTo>
                    <a:cubicBezTo>
                      <a:pt x="291" y="1"/>
                      <a:pt x="1" y="740"/>
                      <a:pt x="423" y="1163"/>
                    </a:cubicBezTo>
                    <a:cubicBezTo>
                      <a:pt x="570" y="1310"/>
                      <a:pt x="747" y="1375"/>
                      <a:pt x="920" y="1375"/>
                    </a:cubicBezTo>
                    <a:cubicBezTo>
                      <a:pt x="1276" y="1375"/>
                      <a:pt x="1612" y="1097"/>
                      <a:pt x="1612" y="688"/>
                    </a:cubicBezTo>
                    <a:cubicBezTo>
                      <a:pt x="1612" y="291"/>
                      <a:pt x="1295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34"/>
              <p:cNvSpPr/>
              <p:nvPr/>
            </p:nvSpPr>
            <p:spPr>
              <a:xfrm>
                <a:off x="533950" y="4482300"/>
                <a:ext cx="48900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69" extrusionOk="0">
                    <a:moveTo>
                      <a:pt x="1136" y="0"/>
                    </a:moveTo>
                    <a:cubicBezTo>
                      <a:pt x="370" y="0"/>
                      <a:pt x="1" y="898"/>
                      <a:pt x="529" y="1427"/>
                    </a:cubicBezTo>
                    <a:cubicBezTo>
                      <a:pt x="697" y="1594"/>
                      <a:pt x="901" y="1669"/>
                      <a:pt x="1103" y="1669"/>
                    </a:cubicBezTo>
                    <a:cubicBezTo>
                      <a:pt x="1537" y="1669"/>
                      <a:pt x="1955" y="1324"/>
                      <a:pt x="1955" y="819"/>
                    </a:cubicBezTo>
                    <a:cubicBezTo>
                      <a:pt x="1955" y="370"/>
                      <a:pt x="1585" y="0"/>
                      <a:pt x="11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34"/>
              <p:cNvSpPr/>
              <p:nvPr/>
            </p:nvSpPr>
            <p:spPr>
              <a:xfrm>
                <a:off x="895175" y="4776800"/>
                <a:ext cx="3832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33" h="1311" extrusionOk="0">
                    <a:moveTo>
                      <a:pt x="872" y="1"/>
                    </a:moveTo>
                    <a:cubicBezTo>
                      <a:pt x="291" y="1"/>
                      <a:pt x="0" y="714"/>
                      <a:pt x="396" y="1110"/>
                    </a:cubicBezTo>
                    <a:cubicBezTo>
                      <a:pt x="535" y="1249"/>
                      <a:pt x="705" y="1311"/>
                      <a:pt x="871" y="1311"/>
                    </a:cubicBezTo>
                    <a:cubicBezTo>
                      <a:pt x="1210" y="1311"/>
                      <a:pt x="1532" y="1052"/>
                      <a:pt x="1532" y="661"/>
                    </a:cubicBezTo>
                    <a:cubicBezTo>
                      <a:pt x="1532" y="291"/>
                      <a:pt x="1242" y="1"/>
                      <a:pt x="8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34"/>
              <p:cNvSpPr/>
              <p:nvPr/>
            </p:nvSpPr>
            <p:spPr>
              <a:xfrm>
                <a:off x="1537700" y="4700200"/>
                <a:ext cx="4097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383" extrusionOk="0">
                    <a:moveTo>
                      <a:pt x="925" y="1"/>
                    </a:moveTo>
                    <a:cubicBezTo>
                      <a:pt x="317" y="1"/>
                      <a:pt x="0" y="740"/>
                      <a:pt x="449" y="1190"/>
                    </a:cubicBezTo>
                    <a:cubicBezTo>
                      <a:pt x="583" y="1323"/>
                      <a:pt x="751" y="1383"/>
                      <a:pt x="918" y="1383"/>
                    </a:cubicBezTo>
                    <a:cubicBezTo>
                      <a:pt x="1280" y="1383"/>
                      <a:pt x="1638" y="1103"/>
                      <a:pt x="1638" y="688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34"/>
              <p:cNvSpPr/>
              <p:nvPr/>
            </p:nvSpPr>
            <p:spPr>
              <a:xfrm>
                <a:off x="1861275" y="4358050"/>
                <a:ext cx="3460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1037" extrusionOk="0">
                    <a:moveTo>
                      <a:pt x="708" y="0"/>
                    </a:moveTo>
                    <a:cubicBezTo>
                      <a:pt x="684" y="0"/>
                      <a:pt x="660" y="2"/>
                      <a:pt x="634" y="4"/>
                    </a:cubicBezTo>
                    <a:cubicBezTo>
                      <a:pt x="0" y="57"/>
                      <a:pt x="0" y="982"/>
                      <a:pt x="634" y="1034"/>
                    </a:cubicBezTo>
                    <a:cubicBezTo>
                      <a:pt x="651" y="1036"/>
                      <a:pt x="668" y="1036"/>
                      <a:pt x="684" y="1036"/>
                    </a:cubicBezTo>
                    <a:cubicBezTo>
                      <a:pt x="1376" y="1036"/>
                      <a:pt x="1384" y="0"/>
                      <a:pt x="7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34"/>
              <p:cNvSpPr/>
              <p:nvPr/>
            </p:nvSpPr>
            <p:spPr>
              <a:xfrm>
                <a:off x="2416625" y="439050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1"/>
                      <a:pt x="1" y="661"/>
                    </a:cubicBezTo>
                    <a:cubicBezTo>
                      <a:pt x="1" y="1004"/>
                      <a:pt x="291" y="1321"/>
                      <a:pt x="661" y="1321"/>
                    </a:cubicBezTo>
                    <a:cubicBezTo>
                      <a:pt x="1005" y="1321"/>
                      <a:pt x="1322" y="1004"/>
                      <a:pt x="1322" y="661"/>
                    </a:cubicBezTo>
                    <a:cubicBezTo>
                      <a:pt x="1322" y="291"/>
                      <a:pt x="100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34"/>
              <p:cNvSpPr/>
              <p:nvPr/>
            </p:nvSpPr>
            <p:spPr>
              <a:xfrm>
                <a:off x="2930400" y="4723325"/>
                <a:ext cx="29075" cy="248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92" extrusionOk="0">
                    <a:moveTo>
                      <a:pt x="661" y="0"/>
                    </a:moveTo>
                    <a:cubicBezTo>
                      <a:pt x="238" y="0"/>
                      <a:pt x="0" y="529"/>
                      <a:pt x="317" y="846"/>
                    </a:cubicBezTo>
                    <a:cubicBezTo>
                      <a:pt x="418" y="947"/>
                      <a:pt x="541" y="992"/>
                      <a:pt x="662" y="992"/>
                    </a:cubicBezTo>
                    <a:cubicBezTo>
                      <a:pt x="918" y="992"/>
                      <a:pt x="1162" y="790"/>
                      <a:pt x="1162" y="502"/>
                    </a:cubicBezTo>
                    <a:cubicBezTo>
                      <a:pt x="1162" y="212"/>
                      <a:pt x="951" y="0"/>
                      <a:pt x="6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34"/>
              <p:cNvSpPr/>
              <p:nvPr/>
            </p:nvSpPr>
            <p:spPr>
              <a:xfrm>
                <a:off x="1503350" y="4286825"/>
                <a:ext cx="31725" cy="2717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7" extrusionOk="0">
                    <a:moveTo>
                      <a:pt x="714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47" y="1036"/>
                      <a:pt x="577" y="1087"/>
                      <a:pt x="707" y="1087"/>
                    </a:cubicBezTo>
                    <a:cubicBezTo>
                      <a:pt x="977" y="1087"/>
                      <a:pt x="1242" y="868"/>
                      <a:pt x="1242" y="529"/>
                    </a:cubicBezTo>
                    <a:cubicBezTo>
                      <a:pt x="1269" y="238"/>
                      <a:pt x="1005" y="1"/>
                      <a:pt x="7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34"/>
              <p:cNvSpPr/>
              <p:nvPr/>
            </p:nvSpPr>
            <p:spPr>
              <a:xfrm>
                <a:off x="755175" y="3900525"/>
                <a:ext cx="23125" cy="23125"/>
              </a:xfrm>
              <a:custGeom>
                <a:avLst/>
                <a:gdLst/>
                <a:ahLst/>
                <a:cxnLst/>
                <a:rect l="l" t="t" r="r" b="b"/>
                <a:pathLst>
                  <a:path w="925" h="925" extrusionOk="0">
                    <a:moveTo>
                      <a:pt x="476" y="0"/>
                    </a:moveTo>
                    <a:cubicBezTo>
                      <a:pt x="212" y="0"/>
                      <a:pt x="0" y="212"/>
                      <a:pt x="0" y="476"/>
                    </a:cubicBezTo>
                    <a:cubicBezTo>
                      <a:pt x="0" y="713"/>
                      <a:pt x="212" y="925"/>
                      <a:pt x="476" y="925"/>
                    </a:cubicBezTo>
                    <a:cubicBezTo>
                      <a:pt x="714" y="925"/>
                      <a:pt x="925" y="713"/>
                      <a:pt x="925" y="476"/>
                    </a:cubicBezTo>
                    <a:cubicBezTo>
                      <a:pt x="925" y="212"/>
                      <a:pt x="714" y="0"/>
                      <a:pt x="4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34"/>
              <p:cNvSpPr/>
              <p:nvPr/>
            </p:nvSpPr>
            <p:spPr>
              <a:xfrm>
                <a:off x="1537700" y="3481200"/>
                <a:ext cx="40975" cy="35650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426" extrusionOk="0">
                    <a:moveTo>
                      <a:pt x="925" y="0"/>
                    </a:moveTo>
                    <a:cubicBezTo>
                      <a:pt x="317" y="0"/>
                      <a:pt x="0" y="766"/>
                      <a:pt x="423" y="1215"/>
                    </a:cubicBezTo>
                    <a:cubicBezTo>
                      <a:pt x="568" y="1361"/>
                      <a:pt x="747" y="1426"/>
                      <a:pt x="922" y="1426"/>
                    </a:cubicBezTo>
                    <a:cubicBezTo>
                      <a:pt x="1288" y="1426"/>
                      <a:pt x="1638" y="1142"/>
                      <a:pt x="1638" y="713"/>
                    </a:cubicBezTo>
                    <a:cubicBezTo>
                      <a:pt x="1638" y="317"/>
                      <a:pt x="1321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34"/>
              <p:cNvSpPr/>
              <p:nvPr/>
            </p:nvSpPr>
            <p:spPr>
              <a:xfrm>
                <a:off x="782900" y="3523450"/>
                <a:ext cx="48900" cy="41900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76" extrusionOk="0">
                    <a:moveTo>
                      <a:pt x="1110" y="1"/>
                    </a:moveTo>
                    <a:cubicBezTo>
                      <a:pt x="371" y="1"/>
                      <a:pt x="1" y="899"/>
                      <a:pt x="529" y="1427"/>
                    </a:cubicBezTo>
                    <a:cubicBezTo>
                      <a:pt x="701" y="1599"/>
                      <a:pt x="909" y="1676"/>
                      <a:pt x="1113" y="1676"/>
                    </a:cubicBezTo>
                    <a:cubicBezTo>
                      <a:pt x="1535" y="1676"/>
                      <a:pt x="1938" y="1345"/>
                      <a:pt x="1955" y="846"/>
                    </a:cubicBezTo>
                    <a:cubicBezTo>
                      <a:pt x="1955" y="371"/>
                      <a:pt x="1586" y="1"/>
                      <a:pt x="1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34"/>
              <p:cNvSpPr/>
              <p:nvPr/>
            </p:nvSpPr>
            <p:spPr>
              <a:xfrm>
                <a:off x="763275" y="2777225"/>
                <a:ext cx="2692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929" extrusionOk="0">
                    <a:moveTo>
                      <a:pt x="571" y="1"/>
                    </a:moveTo>
                    <a:cubicBezTo>
                      <a:pt x="194" y="1"/>
                      <a:pt x="1" y="485"/>
                      <a:pt x="284" y="794"/>
                    </a:cubicBezTo>
                    <a:cubicBezTo>
                      <a:pt x="377" y="887"/>
                      <a:pt x="491" y="928"/>
                      <a:pt x="603" y="928"/>
                    </a:cubicBezTo>
                    <a:cubicBezTo>
                      <a:pt x="844" y="928"/>
                      <a:pt x="1076" y="739"/>
                      <a:pt x="1076" y="451"/>
                    </a:cubicBezTo>
                    <a:cubicBezTo>
                      <a:pt x="1076" y="187"/>
                      <a:pt x="865" y="2"/>
                      <a:pt x="601" y="2"/>
                    </a:cubicBezTo>
                    <a:cubicBezTo>
                      <a:pt x="591" y="1"/>
                      <a:pt x="581" y="1"/>
                      <a:pt x="5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34"/>
              <p:cNvSpPr/>
              <p:nvPr/>
            </p:nvSpPr>
            <p:spPr>
              <a:xfrm>
                <a:off x="6819900" y="974225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3" y="1"/>
                    </a:moveTo>
                    <a:cubicBezTo>
                      <a:pt x="818" y="1"/>
                      <a:pt x="629" y="69"/>
                      <a:pt x="476" y="222"/>
                    </a:cubicBezTo>
                    <a:cubicBezTo>
                      <a:pt x="0" y="698"/>
                      <a:pt x="344" y="1516"/>
                      <a:pt x="1004" y="1516"/>
                    </a:cubicBezTo>
                    <a:cubicBezTo>
                      <a:pt x="1427" y="1490"/>
                      <a:pt x="1770" y="1173"/>
                      <a:pt x="1770" y="750"/>
                    </a:cubicBezTo>
                    <a:cubicBezTo>
                      <a:pt x="1770" y="303"/>
                      <a:pt x="1394" y="1"/>
                      <a:pt x="10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34"/>
              <p:cNvSpPr/>
              <p:nvPr/>
            </p:nvSpPr>
            <p:spPr>
              <a:xfrm>
                <a:off x="5587000" y="1267675"/>
                <a:ext cx="429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79" extrusionOk="0">
                    <a:moveTo>
                      <a:pt x="1005" y="1"/>
                    </a:moveTo>
                    <a:cubicBezTo>
                      <a:pt x="344" y="1"/>
                      <a:pt x="1" y="793"/>
                      <a:pt x="476" y="1269"/>
                    </a:cubicBezTo>
                    <a:cubicBezTo>
                      <a:pt x="621" y="1413"/>
                      <a:pt x="801" y="1478"/>
                      <a:pt x="978" y="1478"/>
                    </a:cubicBezTo>
                    <a:cubicBezTo>
                      <a:pt x="1353" y="1478"/>
                      <a:pt x="1718" y="1188"/>
                      <a:pt x="1718" y="740"/>
                    </a:cubicBezTo>
                    <a:cubicBezTo>
                      <a:pt x="1718" y="344"/>
                      <a:pt x="1401" y="1"/>
                      <a:pt x="10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34"/>
              <p:cNvSpPr/>
              <p:nvPr/>
            </p:nvSpPr>
            <p:spPr>
              <a:xfrm>
                <a:off x="5804275" y="838450"/>
                <a:ext cx="3897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59" h="1311" extrusionOk="0">
                    <a:moveTo>
                      <a:pt x="898" y="1"/>
                    </a:moveTo>
                    <a:cubicBezTo>
                      <a:pt x="291" y="1"/>
                      <a:pt x="0" y="714"/>
                      <a:pt x="423" y="1110"/>
                    </a:cubicBezTo>
                    <a:cubicBezTo>
                      <a:pt x="562" y="1249"/>
                      <a:pt x="732" y="1311"/>
                      <a:pt x="897" y="1311"/>
                    </a:cubicBezTo>
                    <a:cubicBezTo>
                      <a:pt x="1237" y="1311"/>
                      <a:pt x="1559" y="1051"/>
                      <a:pt x="1559" y="661"/>
                    </a:cubicBezTo>
                    <a:cubicBezTo>
                      <a:pt x="1559" y="291"/>
                      <a:pt x="1242" y="1"/>
                      <a:pt x="8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2202;p34"/>
              <p:cNvSpPr/>
              <p:nvPr/>
            </p:nvSpPr>
            <p:spPr>
              <a:xfrm>
                <a:off x="6315375" y="115475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2"/>
                      <a:pt x="1" y="661"/>
                    </a:cubicBezTo>
                    <a:cubicBezTo>
                      <a:pt x="1" y="1031"/>
                      <a:pt x="291" y="1322"/>
                      <a:pt x="661" y="1322"/>
                    </a:cubicBezTo>
                    <a:cubicBezTo>
                      <a:pt x="1031" y="1322"/>
                      <a:pt x="1322" y="1031"/>
                      <a:pt x="1322" y="661"/>
                    </a:cubicBezTo>
                    <a:cubicBezTo>
                      <a:pt x="1322" y="292"/>
                      <a:pt x="1031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34"/>
              <p:cNvSpPr/>
              <p:nvPr/>
            </p:nvSpPr>
            <p:spPr>
              <a:xfrm>
                <a:off x="6045300" y="2040900"/>
                <a:ext cx="3105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47" extrusionOk="0">
                    <a:moveTo>
                      <a:pt x="758" y="1"/>
                    </a:moveTo>
                    <a:cubicBezTo>
                      <a:pt x="743" y="1"/>
                      <a:pt x="728" y="1"/>
                      <a:pt x="714" y="3"/>
                    </a:cubicBezTo>
                    <a:cubicBezTo>
                      <a:pt x="238" y="3"/>
                      <a:pt x="0" y="558"/>
                      <a:pt x="344" y="901"/>
                    </a:cubicBezTo>
                    <a:cubicBezTo>
                      <a:pt x="453" y="1001"/>
                      <a:pt x="583" y="1046"/>
                      <a:pt x="709" y="1046"/>
                    </a:cubicBezTo>
                    <a:cubicBezTo>
                      <a:pt x="983" y="1046"/>
                      <a:pt x="1242" y="838"/>
                      <a:pt x="1242" y="531"/>
                    </a:cubicBezTo>
                    <a:cubicBezTo>
                      <a:pt x="1242" y="230"/>
                      <a:pt x="1028" y="1"/>
                      <a:pt x="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34"/>
              <p:cNvSpPr/>
              <p:nvPr/>
            </p:nvSpPr>
            <p:spPr>
              <a:xfrm>
                <a:off x="6624425" y="1949175"/>
                <a:ext cx="2577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1004" extrusionOk="0">
                    <a:moveTo>
                      <a:pt x="503" y="0"/>
                    </a:moveTo>
                    <a:cubicBezTo>
                      <a:pt x="239" y="0"/>
                      <a:pt x="1" y="212"/>
                      <a:pt x="1" y="502"/>
                    </a:cubicBezTo>
                    <a:cubicBezTo>
                      <a:pt x="1" y="793"/>
                      <a:pt x="239" y="1004"/>
                      <a:pt x="503" y="1004"/>
                    </a:cubicBezTo>
                    <a:cubicBezTo>
                      <a:pt x="793" y="1004"/>
                      <a:pt x="1031" y="793"/>
                      <a:pt x="1031" y="502"/>
                    </a:cubicBezTo>
                    <a:cubicBezTo>
                      <a:pt x="1031" y="212"/>
                      <a:pt x="793" y="0"/>
                      <a:pt x="5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34"/>
              <p:cNvSpPr/>
              <p:nvPr/>
            </p:nvSpPr>
            <p:spPr>
              <a:xfrm>
                <a:off x="6839050" y="2318975"/>
                <a:ext cx="43600" cy="37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505" extrusionOk="0">
                    <a:moveTo>
                      <a:pt x="978" y="0"/>
                    </a:moveTo>
                    <a:cubicBezTo>
                      <a:pt x="317" y="0"/>
                      <a:pt x="0" y="819"/>
                      <a:pt x="449" y="1295"/>
                    </a:cubicBezTo>
                    <a:cubicBezTo>
                      <a:pt x="602" y="1439"/>
                      <a:pt x="791" y="1504"/>
                      <a:pt x="976" y="1504"/>
                    </a:cubicBezTo>
                    <a:cubicBezTo>
                      <a:pt x="1367" y="1504"/>
                      <a:pt x="1744" y="1214"/>
                      <a:pt x="1744" y="766"/>
                    </a:cubicBezTo>
                    <a:cubicBezTo>
                      <a:pt x="1744" y="344"/>
                      <a:pt x="1400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34"/>
              <p:cNvSpPr/>
              <p:nvPr/>
            </p:nvSpPr>
            <p:spPr>
              <a:xfrm>
                <a:off x="6786875" y="2701975"/>
                <a:ext cx="3040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18" extrusionOk="0">
                    <a:moveTo>
                      <a:pt x="687" y="0"/>
                    </a:moveTo>
                    <a:cubicBezTo>
                      <a:pt x="238" y="0"/>
                      <a:pt x="1" y="555"/>
                      <a:pt x="318" y="872"/>
                    </a:cubicBezTo>
                    <a:cubicBezTo>
                      <a:pt x="426" y="973"/>
                      <a:pt x="554" y="1017"/>
                      <a:pt x="678" y="1017"/>
                    </a:cubicBezTo>
                    <a:cubicBezTo>
                      <a:pt x="945" y="1017"/>
                      <a:pt x="1198" y="809"/>
                      <a:pt x="1216" y="502"/>
                    </a:cubicBezTo>
                    <a:cubicBezTo>
                      <a:pt x="1216" y="212"/>
                      <a:pt x="978" y="0"/>
                      <a:pt x="6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34"/>
              <p:cNvSpPr/>
              <p:nvPr/>
            </p:nvSpPr>
            <p:spPr>
              <a:xfrm>
                <a:off x="6275775" y="1501450"/>
                <a:ext cx="46900" cy="396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586" extrusionOk="0">
                    <a:moveTo>
                      <a:pt x="1083" y="0"/>
                    </a:moveTo>
                    <a:cubicBezTo>
                      <a:pt x="370" y="0"/>
                      <a:pt x="0" y="846"/>
                      <a:pt x="502" y="1348"/>
                    </a:cubicBezTo>
                    <a:cubicBezTo>
                      <a:pt x="666" y="1512"/>
                      <a:pt x="870" y="1585"/>
                      <a:pt x="1069" y="1585"/>
                    </a:cubicBezTo>
                    <a:cubicBezTo>
                      <a:pt x="1481" y="1585"/>
                      <a:pt x="1875" y="1273"/>
                      <a:pt x="1875" y="793"/>
                    </a:cubicBezTo>
                    <a:cubicBezTo>
                      <a:pt x="1875" y="344"/>
                      <a:pt x="1506" y="0"/>
                      <a:pt x="10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34"/>
              <p:cNvSpPr/>
              <p:nvPr/>
            </p:nvSpPr>
            <p:spPr>
              <a:xfrm>
                <a:off x="6277750" y="852975"/>
                <a:ext cx="4360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465" extrusionOk="0">
                    <a:moveTo>
                      <a:pt x="1004" y="1"/>
                    </a:moveTo>
                    <a:cubicBezTo>
                      <a:pt x="344" y="1"/>
                      <a:pt x="0" y="793"/>
                      <a:pt x="476" y="1242"/>
                    </a:cubicBezTo>
                    <a:cubicBezTo>
                      <a:pt x="621" y="1396"/>
                      <a:pt x="806" y="1464"/>
                      <a:pt x="989" y="1464"/>
                    </a:cubicBezTo>
                    <a:cubicBezTo>
                      <a:pt x="1370" y="1464"/>
                      <a:pt x="1744" y="1169"/>
                      <a:pt x="1744" y="740"/>
                    </a:cubicBezTo>
                    <a:cubicBezTo>
                      <a:pt x="1744" y="318"/>
                      <a:pt x="1400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34"/>
              <p:cNvSpPr/>
              <p:nvPr/>
            </p:nvSpPr>
            <p:spPr>
              <a:xfrm>
                <a:off x="5790400" y="1037875"/>
                <a:ext cx="33700" cy="28800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152" extrusionOk="0">
                    <a:moveTo>
                      <a:pt x="793" y="1"/>
                    </a:moveTo>
                    <a:cubicBezTo>
                      <a:pt x="265" y="1"/>
                      <a:pt x="1" y="635"/>
                      <a:pt x="370" y="978"/>
                    </a:cubicBezTo>
                    <a:cubicBezTo>
                      <a:pt x="490" y="1098"/>
                      <a:pt x="635" y="1151"/>
                      <a:pt x="777" y="1151"/>
                    </a:cubicBezTo>
                    <a:cubicBezTo>
                      <a:pt x="1071" y="1151"/>
                      <a:pt x="1348" y="921"/>
                      <a:pt x="1348" y="582"/>
                    </a:cubicBezTo>
                    <a:cubicBezTo>
                      <a:pt x="1348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2210;p34"/>
              <p:cNvSpPr/>
              <p:nvPr/>
            </p:nvSpPr>
            <p:spPr>
              <a:xfrm>
                <a:off x="4704775" y="852975"/>
                <a:ext cx="4162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7" extrusionOk="0">
                    <a:moveTo>
                      <a:pt x="951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95" y="1361"/>
                      <a:pt x="774" y="1426"/>
                      <a:pt x="949" y="1426"/>
                    </a:cubicBezTo>
                    <a:cubicBezTo>
                      <a:pt x="1314" y="1426"/>
                      <a:pt x="1664" y="1142"/>
                      <a:pt x="1664" y="714"/>
                    </a:cubicBezTo>
                    <a:cubicBezTo>
                      <a:pt x="1664" y="318"/>
                      <a:pt x="1348" y="1"/>
                      <a:pt x="9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2211;p34"/>
              <p:cNvSpPr/>
              <p:nvPr/>
            </p:nvSpPr>
            <p:spPr>
              <a:xfrm>
                <a:off x="4248475" y="2602250"/>
                <a:ext cx="28400" cy="23875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955" extrusionOk="0">
                    <a:moveTo>
                      <a:pt x="634" y="1"/>
                    </a:moveTo>
                    <a:cubicBezTo>
                      <a:pt x="211" y="1"/>
                      <a:pt x="0" y="503"/>
                      <a:pt x="317" y="820"/>
                    </a:cubicBezTo>
                    <a:cubicBezTo>
                      <a:pt x="410" y="912"/>
                      <a:pt x="527" y="954"/>
                      <a:pt x="643" y="954"/>
                    </a:cubicBezTo>
                    <a:cubicBezTo>
                      <a:pt x="891" y="954"/>
                      <a:pt x="1136" y="764"/>
                      <a:pt x="1136" y="476"/>
                    </a:cubicBezTo>
                    <a:cubicBezTo>
                      <a:pt x="1110" y="212"/>
                      <a:pt x="898" y="1"/>
                      <a:pt x="6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Google Shape;2212;p34"/>
              <p:cNvSpPr/>
              <p:nvPr/>
            </p:nvSpPr>
            <p:spPr>
              <a:xfrm>
                <a:off x="4117725" y="3023575"/>
                <a:ext cx="45575" cy="3885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54" extrusionOk="0">
                    <a:moveTo>
                      <a:pt x="1057" y="0"/>
                    </a:moveTo>
                    <a:cubicBezTo>
                      <a:pt x="343" y="0"/>
                      <a:pt x="0" y="819"/>
                      <a:pt x="502" y="1321"/>
                    </a:cubicBezTo>
                    <a:cubicBezTo>
                      <a:pt x="654" y="1482"/>
                      <a:pt x="845" y="1553"/>
                      <a:pt x="1033" y="1553"/>
                    </a:cubicBezTo>
                    <a:cubicBezTo>
                      <a:pt x="1432" y="1553"/>
                      <a:pt x="1823" y="1233"/>
                      <a:pt x="1823" y="766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34"/>
              <p:cNvSpPr/>
              <p:nvPr/>
            </p:nvSpPr>
            <p:spPr>
              <a:xfrm>
                <a:off x="3732725" y="3346475"/>
                <a:ext cx="34375" cy="29425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77" extrusionOk="0">
                    <a:moveTo>
                      <a:pt x="793" y="1"/>
                    </a:moveTo>
                    <a:cubicBezTo>
                      <a:pt x="238" y="1"/>
                      <a:pt x="1" y="635"/>
                      <a:pt x="370" y="1004"/>
                    </a:cubicBezTo>
                    <a:cubicBezTo>
                      <a:pt x="489" y="1124"/>
                      <a:pt x="636" y="1177"/>
                      <a:pt x="780" y="1177"/>
                    </a:cubicBezTo>
                    <a:cubicBezTo>
                      <a:pt x="1083" y="1177"/>
                      <a:pt x="1374" y="940"/>
                      <a:pt x="1374" y="582"/>
                    </a:cubicBezTo>
                    <a:cubicBezTo>
                      <a:pt x="1374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Google Shape;2214;p34"/>
              <p:cNvSpPr/>
              <p:nvPr/>
            </p:nvSpPr>
            <p:spPr>
              <a:xfrm>
                <a:off x="5993125" y="1393775"/>
                <a:ext cx="41625" cy="35700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8" extrusionOk="0">
                    <a:moveTo>
                      <a:pt x="994" y="0"/>
                    </a:moveTo>
                    <a:cubicBezTo>
                      <a:pt x="980" y="0"/>
                      <a:pt x="966" y="1"/>
                      <a:pt x="952" y="2"/>
                    </a:cubicBezTo>
                    <a:cubicBezTo>
                      <a:pt x="318" y="2"/>
                      <a:pt x="1" y="768"/>
                      <a:pt x="450" y="1217"/>
                    </a:cubicBezTo>
                    <a:cubicBezTo>
                      <a:pt x="595" y="1362"/>
                      <a:pt x="774" y="1427"/>
                      <a:pt x="949" y="1427"/>
                    </a:cubicBezTo>
                    <a:cubicBezTo>
                      <a:pt x="1315" y="1427"/>
                      <a:pt x="1665" y="1144"/>
                      <a:pt x="1665" y="715"/>
                    </a:cubicBezTo>
                    <a:cubicBezTo>
                      <a:pt x="1665" y="333"/>
                      <a:pt x="1370" y="0"/>
                      <a:pt x="9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Google Shape;2215;p34"/>
              <p:cNvSpPr/>
              <p:nvPr/>
            </p:nvSpPr>
            <p:spPr>
              <a:xfrm>
                <a:off x="6717550" y="1311275"/>
                <a:ext cx="48875" cy="42525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1701" extrusionOk="0">
                    <a:moveTo>
                      <a:pt x="1110" y="0"/>
                    </a:moveTo>
                    <a:cubicBezTo>
                      <a:pt x="370" y="0"/>
                      <a:pt x="0" y="925"/>
                      <a:pt x="529" y="1453"/>
                    </a:cubicBezTo>
                    <a:cubicBezTo>
                      <a:pt x="699" y="1624"/>
                      <a:pt x="909" y="1701"/>
                      <a:pt x="1114" y="1701"/>
                    </a:cubicBezTo>
                    <a:cubicBezTo>
                      <a:pt x="1544" y="1701"/>
                      <a:pt x="1955" y="1364"/>
                      <a:pt x="1955" y="845"/>
                    </a:cubicBezTo>
                    <a:cubicBezTo>
                      <a:pt x="1955" y="396"/>
                      <a:pt x="1585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Google Shape;2216;p34"/>
              <p:cNvSpPr/>
              <p:nvPr/>
            </p:nvSpPr>
            <p:spPr>
              <a:xfrm>
                <a:off x="5272025" y="870150"/>
                <a:ext cx="45575" cy="3900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60" extrusionOk="0">
                    <a:moveTo>
                      <a:pt x="1057" y="0"/>
                    </a:moveTo>
                    <a:cubicBezTo>
                      <a:pt x="344" y="0"/>
                      <a:pt x="0" y="846"/>
                      <a:pt x="502" y="1321"/>
                    </a:cubicBezTo>
                    <a:cubicBezTo>
                      <a:pt x="659" y="1486"/>
                      <a:pt x="855" y="1560"/>
                      <a:pt x="1048" y="1560"/>
                    </a:cubicBezTo>
                    <a:cubicBezTo>
                      <a:pt x="1442" y="1560"/>
                      <a:pt x="1823" y="1254"/>
                      <a:pt x="1823" y="793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Google Shape;2217;p34"/>
              <p:cNvSpPr/>
              <p:nvPr/>
            </p:nvSpPr>
            <p:spPr>
              <a:xfrm>
                <a:off x="4875150" y="1137600"/>
                <a:ext cx="27100" cy="232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928" extrusionOk="0">
                    <a:moveTo>
                      <a:pt x="634" y="0"/>
                    </a:moveTo>
                    <a:cubicBezTo>
                      <a:pt x="212" y="0"/>
                      <a:pt x="0" y="502"/>
                      <a:pt x="291" y="793"/>
                    </a:cubicBezTo>
                    <a:cubicBezTo>
                      <a:pt x="384" y="886"/>
                      <a:pt x="500" y="928"/>
                      <a:pt x="614" y="928"/>
                    </a:cubicBezTo>
                    <a:cubicBezTo>
                      <a:pt x="853" y="928"/>
                      <a:pt x="1083" y="744"/>
                      <a:pt x="1083" y="476"/>
                    </a:cubicBezTo>
                    <a:cubicBezTo>
                      <a:pt x="1083" y="211"/>
                      <a:pt x="872" y="0"/>
                      <a:pt x="6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Google Shape;2218;p34"/>
              <p:cNvSpPr/>
              <p:nvPr/>
            </p:nvSpPr>
            <p:spPr>
              <a:xfrm>
                <a:off x="5337400" y="1685025"/>
                <a:ext cx="4095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1427" extrusionOk="0">
                    <a:moveTo>
                      <a:pt x="925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86" y="1361"/>
                      <a:pt x="759" y="1426"/>
                      <a:pt x="930" y="1426"/>
                    </a:cubicBezTo>
                    <a:cubicBezTo>
                      <a:pt x="1288" y="1426"/>
                      <a:pt x="1638" y="1142"/>
                      <a:pt x="1638" y="714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Google Shape;2219;p34"/>
              <p:cNvSpPr/>
              <p:nvPr/>
            </p:nvSpPr>
            <p:spPr>
              <a:xfrm>
                <a:off x="5670225" y="1937950"/>
                <a:ext cx="4030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1363" extrusionOk="0">
                    <a:moveTo>
                      <a:pt x="925" y="0"/>
                    </a:moveTo>
                    <a:cubicBezTo>
                      <a:pt x="317" y="0"/>
                      <a:pt x="0" y="740"/>
                      <a:pt x="423" y="1162"/>
                    </a:cubicBezTo>
                    <a:cubicBezTo>
                      <a:pt x="569" y="1300"/>
                      <a:pt x="746" y="1362"/>
                      <a:pt x="919" y="1362"/>
                    </a:cubicBezTo>
                    <a:cubicBezTo>
                      <a:pt x="1275" y="1362"/>
                      <a:pt x="1611" y="1097"/>
                      <a:pt x="1611" y="687"/>
                    </a:cubicBezTo>
                    <a:cubicBezTo>
                      <a:pt x="1611" y="291"/>
                      <a:pt x="1294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Google Shape;2220;p34"/>
              <p:cNvSpPr/>
              <p:nvPr/>
            </p:nvSpPr>
            <p:spPr>
              <a:xfrm>
                <a:off x="6135100" y="1760300"/>
                <a:ext cx="31725" cy="2720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8" extrusionOk="0">
                    <a:moveTo>
                      <a:pt x="740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56" y="1038"/>
                      <a:pt x="594" y="1088"/>
                      <a:pt x="729" y="1088"/>
                    </a:cubicBezTo>
                    <a:cubicBezTo>
                      <a:pt x="1006" y="1088"/>
                      <a:pt x="1269" y="875"/>
                      <a:pt x="1269" y="555"/>
                    </a:cubicBezTo>
                    <a:cubicBezTo>
                      <a:pt x="1269" y="239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Google Shape;2221;p34"/>
              <p:cNvSpPr/>
              <p:nvPr/>
            </p:nvSpPr>
            <p:spPr>
              <a:xfrm>
                <a:off x="6473200" y="2210000"/>
                <a:ext cx="38775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330" extrusionOk="0">
                    <a:moveTo>
                      <a:pt x="873" y="1"/>
                    </a:moveTo>
                    <a:cubicBezTo>
                      <a:pt x="291" y="1"/>
                      <a:pt x="1" y="714"/>
                      <a:pt x="424" y="1137"/>
                    </a:cubicBezTo>
                    <a:cubicBezTo>
                      <a:pt x="557" y="1270"/>
                      <a:pt x="720" y="1330"/>
                      <a:pt x="879" y="1330"/>
                    </a:cubicBezTo>
                    <a:cubicBezTo>
                      <a:pt x="1223" y="1330"/>
                      <a:pt x="1551" y="1050"/>
                      <a:pt x="1533" y="635"/>
                    </a:cubicBezTo>
                    <a:cubicBezTo>
                      <a:pt x="1533" y="291"/>
                      <a:pt x="1242" y="1"/>
                      <a:pt x="8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Google Shape;2222;p34"/>
              <p:cNvSpPr/>
              <p:nvPr/>
            </p:nvSpPr>
            <p:spPr>
              <a:xfrm>
                <a:off x="6259250" y="2629325"/>
                <a:ext cx="4362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517" extrusionOk="0">
                    <a:moveTo>
                      <a:pt x="1004" y="1"/>
                    </a:moveTo>
                    <a:cubicBezTo>
                      <a:pt x="318" y="1"/>
                      <a:pt x="1" y="820"/>
                      <a:pt x="476" y="1295"/>
                    </a:cubicBezTo>
                    <a:cubicBezTo>
                      <a:pt x="621" y="1448"/>
                      <a:pt x="804" y="1517"/>
                      <a:pt x="985" y="1517"/>
                    </a:cubicBezTo>
                    <a:cubicBezTo>
                      <a:pt x="1368" y="1517"/>
                      <a:pt x="1744" y="1215"/>
                      <a:pt x="1744" y="767"/>
                    </a:cubicBezTo>
                    <a:cubicBezTo>
                      <a:pt x="1744" y="344"/>
                      <a:pt x="1401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Google Shape;2223;p34"/>
              <p:cNvSpPr/>
              <p:nvPr/>
            </p:nvSpPr>
            <p:spPr>
              <a:xfrm>
                <a:off x="5485975" y="2449725"/>
                <a:ext cx="34375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50" extrusionOk="0">
                    <a:moveTo>
                      <a:pt x="793" y="0"/>
                    </a:moveTo>
                    <a:cubicBezTo>
                      <a:pt x="265" y="0"/>
                      <a:pt x="1" y="608"/>
                      <a:pt x="370" y="978"/>
                    </a:cubicBezTo>
                    <a:cubicBezTo>
                      <a:pt x="489" y="1097"/>
                      <a:pt x="636" y="1150"/>
                      <a:pt x="780" y="1150"/>
                    </a:cubicBezTo>
                    <a:cubicBezTo>
                      <a:pt x="1083" y="1150"/>
                      <a:pt x="1374" y="913"/>
                      <a:pt x="1374" y="555"/>
                    </a:cubicBezTo>
                    <a:cubicBezTo>
                      <a:pt x="1374" y="238"/>
                      <a:pt x="1110" y="0"/>
                      <a:pt x="7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Google Shape;2224;p34"/>
              <p:cNvSpPr/>
              <p:nvPr/>
            </p:nvSpPr>
            <p:spPr>
              <a:xfrm>
                <a:off x="5972650" y="2263500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5" y="0"/>
                    </a:moveTo>
                    <a:cubicBezTo>
                      <a:pt x="344" y="0"/>
                      <a:pt x="1" y="819"/>
                      <a:pt x="476" y="1295"/>
                    </a:cubicBezTo>
                    <a:cubicBezTo>
                      <a:pt x="629" y="1448"/>
                      <a:pt x="818" y="1516"/>
                      <a:pt x="1004" y="1516"/>
                    </a:cubicBezTo>
                    <a:cubicBezTo>
                      <a:pt x="1394" y="1516"/>
                      <a:pt x="1771" y="1214"/>
                      <a:pt x="1771" y="766"/>
                    </a:cubicBezTo>
                    <a:cubicBezTo>
                      <a:pt x="1771" y="344"/>
                      <a:pt x="1427" y="0"/>
                      <a:pt x="10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Google Shape;2225;p34"/>
              <p:cNvSpPr/>
              <p:nvPr/>
            </p:nvSpPr>
            <p:spPr>
              <a:xfrm>
                <a:off x="5106275" y="2456975"/>
                <a:ext cx="46900" cy="401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606" extrusionOk="0">
                    <a:moveTo>
                      <a:pt x="1083" y="1"/>
                    </a:moveTo>
                    <a:cubicBezTo>
                      <a:pt x="370" y="1"/>
                      <a:pt x="0" y="872"/>
                      <a:pt x="502" y="1374"/>
                    </a:cubicBezTo>
                    <a:cubicBezTo>
                      <a:pt x="671" y="1534"/>
                      <a:pt x="871" y="1606"/>
                      <a:pt x="1066" y="1606"/>
                    </a:cubicBezTo>
                    <a:cubicBezTo>
                      <a:pt x="1483" y="1606"/>
                      <a:pt x="1876" y="1279"/>
                      <a:pt x="1876" y="793"/>
                    </a:cubicBezTo>
                    <a:cubicBezTo>
                      <a:pt x="1876" y="371"/>
                      <a:pt x="1532" y="1"/>
                      <a:pt x="10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Google Shape;2226;p34"/>
              <p:cNvSpPr/>
              <p:nvPr/>
            </p:nvSpPr>
            <p:spPr>
              <a:xfrm>
                <a:off x="4461750" y="2361900"/>
                <a:ext cx="3900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1311" extrusionOk="0">
                    <a:moveTo>
                      <a:pt x="899" y="0"/>
                    </a:moveTo>
                    <a:cubicBezTo>
                      <a:pt x="291" y="0"/>
                      <a:pt x="1" y="687"/>
                      <a:pt x="424" y="1110"/>
                    </a:cubicBezTo>
                    <a:cubicBezTo>
                      <a:pt x="562" y="1248"/>
                      <a:pt x="732" y="1310"/>
                      <a:pt x="898" y="1310"/>
                    </a:cubicBezTo>
                    <a:cubicBezTo>
                      <a:pt x="1238" y="1310"/>
                      <a:pt x="1559" y="1051"/>
                      <a:pt x="1559" y="660"/>
                    </a:cubicBezTo>
                    <a:cubicBezTo>
                      <a:pt x="1533" y="291"/>
                      <a:pt x="1242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Google Shape;2227;p34"/>
              <p:cNvSpPr/>
              <p:nvPr/>
            </p:nvSpPr>
            <p:spPr>
              <a:xfrm>
                <a:off x="4739775" y="1942575"/>
                <a:ext cx="45375" cy="38550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1542" extrusionOk="0">
                    <a:moveTo>
                      <a:pt x="1031" y="0"/>
                    </a:moveTo>
                    <a:cubicBezTo>
                      <a:pt x="344" y="0"/>
                      <a:pt x="0" y="819"/>
                      <a:pt x="502" y="1321"/>
                    </a:cubicBezTo>
                    <a:cubicBezTo>
                      <a:pt x="654" y="1473"/>
                      <a:pt x="844" y="1541"/>
                      <a:pt x="1032" y="1541"/>
                    </a:cubicBezTo>
                    <a:cubicBezTo>
                      <a:pt x="1429" y="1541"/>
                      <a:pt x="1814" y="1233"/>
                      <a:pt x="1797" y="766"/>
                    </a:cubicBezTo>
                    <a:cubicBezTo>
                      <a:pt x="1797" y="343"/>
                      <a:pt x="1453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Google Shape;2228;p34"/>
              <p:cNvSpPr/>
              <p:nvPr/>
            </p:nvSpPr>
            <p:spPr>
              <a:xfrm>
                <a:off x="4826275" y="1607775"/>
                <a:ext cx="30400" cy="310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242" extrusionOk="0">
                    <a:moveTo>
                      <a:pt x="608" y="0"/>
                    </a:moveTo>
                    <a:cubicBezTo>
                      <a:pt x="265" y="0"/>
                      <a:pt x="1" y="291"/>
                      <a:pt x="1" y="634"/>
                    </a:cubicBezTo>
                    <a:cubicBezTo>
                      <a:pt x="1" y="951"/>
                      <a:pt x="265" y="1242"/>
                      <a:pt x="608" y="1242"/>
                    </a:cubicBezTo>
                    <a:cubicBezTo>
                      <a:pt x="952" y="1242"/>
                      <a:pt x="1216" y="951"/>
                      <a:pt x="1216" y="634"/>
                    </a:cubicBezTo>
                    <a:cubicBezTo>
                      <a:pt x="1216" y="291"/>
                      <a:pt x="952" y="0"/>
                      <a:pt x="6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Google Shape;2229;p34"/>
              <p:cNvSpPr/>
              <p:nvPr/>
            </p:nvSpPr>
            <p:spPr>
              <a:xfrm>
                <a:off x="3839700" y="2713225"/>
                <a:ext cx="35700" cy="30375"/>
              </a:xfrm>
              <a:custGeom>
                <a:avLst/>
                <a:gdLst/>
                <a:ahLst/>
                <a:cxnLst/>
                <a:rect l="l" t="t" r="r" b="b"/>
                <a:pathLst>
                  <a:path w="1428" h="1215" extrusionOk="0">
                    <a:moveTo>
                      <a:pt x="623" y="0"/>
                    </a:moveTo>
                    <a:cubicBezTo>
                      <a:pt x="304" y="0"/>
                      <a:pt x="1" y="249"/>
                      <a:pt x="1" y="607"/>
                    </a:cubicBezTo>
                    <a:cubicBezTo>
                      <a:pt x="1" y="950"/>
                      <a:pt x="291" y="1215"/>
                      <a:pt x="635" y="1215"/>
                    </a:cubicBezTo>
                    <a:cubicBezTo>
                      <a:pt x="1163" y="1215"/>
                      <a:pt x="1427" y="554"/>
                      <a:pt x="1057" y="184"/>
                    </a:cubicBezTo>
                    <a:cubicBezTo>
                      <a:pt x="929" y="57"/>
                      <a:pt x="774" y="0"/>
                      <a:pt x="6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Google Shape;2230;p34"/>
              <p:cNvSpPr/>
              <p:nvPr/>
            </p:nvSpPr>
            <p:spPr>
              <a:xfrm>
                <a:off x="3579525" y="2509150"/>
                <a:ext cx="317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62" extrusionOk="0">
                    <a:moveTo>
                      <a:pt x="740" y="1"/>
                    </a:moveTo>
                    <a:cubicBezTo>
                      <a:pt x="238" y="1"/>
                      <a:pt x="0" y="555"/>
                      <a:pt x="344" y="899"/>
                    </a:cubicBezTo>
                    <a:cubicBezTo>
                      <a:pt x="456" y="1011"/>
                      <a:pt x="594" y="1061"/>
                      <a:pt x="728" y="1061"/>
                    </a:cubicBezTo>
                    <a:cubicBezTo>
                      <a:pt x="1005" y="1061"/>
                      <a:pt x="1268" y="849"/>
                      <a:pt x="1268" y="529"/>
                    </a:cubicBezTo>
                    <a:cubicBezTo>
                      <a:pt x="1268" y="238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Google Shape;2231;p34"/>
              <p:cNvSpPr/>
              <p:nvPr/>
            </p:nvSpPr>
            <p:spPr>
              <a:xfrm>
                <a:off x="2829350" y="2709900"/>
                <a:ext cx="44275" cy="37700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08" extrusionOk="0">
                    <a:moveTo>
                      <a:pt x="1031" y="0"/>
                    </a:moveTo>
                    <a:cubicBezTo>
                      <a:pt x="344" y="0"/>
                      <a:pt x="1" y="793"/>
                      <a:pt x="476" y="1268"/>
                    </a:cubicBezTo>
                    <a:cubicBezTo>
                      <a:pt x="633" y="1433"/>
                      <a:pt x="826" y="1507"/>
                      <a:pt x="1016" y="1507"/>
                    </a:cubicBezTo>
                    <a:cubicBezTo>
                      <a:pt x="1402" y="1507"/>
                      <a:pt x="1771" y="1201"/>
                      <a:pt x="1771" y="740"/>
                    </a:cubicBezTo>
                    <a:cubicBezTo>
                      <a:pt x="1771" y="317"/>
                      <a:pt x="1427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Google Shape;2232;p34"/>
              <p:cNvSpPr/>
              <p:nvPr/>
            </p:nvSpPr>
            <p:spPr>
              <a:xfrm>
                <a:off x="2653700" y="3364975"/>
                <a:ext cx="24450" cy="24450"/>
              </a:xfrm>
              <a:custGeom>
                <a:avLst/>
                <a:gdLst/>
                <a:ahLst/>
                <a:cxnLst/>
                <a:rect l="l" t="t" r="r" b="b"/>
                <a:pathLst>
                  <a:path w="978" h="978" extrusionOk="0">
                    <a:moveTo>
                      <a:pt x="502" y="0"/>
                    </a:moveTo>
                    <a:cubicBezTo>
                      <a:pt x="238" y="0"/>
                      <a:pt x="1" y="212"/>
                      <a:pt x="1" y="476"/>
                    </a:cubicBezTo>
                    <a:cubicBezTo>
                      <a:pt x="1" y="766"/>
                      <a:pt x="238" y="978"/>
                      <a:pt x="502" y="978"/>
                    </a:cubicBezTo>
                    <a:cubicBezTo>
                      <a:pt x="767" y="978"/>
                      <a:pt x="978" y="766"/>
                      <a:pt x="978" y="476"/>
                    </a:cubicBezTo>
                    <a:cubicBezTo>
                      <a:pt x="978" y="212"/>
                      <a:pt x="767" y="0"/>
                      <a:pt x="5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Google Shape;2233;p34"/>
              <p:cNvSpPr/>
              <p:nvPr/>
            </p:nvSpPr>
            <p:spPr>
              <a:xfrm>
                <a:off x="3407175" y="3055275"/>
                <a:ext cx="27750" cy="2775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110" extrusionOk="0">
                    <a:moveTo>
                      <a:pt x="555" y="0"/>
                    </a:moveTo>
                    <a:cubicBezTo>
                      <a:pt x="238" y="0"/>
                      <a:pt x="0" y="238"/>
                      <a:pt x="0" y="555"/>
                    </a:cubicBezTo>
                    <a:cubicBezTo>
                      <a:pt x="0" y="872"/>
                      <a:pt x="238" y="1109"/>
                      <a:pt x="555" y="1109"/>
                    </a:cubicBezTo>
                    <a:cubicBezTo>
                      <a:pt x="872" y="1109"/>
                      <a:pt x="1110" y="872"/>
                      <a:pt x="1110" y="555"/>
                    </a:cubicBezTo>
                    <a:cubicBezTo>
                      <a:pt x="1110" y="238"/>
                      <a:pt x="872" y="0"/>
                      <a:pt x="5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Google Shape;2234;p34"/>
              <p:cNvSpPr/>
              <p:nvPr/>
            </p:nvSpPr>
            <p:spPr>
              <a:xfrm>
                <a:off x="3329250" y="3558450"/>
                <a:ext cx="46250" cy="40175"/>
              </a:xfrm>
              <a:custGeom>
                <a:avLst/>
                <a:gdLst/>
                <a:ahLst/>
                <a:cxnLst/>
                <a:rect l="l" t="t" r="r" b="b"/>
                <a:pathLst>
                  <a:path w="1850" h="1607" extrusionOk="0">
                    <a:moveTo>
                      <a:pt x="1057" y="1"/>
                    </a:moveTo>
                    <a:cubicBezTo>
                      <a:pt x="344" y="1"/>
                      <a:pt x="0" y="872"/>
                      <a:pt x="502" y="1374"/>
                    </a:cubicBezTo>
                    <a:cubicBezTo>
                      <a:pt x="663" y="1535"/>
                      <a:pt x="859" y="1606"/>
                      <a:pt x="1052" y="1606"/>
                    </a:cubicBezTo>
                    <a:cubicBezTo>
                      <a:pt x="1459" y="1606"/>
                      <a:pt x="1849" y="1286"/>
                      <a:pt x="1849" y="820"/>
                    </a:cubicBezTo>
                    <a:cubicBezTo>
                      <a:pt x="1849" y="370"/>
                      <a:pt x="1506" y="1"/>
                      <a:pt x="10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Google Shape;2235;p34"/>
              <p:cNvSpPr/>
              <p:nvPr/>
            </p:nvSpPr>
            <p:spPr>
              <a:xfrm>
                <a:off x="3611225" y="3969200"/>
                <a:ext cx="3965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63" extrusionOk="0">
                    <a:moveTo>
                      <a:pt x="898" y="0"/>
                    </a:moveTo>
                    <a:cubicBezTo>
                      <a:pt x="291" y="0"/>
                      <a:pt x="0" y="740"/>
                      <a:pt x="423" y="1163"/>
                    </a:cubicBezTo>
                    <a:cubicBezTo>
                      <a:pt x="561" y="1300"/>
                      <a:pt x="732" y="1362"/>
                      <a:pt x="900" y="1362"/>
                    </a:cubicBezTo>
                    <a:cubicBezTo>
                      <a:pt x="1249" y="1362"/>
                      <a:pt x="1585" y="1097"/>
                      <a:pt x="1585" y="687"/>
                    </a:cubicBezTo>
                    <a:cubicBezTo>
                      <a:pt x="1585" y="317"/>
                      <a:pt x="1268" y="0"/>
                      <a:pt x="8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Google Shape;2236;p34"/>
              <p:cNvSpPr/>
              <p:nvPr/>
            </p:nvSpPr>
            <p:spPr>
              <a:xfrm>
                <a:off x="3105375" y="4337025"/>
                <a:ext cx="4362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490" extrusionOk="0">
                    <a:moveTo>
                      <a:pt x="978" y="0"/>
                    </a:moveTo>
                    <a:cubicBezTo>
                      <a:pt x="318" y="0"/>
                      <a:pt x="1" y="792"/>
                      <a:pt x="450" y="1268"/>
                    </a:cubicBezTo>
                    <a:cubicBezTo>
                      <a:pt x="603" y="1421"/>
                      <a:pt x="792" y="1489"/>
                      <a:pt x="977" y="1489"/>
                    </a:cubicBezTo>
                    <a:cubicBezTo>
                      <a:pt x="1368" y="1489"/>
                      <a:pt x="1744" y="1187"/>
                      <a:pt x="1744" y="740"/>
                    </a:cubicBezTo>
                    <a:cubicBezTo>
                      <a:pt x="1744" y="317"/>
                      <a:pt x="1401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Google Shape;2237;p34"/>
              <p:cNvSpPr/>
              <p:nvPr/>
            </p:nvSpPr>
            <p:spPr>
              <a:xfrm>
                <a:off x="2169650" y="4735875"/>
                <a:ext cx="48250" cy="409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638" extrusionOk="0">
                    <a:moveTo>
                      <a:pt x="1110" y="0"/>
                    </a:moveTo>
                    <a:cubicBezTo>
                      <a:pt x="371" y="0"/>
                      <a:pt x="1" y="872"/>
                      <a:pt x="529" y="1400"/>
                    </a:cubicBezTo>
                    <a:cubicBezTo>
                      <a:pt x="692" y="1563"/>
                      <a:pt x="897" y="1637"/>
                      <a:pt x="1099" y="1637"/>
                    </a:cubicBezTo>
                    <a:cubicBezTo>
                      <a:pt x="1520" y="1637"/>
                      <a:pt x="1929" y="1318"/>
                      <a:pt x="1929" y="819"/>
                    </a:cubicBezTo>
                    <a:cubicBezTo>
                      <a:pt x="1929" y="370"/>
                      <a:pt x="1559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Google Shape;2238;p34"/>
              <p:cNvSpPr/>
              <p:nvPr/>
            </p:nvSpPr>
            <p:spPr>
              <a:xfrm>
                <a:off x="2569825" y="3989675"/>
                <a:ext cx="396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56" extrusionOk="0">
                    <a:moveTo>
                      <a:pt x="899" y="0"/>
                    </a:moveTo>
                    <a:cubicBezTo>
                      <a:pt x="291" y="0"/>
                      <a:pt x="1" y="713"/>
                      <a:pt x="424" y="1162"/>
                    </a:cubicBezTo>
                    <a:cubicBezTo>
                      <a:pt x="557" y="1296"/>
                      <a:pt x="722" y="1356"/>
                      <a:pt x="886" y="1356"/>
                    </a:cubicBezTo>
                    <a:cubicBezTo>
                      <a:pt x="1240" y="1356"/>
                      <a:pt x="1586" y="1076"/>
                      <a:pt x="1586" y="661"/>
                    </a:cubicBezTo>
                    <a:cubicBezTo>
                      <a:pt x="1586" y="291"/>
                      <a:pt x="1269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Google Shape;2239;p34"/>
              <p:cNvSpPr/>
              <p:nvPr/>
            </p:nvSpPr>
            <p:spPr>
              <a:xfrm>
                <a:off x="2056075" y="3835350"/>
                <a:ext cx="30400" cy="2557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23" extrusionOk="0">
                    <a:moveTo>
                      <a:pt x="703" y="0"/>
                    </a:moveTo>
                    <a:cubicBezTo>
                      <a:pt x="576" y="0"/>
                      <a:pt x="448" y="47"/>
                      <a:pt x="344" y="151"/>
                    </a:cubicBezTo>
                    <a:cubicBezTo>
                      <a:pt x="1" y="468"/>
                      <a:pt x="238" y="1022"/>
                      <a:pt x="714" y="1022"/>
                    </a:cubicBezTo>
                    <a:cubicBezTo>
                      <a:pt x="978" y="1022"/>
                      <a:pt x="1216" y="785"/>
                      <a:pt x="1216" y="521"/>
                    </a:cubicBezTo>
                    <a:cubicBezTo>
                      <a:pt x="1216" y="200"/>
                      <a:pt x="964" y="0"/>
                      <a:pt x="7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Google Shape;2240;p34"/>
              <p:cNvSpPr/>
              <p:nvPr/>
            </p:nvSpPr>
            <p:spPr>
              <a:xfrm>
                <a:off x="2179575" y="3399300"/>
                <a:ext cx="310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62" extrusionOk="0">
                    <a:moveTo>
                      <a:pt x="713" y="1"/>
                    </a:moveTo>
                    <a:cubicBezTo>
                      <a:pt x="238" y="1"/>
                      <a:pt x="0" y="582"/>
                      <a:pt x="343" y="899"/>
                    </a:cubicBezTo>
                    <a:cubicBezTo>
                      <a:pt x="447" y="1011"/>
                      <a:pt x="579" y="1061"/>
                      <a:pt x="710" y="1061"/>
                    </a:cubicBezTo>
                    <a:cubicBezTo>
                      <a:pt x="978" y="1061"/>
                      <a:pt x="1242" y="849"/>
                      <a:pt x="1242" y="529"/>
                    </a:cubicBezTo>
                    <a:cubicBezTo>
                      <a:pt x="1242" y="239"/>
                      <a:pt x="1004" y="1"/>
                      <a:pt x="7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Google Shape;2241;p34"/>
              <p:cNvSpPr/>
              <p:nvPr/>
            </p:nvSpPr>
            <p:spPr>
              <a:xfrm>
                <a:off x="1885700" y="3061200"/>
                <a:ext cx="29750" cy="249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998" extrusionOk="0">
                    <a:moveTo>
                      <a:pt x="687" y="1"/>
                    </a:moveTo>
                    <a:cubicBezTo>
                      <a:pt x="238" y="1"/>
                      <a:pt x="1" y="529"/>
                      <a:pt x="318" y="846"/>
                    </a:cubicBezTo>
                    <a:cubicBezTo>
                      <a:pt x="422" y="951"/>
                      <a:pt x="553" y="998"/>
                      <a:pt x="681" y="998"/>
                    </a:cubicBezTo>
                    <a:cubicBezTo>
                      <a:pt x="940" y="998"/>
                      <a:pt x="1189" y="804"/>
                      <a:pt x="1189" y="503"/>
                    </a:cubicBezTo>
                    <a:cubicBezTo>
                      <a:pt x="1189" y="212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Google Shape;2242;p34"/>
              <p:cNvSpPr/>
              <p:nvPr/>
            </p:nvSpPr>
            <p:spPr>
              <a:xfrm>
                <a:off x="1716650" y="2775925"/>
                <a:ext cx="2975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1018" extrusionOk="0">
                    <a:moveTo>
                      <a:pt x="687" y="1"/>
                    </a:moveTo>
                    <a:cubicBezTo>
                      <a:pt x="238" y="1"/>
                      <a:pt x="1" y="556"/>
                      <a:pt x="318" y="873"/>
                    </a:cubicBezTo>
                    <a:cubicBezTo>
                      <a:pt x="418" y="973"/>
                      <a:pt x="542" y="1018"/>
                      <a:pt x="665" y="1018"/>
                    </a:cubicBezTo>
                    <a:cubicBezTo>
                      <a:pt x="930" y="1018"/>
                      <a:pt x="1189" y="810"/>
                      <a:pt x="1189" y="503"/>
                    </a:cubicBezTo>
                    <a:cubicBezTo>
                      <a:pt x="1189" y="239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Google Shape;2243;p34"/>
              <p:cNvSpPr/>
              <p:nvPr/>
            </p:nvSpPr>
            <p:spPr>
              <a:xfrm>
                <a:off x="1166775" y="3292975"/>
                <a:ext cx="315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1062" extrusionOk="0">
                    <a:moveTo>
                      <a:pt x="675" y="0"/>
                    </a:moveTo>
                    <a:cubicBezTo>
                      <a:pt x="220" y="0"/>
                      <a:pt x="0" y="563"/>
                      <a:pt x="336" y="899"/>
                    </a:cubicBezTo>
                    <a:cubicBezTo>
                      <a:pt x="440" y="1012"/>
                      <a:pt x="574" y="1062"/>
                      <a:pt x="709" y="1062"/>
                    </a:cubicBezTo>
                    <a:cubicBezTo>
                      <a:pt x="985" y="1062"/>
                      <a:pt x="1260" y="849"/>
                      <a:pt x="1260" y="529"/>
                    </a:cubicBezTo>
                    <a:cubicBezTo>
                      <a:pt x="1260" y="239"/>
                      <a:pt x="1023" y="1"/>
                      <a:pt x="706" y="1"/>
                    </a:cubicBezTo>
                    <a:cubicBezTo>
                      <a:pt x="695" y="1"/>
                      <a:pt x="685" y="0"/>
                      <a:pt x="6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Google Shape;2244;p34"/>
              <p:cNvSpPr/>
              <p:nvPr/>
            </p:nvSpPr>
            <p:spPr>
              <a:xfrm>
                <a:off x="1496750" y="3769100"/>
                <a:ext cx="42950" cy="36300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52" extrusionOk="0">
                    <a:moveTo>
                      <a:pt x="978" y="1"/>
                    </a:moveTo>
                    <a:cubicBezTo>
                      <a:pt x="318" y="1"/>
                      <a:pt x="1" y="793"/>
                      <a:pt x="450" y="1242"/>
                    </a:cubicBezTo>
                    <a:cubicBezTo>
                      <a:pt x="603" y="1387"/>
                      <a:pt x="788" y="1452"/>
                      <a:pt x="970" y="1452"/>
                    </a:cubicBezTo>
                    <a:cubicBezTo>
                      <a:pt x="1353" y="1452"/>
                      <a:pt x="1718" y="1162"/>
                      <a:pt x="1718" y="714"/>
                    </a:cubicBezTo>
                    <a:cubicBezTo>
                      <a:pt x="1718" y="318"/>
                      <a:pt x="1374" y="1"/>
                      <a:pt x="9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Google Shape;2245;p34"/>
              <p:cNvSpPr/>
              <p:nvPr/>
            </p:nvSpPr>
            <p:spPr>
              <a:xfrm>
                <a:off x="1359400" y="3958625"/>
                <a:ext cx="2907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72" extrusionOk="0">
                    <a:moveTo>
                      <a:pt x="661" y="1"/>
                    </a:moveTo>
                    <a:cubicBezTo>
                      <a:pt x="212" y="1"/>
                      <a:pt x="0" y="529"/>
                      <a:pt x="317" y="820"/>
                    </a:cubicBezTo>
                    <a:cubicBezTo>
                      <a:pt x="422" y="924"/>
                      <a:pt x="550" y="971"/>
                      <a:pt x="674" y="971"/>
                    </a:cubicBezTo>
                    <a:cubicBezTo>
                      <a:pt x="926" y="971"/>
                      <a:pt x="1163" y="777"/>
                      <a:pt x="1163" y="476"/>
                    </a:cubicBezTo>
                    <a:cubicBezTo>
                      <a:pt x="1163" y="212"/>
                      <a:pt x="92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Google Shape;2246;p34"/>
              <p:cNvSpPr/>
              <p:nvPr/>
            </p:nvSpPr>
            <p:spPr>
              <a:xfrm>
                <a:off x="1068175" y="4338325"/>
                <a:ext cx="40325" cy="34375"/>
              </a:xfrm>
              <a:custGeom>
                <a:avLst/>
                <a:gdLst/>
                <a:ahLst/>
                <a:cxnLst/>
                <a:rect l="l" t="t" r="r" b="b"/>
                <a:pathLst>
                  <a:path w="1613" h="1375" extrusionOk="0">
                    <a:moveTo>
                      <a:pt x="925" y="1"/>
                    </a:moveTo>
                    <a:cubicBezTo>
                      <a:pt x="291" y="1"/>
                      <a:pt x="1" y="740"/>
                      <a:pt x="423" y="1163"/>
                    </a:cubicBezTo>
                    <a:cubicBezTo>
                      <a:pt x="570" y="1310"/>
                      <a:pt x="747" y="1375"/>
                      <a:pt x="920" y="1375"/>
                    </a:cubicBezTo>
                    <a:cubicBezTo>
                      <a:pt x="1276" y="1375"/>
                      <a:pt x="1612" y="1097"/>
                      <a:pt x="1612" y="688"/>
                    </a:cubicBezTo>
                    <a:cubicBezTo>
                      <a:pt x="1612" y="291"/>
                      <a:pt x="1295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Google Shape;2247;p34"/>
              <p:cNvSpPr/>
              <p:nvPr/>
            </p:nvSpPr>
            <p:spPr>
              <a:xfrm>
                <a:off x="533950" y="4482300"/>
                <a:ext cx="48900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69" extrusionOk="0">
                    <a:moveTo>
                      <a:pt x="1136" y="0"/>
                    </a:moveTo>
                    <a:cubicBezTo>
                      <a:pt x="370" y="0"/>
                      <a:pt x="1" y="898"/>
                      <a:pt x="529" y="1427"/>
                    </a:cubicBezTo>
                    <a:cubicBezTo>
                      <a:pt x="697" y="1594"/>
                      <a:pt x="901" y="1669"/>
                      <a:pt x="1103" y="1669"/>
                    </a:cubicBezTo>
                    <a:cubicBezTo>
                      <a:pt x="1537" y="1669"/>
                      <a:pt x="1955" y="1324"/>
                      <a:pt x="1955" y="819"/>
                    </a:cubicBezTo>
                    <a:cubicBezTo>
                      <a:pt x="1955" y="370"/>
                      <a:pt x="1585" y="0"/>
                      <a:pt x="11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Google Shape;2248;p34"/>
              <p:cNvSpPr/>
              <p:nvPr/>
            </p:nvSpPr>
            <p:spPr>
              <a:xfrm>
                <a:off x="895175" y="4776800"/>
                <a:ext cx="3832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33" h="1311" extrusionOk="0">
                    <a:moveTo>
                      <a:pt x="872" y="1"/>
                    </a:moveTo>
                    <a:cubicBezTo>
                      <a:pt x="291" y="1"/>
                      <a:pt x="0" y="714"/>
                      <a:pt x="396" y="1110"/>
                    </a:cubicBezTo>
                    <a:cubicBezTo>
                      <a:pt x="535" y="1249"/>
                      <a:pt x="705" y="1311"/>
                      <a:pt x="871" y="1311"/>
                    </a:cubicBezTo>
                    <a:cubicBezTo>
                      <a:pt x="1210" y="1311"/>
                      <a:pt x="1532" y="1052"/>
                      <a:pt x="1532" y="661"/>
                    </a:cubicBezTo>
                    <a:cubicBezTo>
                      <a:pt x="1532" y="291"/>
                      <a:pt x="1242" y="1"/>
                      <a:pt x="8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Google Shape;2249;p34"/>
              <p:cNvSpPr/>
              <p:nvPr/>
            </p:nvSpPr>
            <p:spPr>
              <a:xfrm>
                <a:off x="1537700" y="4700200"/>
                <a:ext cx="4097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383" extrusionOk="0">
                    <a:moveTo>
                      <a:pt x="925" y="1"/>
                    </a:moveTo>
                    <a:cubicBezTo>
                      <a:pt x="317" y="1"/>
                      <a:pt x="0" y="740"/>
                      <a:pt x="449" y="1190"/>
                    </a:cubicBezTo>
                    <a:cubicBezTo>
                      <a:pt x="583" y="1323"/>
                      <a:pt x="751" y="1383"/>
                      <a:pt x="918" y="1383"/>
                    </a:cubicBezTo>
                    <a:cubicBezTo>
                      <a:pt x="1280" y="1383"/>
                      <a:pt x="1638" y="1103"/>
                      <a:pt x="1638" y="688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Google Shape;2250;p34"/>
              <p:cNvSpPr/>
              <p:nvPr/>
            </p:nvSpPr>
            <p:spPr>
              <a:xfrm>
                <a:off x="1861275" y="4358050"/>
                <a:ext cx="3460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1037" extrusionOk="0">
                    <a:moveTo>
                      <a:pt x="708" y="0"/>
                    </a:moveTo>
                    <a:cubicBezTo>
                      <a:pt x="684" y="0"/>
                      <a:pt x="660" y="2"/>
                      <a:pt x="634" y="4"/>
                    </a:cubicBezTo>
                    <a:cubicBezTo>
                      <a:pt x="0" y="57"/>
                      <a:pt x="0" y="982"/>
                      <a:pt x="634" y="1034"/>
                    </a:cubicBezTo>
                    <a:cubicBezTo>
                      <a:pt x="651" y="1036"/>
                      <a:pt x="668" y="1036"/>
                      <a:pt x="684" y="1036"/>
                    </a:cubicBezTo>
                    <a:cubicBezTo>
                      <a:pt x="1376" y="1036"/>
                      <a:pt x="1384" y="0"/>
                      <a:pt x="7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Google Shape;2251;p34"/>
              <p:cNvSpPr/>
              <p:nvPr/>
            </p:nvSpPr>
            <p:spPr>
              <a:xfrm>
                <a:off x="2416625" y="439050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1"/>
                      <a:pt x="1" y="661"/>
                    </a:cubicBezTo>
                    <a:cubicBezTo>
                      <a:pt x="1" y="1004"/>
                      <a:pt x="291" y="1321"/>
                      <a:pt x="661" y="1321"/>
                    </a:cubicBezTo>
                    <a:cubicBezTo>
                      <a:pt x="1005" y="1321"/>
                      <a:pt x="1322" y="1004"/>
                      <a:pt x="1322" y="661"/>
                    </a:cubicBezTo>
                    <a:cubicBezTo>
                      <a:pt x="1322" y="291"/>
                      <a:pt x="100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Google Shape;2252;p34"/>
              <p:cNvSpPr/>
              <p:nvPr/>
            </p:nvSpPr>
            <p:spPr>
              <a:xfrm>
                <a:off x="2930400" y="4723325"/>
                <a:ext cx="29075" cy="248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92" extrusionOk="0">
                    <a:moveTo>
                      <a:pt x="661" y="0"/>
                    </a:moveTo>
                    <a:cubicBezTo>
                      <a:pt x="238" y="0"/>
                      <a:pt x="0" y="529"/>
                      <a:pt x="317" y="846"/>
                    </a:cubicBezTo>
                    <a:cubicBezTo>
                      <a:pt x="418" y="947"/>
                      <a:pt x="541" y="992"/>
                      <a:pt x="662" y="992"/>
                    </a:cubicBezTo>
                    <a:cubicBezTo>
                      <a:pt x="918" y="992"/>
                      <a:pt x="1162" y="790"/>
                      <a:pt x="1162" y="502"/>
                    </a:cubicBezTo>
                    <a:cubicBezTo>
                      <a:pt x="1162" y="212"/>
                      <a:pt x="951" y="0"/>
                      <a:pt x="6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Google Shape;2253;p34"/>
              <p:cNvSpPr/>
              <p:nvPr/>
            </p:nvSpPr>
            <p:spPr>
              <a:xfrm>
                <a:off x="1503350" y="4286825"/>
                <a:ext cx="31725" cy="2717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7" extrusionOk="0">
                    <a:moveTo>
                      <a:pt x="714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47" y="1036"/>
                      <a:pt x="577" y="1087"/>
                      <a:pt x="707" y="1087"/>
                    </a:cubicBezTo>
                    <a:cubicBezTo>
                      <a:pt x="977" y="1087"/>
                      <a:pt x="1242" y="868"/>
                      <a:pt x="1242" y="529"/>
                    </a:cubicBezTo>
                    <a:cubicBezTo>
                      <a:pt x="1269" y="238"/>
                      <a:pt x="1005" y="1"/>
                      <a:pt x="7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Google Shape;2254;p34"/>
              <p:cNvSpPr/>
              <p:nvPr/>
            </p:nvSpPr>
            <p:spPr>
              <a:xfrm>
                <a:off x="755175" y="3900525"/>
                <a:ext cx="23125" cy="23125"/>
              </a:xfrm>
              <a:custGeom>
                <a:avLst/>
                <a:gdLst/>
                <a:ahLst/>
                <a:cxnLst/>
                <a:rect l="l" t="t" r="r" b="b"/>
                <a:pathLst>
                  <a:path w="925" h="925" extrusionOk="0">
                    <a:moveTo>
                      <a:pt x="476" y="0"/>
                    </a:moveTo>
                    <a:cubicBezTo>
                      <a:pt x="212" y="0"/>
                      <a:pt x="0" y="212"/>
                      <a:pt x="0" y="476"/>
                    </a:cubicBezTo>
                    <a:cubicBezTo>
                      <a:pt x="0" y="713"/>
                      <a:pt x="212" y="925"/>
                      <a:pt x="476" y="925"/>
                    </a:cubicBezTo>
                    <a:cubicBezTo>
                      <a:pt x="714" y="925"/>
                      <a:pt x="925" y="713"/>
                      <a:pt x="925" y="476"/>
                    </a:cubicBezTo>
                    <a:cubicBezTo>
                      <a:pt x="925" y="212"/>
                      <a:pt x="714" y="0"/>
                      <a:pt x="4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Google Shape;2255;p34"/>
              <p:cNvSpPr/>
              <p:nvPr/>
            </p:nvSpPr>
            <p:spPr>
              <a:xfrm>
                <a:off x="1537700" y="3481200"/>
                <a:ext cx="40975" cy="35650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426" extrusionOk="0">
                    <a:moveTo>
                      <a:pt x="925" y="0"/>
                    </a:moveTo>
                    <a:cubicBezTo>
                      <a:pt x="317" y="0"/>
                      <a:pt x="0" y="766"/>
                      <a:pt x="423" y="1215"/>
                    </a:cubicBezTo>
                    <a:cubicBezTo>
                      <a:pt x="568" y="1361"/>
                      <a:pt x="747" y="1426"/>
                      <a:pt x="922" y="1426"/>
                    </a:cubicBezTo>
                    <a:cubicBezTo>
                      <a:pt x="1288" y="1426"/>
                      <a:pt x="1638" y="1142"/>
                      <a:pt x="1638" y="713"/>
                    </a:cubicBezTo>
                    <a:cubicBezTo>
                      <a:pt x="1638" y="317"/>
                      <a:pt x="1321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Google Shape;2256;p34"/>
              <p:cNvSpPr/>
              <p:nvPr/>
            </p:nvSpPr>
            <p:spPr>
              <a:xfrm>
                <a:off x="782900" y="3523450"/>
                <a:ext cx="48900" cy="41900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76" extrusionOk="0">
                    <a:moveTo>
                      <a:pt x="1110" y="1"/>
                    </a:moveTo>
                    <a:cubicBezTo>
                      <a:pt x="371" y="1"/>
                      <a:pt x="1" y="899"/>
                      <a:pt x="529" y="1427"/>
                    </a:cubicBezTo>
                    <a:cubicBezTo>
                      <a:pt x="701" y="1599"/>
                      <a:pt x="909" y="1676"/>
                      <a:pt x="1113" y="1676"/>
                    </a:cubicBezTo>
                    <a:cubicBezTo>
                      <a:pt x="1535" y="1676"/>
                      <a:pt x="1938" y="1345"/>
                      <a:pt x="1955" y="846"/>
                    </a:cubicBezTo>
                    <a:cubicBezTo>
                      <a:pt x="1955" y="371"/>
                      <a:pt x="1586" y="1"/>
                      <a:pt x="1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Google Shape;2257;p34"/>
              <p:cNvSpPr/>
              <p:nvPr/>
            </p:nvSpPr>
            <p:spPr>
              <a:xfrm>
                <a:off x="763275" y="2777225"/>
                <a:ext cx="2692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929" extrusionOk="0">
                    <a:moveTo>
                      <a:pt x="571" y="1"/>
                    </a:moveTo>
                    <a:cubicBezTo>
                      <a:pt x="194" y="1"/>
                      <a:pt x="1" y="485"/>
                      <a:pt x="284" y="794"/>
                    </a:cubicBezTo>
                    <a:cubicBezTo>
                      <a:pt x="377" y="887"/>
                      <a:pt x="491" y="928"/>
                      <a:pt x="603" y="928"/>
                    </a:cubicBezTo>
                    <a:cubicBezTo>
                      <a:pt x="844" y="928"/>
                      <a:pt x="1076" y="739"/>
                      <a:pt x="1076" y="451"/>
                    </a:cubicBezTo>
                    <a:cubicBezTo>
                      <a:pt x="1076" y="187"/>
                      <a:pt x="865" y="2"/>
                      <a:pt x="601" y="2"/>
                    </a:cubicBezTo>
                    <a:cubicBezTo>
                      <a:pt x="591" y="1"/>
                      <a:pt x="581" y="1"/>
                      <a:pt x="5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Google Shape;2258;p34"/>
              <p:cNvSpPr/>
              <p:nvPr/>
            </p:nvSpPr>
            <p:spPr>
              <a:xfrm>
                <a:off x="6819900" y="974225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3" y="1"/>
                    </a:moveTo>
                    <a:cubicBezTo>
                      <a:pt x="818" y="1"/>
                      <a:pt x="629" y="69"/>
                      <a:pt x="476" y="222"/>
                    </a:cubicBezTo>
                    <a:cubicBezTo>
                      <a:pt x="0" y="698"/>
                      <a:pt x="344" y="1516"/>
                      <a:pt x="1004" y="1516"/>
                    </a:cubicBezTo>
                    <a:cubicBezTo>
                      <a:pt x="1427" y="1490"/>
                      <a:pt x="1770" y="1173"/>
                      <a:pt x="1770" y="750"/>
                    </a:cubicBezTo>
                    <a:cubicBezTo>
                      <a:pt x="1770" y="303"/>
                      <a:pt x="1394" y="1"/>
                      <a:pt x="10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Google Shape;2259;p34"/>
              <p:cNvSpPr/>
              <p:nvPr/>
            </p:nvSpPr>
            <p:spPr>
              <a:xfrm>
                <a:off x="5587000" y="1267675"/>
                <a:ext cx="429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79" extrusionOk="0">
                    <a:moveTo>
                      <a:pt x="1005" y="1"/>
                    </a:moveTo>
                    <a:cubicBezTo>
                      <a:pt x="344" y="1"/>
                      <a:pt x="1" y="793"/>
                      <a:pt x="476" y="1269"/>
                    </a:cubicBezTo>
                    <a:cubicBezTo>
                      <a:pt x="621" y="1413"/>
                      <a:pt x="801" y="1478"/>
                      <a:pt x="978" y="1478"/>
                    </a:cubicBezTo>
                    <a:cubicBezTo>
                      <a:pt x="1353" y="1478"/>
                      <a:pt x="1718" y="1188"/>
                      <a:pt x="1718" y="740"/>
                    </a:cubicBezTo>
                    <a:cubicBezTo>
                      <a:pt x="1718" y="344"/>
                      <a:pt x="1401" y="1"/>
                      <a:pt x="10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Google Shape;2260;p34"/>
              <p:cNvSpPr/>
              <p:nvPr/>
            </p:nvSpPr>
            <p:spPr>
              <a:xfrm>
                <a:off x="5804275" y="838450"/>
                <a:ext cx="3897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59" h="1311" extrusionOk="0">
                    <a:moveTo>
                      <a:pt x="898" y="1"/>
                    </a:moveTo>
                    <a:cubicBezTo>
                      <a:pt x="291" y="1"/>
                      <a:pt x="0" y="714"/>
                      <a:pt x="423" y="1110"/>
                    </a:cubicBezTo>
                    <a:cubicBezTo>
                      <a:pt x="562" y="1249"/>
                      <a:pt x="732" y="1311"/>
                      <a:pt x="897" y="1311"/>
                    </a:cubicBezTo>
                    <a:cubicBezTo>
                      <a:pt x="1237" y="1311"/>
                      <a:pt x="1559" y="1051"/>
                      <a:pt x="1559" y="661"/>
                    </a:cubicBezTo>
                    <a:cubicBezTo>
                      <a:pt x="1559" y="291"/>
                      <a:pt x="1242" y="1"/>
                      <a:pt x="8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Google Shape;2261;p34"/>
              <p:cNvSpPr/>
              <p:nvPr/>
            </p:nvSpPr>
            <p:spPr>
              <a:xfrm>
                <a:off x="6315375" y="115475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2"/>
                      <a:pt x="1" y="661"/>
                    </a:cubicBezTo>
                    <a:cubicBezTo>
                      <a:pt x="1" y="1031"/>
                      <a:pt x="291" y="1322"/>
                      <a:pt x="661" y="1322"/>
                    </a:cubicBezTo>
                    <a:cubicBezTo>
                      <a:pt x="1031" y="1322"/>
                      <a:pt x="1322" y="1031"/>
                      <a:pt x="1322" y="661"/>
                    </a:cubicBezTo>
                    <a:cubicBezTo>
                      <a:pt x="1322" y="292"/>
                      <a:pt x="1031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Google Shape;2262;p34"/>
              <p:cNvSpPr/>
              <p:nvPr/>
            </p:nvSpPr>
            <p:spPr>
              <a:xfrm>
                <a:off x="6045300" y="2040900"/>
                <a:ext cx="3105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47" extrusionOk="0">
                    <a:moveTo>
                      <a:pt x="758" y="1"/>
                    </a:moveTo>
                    <a:cubicBezTo>
                      <a:pt x="743" y="1"/>
                      <a:pt x="728" y="1"/>
                      <a:pt x="714" y="3"/>
                    </a:cubicBezTo>
                    <a:cubicBezTo>
                      <a:pt x="238" y="3"/>
                      <a:pt x="0" y="558"/>
                      <a:pt x="344" y="901"/>
                    </a:cubicBezTo>
                    <a:cubicBezTo>
                      <a:pt x="453" y="1001"/>
                      <a:pt x="583" y="1046"/>
                      <a:pt x="709" y="1046"/>
                    </a:cubicBezTo>
                    <a:cubicBezTo>
                      <a:pt x="983" y="1046"/>
                      <a:pt x="1242" y="838"/>
                      <a:pt x="1242" y="531"/>
                    </a:cubicBezTo>
                    <a:cubicBezTo>
                      <a:pt x="1242" y="230"/>
                      <a:pt x="1028" y="1"/>
                      <a:pt x="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Google Shape;2263;p34"/>
              <p:cNvSpPr/>
              <p:nvPr/>
            </p:nvSpPr>
            <p:spPr>
              <a:xfrm>
                <a:off x="6624425" y="1949175"/>
                <a:ext cx="2577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1004" extrusionOk="0">
                    <a:moveTo>
                      <a:pt x="503" y="0"/>
                    </a:moveTo>
                    <a:cubicBezTo>
                      <a:pt x="239" y="0"/>
                      <a:pt x="1" y="212"/>
                      <a:pt x="1" y="502"/>
                    </a:cubicBezTo>
                    <a:cubicBezTo>
                      <a:pt x="1" y="793"/>
                      <a:pt x="239" y="1004"/>
                      <a:pt x="503" y="1004"/>
                    </a:cubicBezTo>
                    <a:cubicBezTo>
                      <a:pt x="793" y="1004"/>
                      <a:pt x="1031" y="793"/>
                      <a:pt x="1031" y="502"/>
                    </a:cubicBezTo>
                    <a:cubicBezTo>
                      <a:pt x="1031" y="212"/>
                      <a:pt x="793" y="0"/>
                      <a:pt x="5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Google Shape;2264;p34"/>
              <p:cNvSpPr/>
              <p:nvPr/>
            </p:nvSpPr>
            <p:spPr>
              <a:xfrm>
                <a:off x="6839050" y="2318975"/>
                <a:ext cx="43600" cy="37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505" extrusionOk="0">
                    <a:moveTo>
                      <a:pt x="978" y="0"/>
                    </a:moveTo>
                    <a:cubicBezTo>
                      <a:pt x="317" y="0"/>
                      <a:pt x="0" y="819"/>
                      <a:pt x="449" y="1295"/>
                    </a:cubicBezTo>
                    <a:cubicBezTo>
                      <a:pt x="602" y="1439"/>
                      <a:pt x="791" y="1504"/>
                      <a:pt x="976" y="1504"/>
                    </a:cubicBezTo>
                    <a:cubicBezTo>
                      <a:pt x="1367" y="1504"/>
                      <a:pt x="1744" y="1214"/>
                      <a:pt x="1744" y="766"/>
                    </a:cubicBezTo>
                    <a:cubicBezTo>
                      <a:pt x="1744" y="344"/>
                      <a:pt x="1400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Google Shape;2265;p34"/>
              <p:cNvSpPr/>
              <p:nvPr/>
            </p:nvSpPr>
            <p:spPr>
              <a:xfrm>
                <a:off x="6786875" y="2701975"/>
                <a:ext cx="3040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18" extrusionOk="0">
                    <a:moveTo>
                      <a:pt x="687" y="0"/>
                    </a:moveTo>
                    <a:cubicBezTo>
                      <a:pt x="238" y="0"/>
                      <a:pt x="1" y="555"/>
                      <a:pt x="318" y="872"/>
                    </a:cubicBezTo>
                    <a:cubicBezTo>
                      <a:pt x="426" y="973"/>
                      <a:pt x="554" y="1017"/>
                      <a:pt x="678" y="1017"/>
                    </a:cubicBezTo>
                    <a:cubicBezTo>
                      <a:pt x="945" y="1017"/>
                      <a:pt x="1198" y="809"/>
                      <a:pt x="1216" y="502"/>
                    </a:cubicBezTo>
                    <a:cubicBezTo>
                      <a:pt x="1216" y="212"/>
                      <a:pt x="978" y="0"/>
                      <a:pt x="6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Google Shape;2266;p34"/>
              <p:cNvSpPr/>
              <p:nvPr/>
            </p:nvSpPr>
            <p:spPr>
              <a:xfrm>
                <a:off x="6275775" y="1501450"/>
                <a:ext cx="46900" cy="396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586" extrusionOk="0">
                    <a:moveTo>
                      <a:pt x="1083" y="0"/>
                    </a:moveTo>
                    <a:cubicBezTo>
                      <a:pt x="370" y="0"/>
                      <a:pt x="0" y="846"/>
                      <a:pt x="502" y="1348"/>
                    </a:cubicBezTo>
                    <a:cubicBezTo>
                      <a:pt x="666" y="1512"/>
                      <a:pt x="870" y="1585"/>
                      <a:pt x="1069" y="1585"/>
                    </a:cubicBezTo>
                    <a:cubicBezTo>
                      <a:pt x="1481" y="1585"/>
                      <a:pt x="1875" y="1273"/>
                      <a:pt x="1875" y="793"/>
                    </a:cubicBezTo>
                    <a:cubicBezTo>
                      <a:pt x="1875" y="344"/>
                      <a:pt x="1506" y="0"/>
                      <a:pt x="10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Google Shape;2267;p34"/>
              <p:cNvSpPr/>
              <p:nvPr/>
            </p:nvSpPr>
            <p:spPr>
              <a:xfrm>
                <a:off x="6277750" y="852975"/>
                <a:ext cx="4360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465" extrusionOk="0">
                    <a:moveTo>
                      <a:pt x="1004" y="1"/>
                    </a:moveTo>
                    <a:cubicBezTo>
                      <a:pt x="344" y="1"/>
                      <a:pt x="0" y="793"/>
                      <a:pt x="476" y="1242"/>
                    </a:cubicBezTo>
                    <a:cubicBezTo>
                      <a:pt x="621" y="1396"/>
                      <a:pt x="806" y="1464"/>
                      <a:pt x="989" y="1464"/>
                    </a:cubicBezTo>
                    <a:cubicBezTo>
                      <a:pt x="1370" y="1464"/>
                      <a:pt x="1744" y="1169"/>
                      <a:pt x="1744" y="740"/>
                    </a:cubicBezTo>
                    <a:cubicBezTo>
                      <a:pt x="1744" y="318"/>
                      <a:pt x="1400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Google Shape;2268;p34"/>
              <p:cNvSpPr/>
              <p:nvPr/>
            </p:nvSpPr>
            <p:spPr>
              <a:xfrm>
                <a:off x="5790400" y="1037875"/>
                <a:ext cx="33700" cy="28800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152" extrusionOk="0">
                    <a:moveTo>
                      <a:pt x="793" y="1"/>
                    </a:moveTo>
                    <a:cubicBezTo>
                      <a:pt x="265" y="1"/>
                      <a:pt x="1" y="635"/>
                      <a:pt x="370" y="978"/>
                    </a:cubicBezTo>
                    <a:cubicBezTo>
                      <a:pt x="490" y="1098"/>
                      <a:pt x="635" y="1151"/>
                      <a:pt x="777" y="1151"/>
                    </a:cubicBezTo>
                    <a:cubicBezTo>
                      <a:pt x="1071" y="1151"/>
                      <a:pt x="1348" y="921"/>
                      <a:pt x="1348" y="582"/>
                    </a:cubicBezTo>
                    <a:cubicBezTo>
                      <a:pt x="1348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Google Shape;2269;p34"/>
              <p:cNvSpPr/>
              <p:nvPr/>
            </p:nvSpPr>
            <p:spPr>
              <a:xfrm>
                <a:off x="4704775" y="852975"/>
                <a:ext cx="4162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7" extrusionOk="0">
                    <a:moveTo>
                      <a:pt x="951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95" y="1361"/>
                      <a:pt x="774" y="1426"/>
                      <a:pt x="949" y="1426"/>
                    </a:cubicBezTo>
                    <a:cubicBezTo>
                      <a:pt x="1314" y="1426"/>
                      <a:pt x="1664" y="1142"/>
                      <a:pt x="1664" y="714"/>
                    </a:cubicBezTo>
                    <a:cubicBezTo>
                      <a:pt x="1664" y="318"/>
                      <a:pt x="1348" y="1"/>
                      <a:pt x="9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Google Shape;2270;p34"/>
              <p:cNvSpPr/>
              <p:nvPr/>
            </p:nvSpPr>
            <p:spPr>
              <a:xfrm>
                <a:off x="4248475" y="2602250"/>
                <a:ext cx="28400" cy="23875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955" extrusionOk="0">
                    <a:moveTo>
                      <a:pt x="634" y="1"/>
                    </a:moveTo>
                    <a:cubicBezTo>
                      <a:pt x="211" y="1"/>
                      <a:pt x="0" y="503"/>
                      <a:pt x="317" y="820"/>
                    </a:cubicBezTo>
                    <a:cubicBezTo>
                      <a:pt x="410" y="912"/>
                      <a:pt x="527" y="954"/>
                      <a:pt x="643" y="954"/>
                    </a:cubicBezTo>
                    <a:cubicBezTo>
                      <a:pt x="891" y="954"/>
                      <a:pt x="1136" y="764"/>
                      <a:pt x="1136" y="476"/>
                    </a:cubicBezTo>
                    <a:cubicBezTo>
                      <a:pt x="1110" y="212"/>
                      <a:pt x="898" y="1"/>
                      <a:pt x="6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Google Shape;2271;p34"/>
              <p:cNvSpPr/>
              <p:nvPr/>
            </p:nvSpPr>
            <p:spPr>
              <a:xfrm>
                <a:off x="4117725" y="3023575"/>
                <a:ext cx="45575" cy="3885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54" extrusionOk="0">
                    <a:moveTo>
                      <a:pt x="1057" y="0"/>
                    </a:moveTo>
                    <a:cubicBezTo>
                      <a:pt x="343" y="0"/>
                      <a:pt x="0" y="819"/>
                      <a:pt x="502" y="1321"/>
                    </a:cubicBezTo>
                    <a:cubicBezTo>
                      <a:pt x="654" y="1482"/>
                      <a:pt x="845" y="1553"/>
                      <a:pt x="1033" y="1553"/>
                    </a:cubicBezTo>
                    <a:cubicBezTo>
                      <a:pt x="1432" y="1553"/>
                      <a:pt x="1823" y="1233"/>
                      <a:pt x="1823" y="766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Google Shape;2272;p34"/>
              <p:cNvSpPr/>
              <p:nvPr/>
            </p:nvSpPr>
            <p:spPr>
              <a:xfrm>
                <a:off x="3732725" y="3346475"/>
                <a:ext cx="34375" cy="29425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77" extrusionOk="0">
                    <a:moveTo>
                      <a:pt x="793" y="1"/>
                    </a:moveTo>
                    <a:cubicBezTo>
                      <a:pt x="238" y="1"/>
                      <a:pt x="1" y="635"/>
                      <a:pt x="370" y="1004"/>
                    </a:cubicBezTo>
                    <a:cubicBezTo>
                      <a:pt x="489" y="1124"/>
                      <a:pt x="636" y="1177"/>
                      <a:pt x="780" y="1177"/>
                    </a:cubicBezTo>
                    <a:cubicBezTo>
                      <a:pt x="1083" y="1177"/>
                      <a:pt x="1374" y="940"/>
                      <a:pt x="1374" y="582"/>
                    </a:cubicBezTo>
                    <a:cubicBezTo>
                      <a:pt x="1374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2273" name="Google Shape;2273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286"/>
            <a:ext cx="9144000" cy="51480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5" name="Google Shape;2275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6" name="Google Shape;2276;p35"/>
          <p:cNvGrpSpPr/>
          <p:nvPr/>
        </p:nvGrpSpPr>
        <p:grpSpPr>
          <a:xfrm flipH="1">
            <a:off x="6379426" y="-393192"/>
            <a:ext cx="4284751" cy="6292149"/>
            <a:chOff x="-825491" y="-400170"/>
            <a:chExt cx="4053691" cy="5943840"/>
          </a:xfrm>
        </p:grpSpPr>
        <p:grpSp>
          <p:nvGrpSpPr>
            <p:cNvPr id="2277" name="Google Shape;2277;p35"/>
            <p:cNvGrpSpPr/>
            <p:nvPr/>
          </p:nvGrpSpPr>
          <p:grpSpPr>
            <a:xfrm>
              <a:off x="-825491" y="-400170"/>
              <a:ext cx="4053691" cy="5935411"/>
              <a:chOff x="-825491" y="-400170"/>
              <a:chExt cx="4053691" cy="5935411"/>
            </a:xfrm>
          </p:grpSpPr>
          <p:grpSp>
            <p:nvGrpSpPr>
              <p:cNvPr id="2278" name="Google Shape;2278;p35"/>
              <p:cNvGrpSpPr/>
              <p:nvPr/>
            </p:nvGrpSpPr>
            <p:grpSpPr>
              <a:xfrm rot="-5400000">
                <a:off x="-1767469" y="541807"/>
                <a:ext cx="5935411" cy="4051456"/>
                <a:chOff x="543200" y="628450"/>
                <a:chExt cx="6513125" cy="4440925"/>
              </a:xfrm>
            </p:grpSpPr>
            <p:sp>
              <p:nvSpPr>
                <p:cNvPr id="2279" name="Google Shape;2279;p35"/>
                <p:cNvSpPr/>
                <p:nvPr/>
              </p:nvSpPr>
              <p:spPr>
                <a:xfrm>
                  <a:off x="562350" y="854300"/>
                  <a:ext cx="6301150" cy="415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046" h="166120" fill="none" extrusionOk="0">
                      <a:moveTo>
                        <a:pt x="21158" y="140049"/>
                      </a:moveTo>
                      <a:lnTo>
                        <a:pt x="8189" y="122325"/>
                      </a:lnTo>
                      <a:lnTo>
                        <a:pt x="32543" y="124649"/>
                      </a:lnTo>
                      <a:lnTo>
                        <a:pt x="9932" y="107612"/>
                      </a:lnTo>
                      <a:lnTo>
                        <a:pt x="39939" y="105789"/>
                      </a:lnTo>
                      <a:lnTo>
                        <a:pt x="38354" y="117306"/>
                      </a:lnTo>
                      <a:lnTo>
                        <a:pt x="24883" y="98076"/>
                      </a:lnTo>
                      <a:lnTo>
                        <a:pt x="53621" y="88779"/>
                      </a:lnTo>
                      <a:lnTo>
                        <a:pt x="8638" y="77368"/>
                      </a:lnTo>
                      <a:lnTo>
                        <a:pt x="46859" y="77368"/>
                      </a:lnTo>
                      <a:lnTo>
                        <a:pt x="39939" y="105763"/>
                      </a:lnTo>
                      <a:lnTo>
                        <a:pt x="60463" y="119736"/>
                      </a:lnTo>
                      <a:lnTo>
                        <a:pt x="52591" y="140656"/>
                      </a:lnTo>
                      <a:lnTo>
                        <a:pt x="39965" y="154524"/>
                      </a:lnTo>
                      <a:lnTo>
                        <a:pt x="65402" y="156056"/>
                      </a:lnTo>
                      <a:lnTo>
                        <a:pt x="95383" y="155237"/>
                      </a:lnTo>
                      <a:lnTo>
                        <a:pt x="81198" y="126076"/>
                      </a:lnTo>
                      <a:lnTo>
                        <a:pt x="75255" y="142294"/>
                      </a:lnTo>
                      <a:lnTo>
                        <a:pt x="102699" y="140022"/>
                      </a:lnTo>
                      <a:lnTo>
                        <a:pt x="84156" y="100903"/>
                      </a:lnTo>
                      <a:lnTo>
                        <a:pt x="65402" y="102329"/>
                      </a:lnTo>
                      <a:lnTo>
                        <a:pt x="91711" y="74964"/>
                      </a:lnTo>
                      <a:lnTo>
                        <a:pt x="111733" y="108986"/>
                      </a:lnTo>
                      <a:lnTo>
                        <a:pt x="114348" y="88594"/>
                      </a:lnTo>
                      <a:lnTo>
                        <a:pt x="131702" y="74990"/>
                      </a:lnTo>
                      <a:lnTo>
                        <a:pt x="143272" y="87537"/>
                      </a:lnTo>
                      <a:lnTo>
                        <a:pt x="122880" y="125283"/>
                      </a:lnTo>
                      <a:lnTo>
                        <a:pt x="127608" y="100269"/>
                      </a:lnTo>
                      <a:lnTo>
                        <a:pt x="121427" y="66723"/>
                      </a:lnTo>
                      <a:lnTo>
                        <a:pt x="156875" y="60964"/>
                      </a:lnTo>
                      <a:lnTo>
                        <a:pt x="148079" y="70421"/>
                      </a:lnTo>
                      <a:lnTo>
                        <a:pt x="182840" y="64927"/>
                      </a:lnTo>
                      <a:lnTo>
                        <a:pt x="197738" y="64398"/>
                      </a:lnTo>
                      <a:lnTo>
                        <a:pt x="168128" y="44324"/>
                      </a:lnTo>
                      <a:lnTo>
                        <a:pt x="171165" y="30773"/>
                      </a:lnTo>
                      <a:lnTo>
                        <a:pt x="201991" y="17275"/>
                      </a:lnTo>
                      <a:lnTo>
                        <a:pt x="191927" y="33943"/>
                      </a:lnTo>
                      <a:lnTo>
                        <a:pt x="173120" y="11808"/>
                      </a:lnTo>
                      <a:lnTo>
                        <a:pt x="189444" y="1400"/>
                      </a:lnTo>
                      <a:lnTo>
                        <a:pt x="209915" y="7898"/>
                      </a:lnTo>
                      <a:lnTo>
                        <a:pt x="210470" y="27"/>
                      </a:lnTo>
                      <a:lnTo>
                        <a:pt x="230809" y="12679"/>
                      </a:lnTo>
                      <a:lnTo>
                        <a:pt x="218209" y="22294"/>
                      </a:lnTo>
                      <a:lnTo>
                        <a:pt x="229620" y="26679"/>
                      </a:lnTo>
                      <a:lnTo>
                        <a:pt x="251333" y="5547"/>
                      </a:lnTo>
                      <a:lnTo>
                        <a:pt x="229620" y="634"/>
                      </a:lnTo>
                      <a:lnTo>
                        <a:pt x="218183" y="22294"/>
                      </a:lnTo>
                      <a:lnTo>
                        <a:pt x="205240" y="44007"/>
                      </a:lnTo>
                      <a:lnTo>
                        <a:pt x="220032" y="47969"/>
                      </a:lnTo>
                      <a:lnTo>
                        <a:pt x="217417" y="57108"/>
                      </a:lnTo>
                      <a:lnTo>
                        <a:pt x="237307" y="54889"/>
                      </a:lnTo>
                      <a:lnTo>
                        <a:pt x="229620" y="26679"/>
                      </a:lnTo>
                      <a:lnTo>
                        <a:pt x="223650" y="36795"/>
                      </a:lnTo>
                      <a:lnTo>
                        <a:pt x="228801" y="71768"/>
                      </a:lnTo>
                      <a:lnTo>
                        <a:pt x="249668" y="74409"/>
                      </a:lnTo>
                      <a:lnTo>
                        <a:pt x="252046" y="59327"/>
                      </a:lnTo>
                      <a:lnTo>
                        <a:pt x="228801" y="71741"/>
                      </a:lnTo>
                      <a:lnTo>
                        <a:pt x="217417" y="57134"/>
                      </a:lnTo>
                      <a:lnTo>
                        <a:pt x="201991" y="17275"/>
                      </a:lnTo>
                      <a:lnTo>
                        <a:pt x="166648" y="687"/>
                      </a:lnTo>
                      <a:lnTo>
                        <a:pt x="189444" y="1400"/>
                      </a:lnTo>
                      <a:lnTo>
                        <a:pt x="210470" y="0"/>
                      </a:lnTo>
                      <a:lnTo>
                        <a:pt x="229620" y="634"/>
                      </a:lnTo>
                      <a:lnTo>
                        <a:pt x="230782" y="12679"/>
                      </a:lnTo>
                      <a:lnTo>
                        <a:pt x="251306" y="5547"/>
                      </a:lnTo>
                      <a:lnTo>
                        <a:pt x="247318" y="19124"/>
                      </a:lnTo>
                      <a:lnTo>
                        <a:pt x="229620" y="26679"/>
                      </a:lnTo>
                      <a:lnTo>
                        <a:pt x="242986" y="44297"/>
                      </a:lnTo>
                      <a:lnTo>
                        <a:pt x="237307" y="54889"/>
                      </a:lnTo>
                      <a:lnTo>
                        <a:pt x="223624" y="36795"/>
                      </a:lnTo>
                      <a:lnTo>
                        <a:pt x="220032" y="47995"/>
                      </a:lnTo>
                      <a:lnTo>
                        <a:pt x="218183" y="22294"/>
                      </a:lnTo>
                      <a:lnTo>
                        <a:pt x="209915" y="7898"/>
                      </a:lnTo>
                      <a:lnTo>
                        <a:pt x="201991" y="17275"/>
                      </a:lnTo>
                      <a:cubicBezTo>
                        <a:pt x="201991" y="17275"/>
                        <a:pt x="172671" y="11808"/>
                        <a:pt x="173120" y="11808"/>
                      </a:cubicBezTo>
                      <a:cubicBezTo>
                        <a:pt x="173595" y="11808"/>
                        <a:pt x="171139" y="30773"/>
                        <a:pt x="171139" y="30773"/>
                      </a:cubicBezTo>
                      <a:lnTo>
                        <a:pt x="191927" y="33943"/>
                      </a:lnTo>
                      <a:lnTo>
                        <a:pt x="197712" y="64398"/>
                      </a:lnTo>
                      <a:lnTo>
                        <a:pt x="205240" y="44007"/>
                      </a:lnTo>
                      <a:lnTo>
                        <a:pt x="168128" y="44297"/>
                      </a:lnTo>
                      <a:lnTo>
                        <a:pt x="156875" y="60964"/>
                      </a:lnTo>
                      <a:lnTo>
                        <a:pt x="182840" y="64900"/>
                      </a:lnTo>
                      <a:lnTo>
                        <a:pt x="143272" y="87537"/>
                      </a:lnTo>
                      <a:lnTo>
                        <a:pt x="148079" y="70421"/>
                      </a:lnTo>
                      <a:lnTo>
                        <a:pt x="131729" y="74990"/>
                      </a:lnTo>
                      <a:lnTo>
                        <a:pt x="127608" y="100295"/>
                      </a:lnTo>
                      <a:lnTo>
                        <a:pt x="114348" y="88620"/>
                      </a:lnTo>
                      <a:lnTo>
                        <a:pt x="91711" y="74964"/>
                      </a:lnTo>
                      <a:lnTo>
                        <a:pt x="46859" y="77368"/>
                      </a:lnTo>
                      <a:lnTo>
                        <a:pt x="53621" y="88779"/>
                      </a:lnTo>
                      <a:lnTo>
                        <a:pt x="65402" y="102329"/>
                      </a:lnTo>
                      <a:lnTo>
                        <a:pt x="39939" y="105789"/>
                      </a:lnTo>
                      <a:lnTo>
                        <a:pt x="24883" y="98076"/>
                      </a:lnTo>
                      <a:lnTo>
                        <a:pt x="9932" y="107612"/>
                      </a:lnTo>
                      <a:lnTo>
                        <a:pt x="38328" y="117306"/>
                      </a:lnTo>
                      <a:lnTo>
                        <a:pt x="32516" y="124649"/>
                      </a:lnTo>
                      <a:lnTo>
                        <a:pt x="60436" y="119763"/>
                      </a:lnTo>
                      <a:lnTo>
                        <a:pt x="84130" y="100903"/>
                      </a:lnTo>
                      <a:lnTo>
                        <a:pt x="111707" y="108986"/>
                      </a:lnTo>
                      <a:lnTo>
                        <a:pt x="122853" y="125283"/>
                      </a:lnTo>
                      <a:lnTo>
                        <a:pt x="81172" y="126076"/>
                      </a:lnTo>
                      <a:lnTo>
                        <a:pt x="102699" y="140049"/>
                      </a:lnTo>
                      <a:lnTo>
                        <a:pt x="95383" y="155263"/>
                      </a:lnTo>
                      <a:lnTo>
                        <a:pt x="75255" y="142294"/>
                      </a:lnTo>
                      <a:lnTo>
                        <a:pt x="65402" y="156082"/>
                      </a:lnTo>
                      <a:lnTo>
                        <a:pt x="52591" y="140683"/>
                      </a:lnTo>
                      <a:lnTo>
                        <a:pt x="38354" y="137856"/>
                      </a:lnTo>
                      <a:lnTo>
                        <a:pt x="39965" y="154524"/>
                      </a:lnTo>
                      <a:lnTo>
                        <a:pt x="14211" y="157561"/>
                      </a:lnTo>
                      <a:lnTo>
                        <a:pt x="21158" y="140049"/>
                      </a:lnTo>
                      <a:lnTo>
                        <a:pt x="0" y="145939"/>
                      </a:lnTo>
                      <a:lnTo>
                        <a:pt x="14211" y="157561"/>
                      </a:lnTo>
                      <a:lnTo>
                        <a:pt x="9985" y="164614"/>
                      </a:lnTo>
                      <a:lnTo>
                        <a:pt x="35079" y="166119"/>
                      </a:lnTo>
                      <a:lnTo>
                        <a:pt x="39965" y="15452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0" name="Google Shape;2280;p35"/>
                <p:cNvSpPr/>
                <p:nvPr/>
              </p:nvSpPr>
              <p:spPr>
                <a:xfrm>
                  <a:off x="1439300" y="4756350"/>
                  <a:ext cx="758125" cy="31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25" h="12521" fill="none" extrusionOk="0">
                      <a:moveTo>
                        <a:pt x="1" y="10037"/>
                      </a:moveTo>
                      <a:lnTo>
                        <a:pt x="30324" y="0"/>
                      </a:lnTo>
                      <a:lnTo>
                        <a:pt x="18887" y="1252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1" name="Google Shape;2281;p35"/>
                <p:cNvSpPr/>
                <p:nvPr/>
              </p:nvSpPr>
              <p:spPr>
                <a:xfrm>
                  <a:off x="2443700" y="4411625"/>
                  <a:ext cx="503225" cy="57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9" h="22823" fill="none" extrusionOk="0">
                      <a:moveTo>
                        <a:pt x="1" y="1"/>
                      </a:moveTo>
                      <a:lnTo>
                        <a:pt x="5284" y="22823"/>
                      </a:lnTo>
                      <a:lnTo>
                        <a:pt x="20129" y="1297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2" name="Google Shape;2282;p35"/>
                <p:cNvSpPr/>
                <p:nvPr/>
              </p:nvSpPr>
              <p:spPr>
                <a:xfrm>
                  <a:off x="1091300" y="3412525"/>
                  <a:ext cx="1352425" cy="999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97" h="39965" fill="none" extrusionOk="0">
                      <a:moveTo>
                        <a:pt x="0" y="37720"/>
                      </a:moveTo>
                      <a:lnTo>
                        <a:pt x="17196" y="35501"/>
                      </a:lnTo>
                      <a:lnTo>
                        <a:pt x="11385" y="22320"/>
                      </a:lnTo>
                      <a:lnTo>
                        <a:pt x="44244" y="0"/>
                      </a:lnTo>
                      <a:lnTo>
                        <a:pt x="39305" y="17434"/>
                      </a:lnTo>
                      <a:lnTo>
                        <a:pt x="54097" y="39965"/>
                      </a:lnTo>
                      <a:lnTo>
                        <a:pt x="31433" y="38327"/>
                      </a:lnTo>
                      <a:lnTo>
                        <a:pt x="17196" y="1497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3" name="Google Shape;2283;p35"/>
                <p:cNvSpPr/>
                <p:nvPr/>
              </p:nvSpPr>
              <p:spPr>
                <a:xfrm>
                  <a:off x="1877125" y="3042725"/>
                  <a:ext cx="2267025" cy="132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681" h="53120" fill="none" extrusionOk="0">
                      <a:moveTo>
                        <a:pt x="0" y="53119"/>
                      </a:moveTo>
                      <a:lnTo>
                        <a:pt x="28607" y="38539"/>
                      </a:lnTo>
                      <a:lnTo>
                        <a:pt x="31565" y="13366"/>
                      </a:lnTo>
                      <a:lnTo>
                        <a:pt x="70262" y="37746"/>
                      </a:lnTo>
                      <a:lnTo>
                        <a:pt x="50108" y="52512"/>
                      </a:lnTo>
                      <a:lnTo>
                        <a:pt x="59142" y="21449"/>
                      </a:lnTo>
                      <a:lnTo>
                        <a:pt x="75017" y="12732"/>
                      </a:lnTo>
                      <a:lnTo>
                        <a:pt x="90681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4" name="Google Shape;2284;p35"/>
                <p:cNvSpPr/>
                <p:nvPr/>
              </p:nvSpPr>
              <p:spPr>
                <a:xfrm>
                  <a:off x="543200" y="2788475"/>
                  <a:ext cx="641225" cy="171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49" h="68573" fill="none" extrusionOk="0">
                      <a:moveTo>
                        <a:pt x="25649" y="20709"/>
                      </a:moveTo>
                      <a:lnTo>
                        <a:pt x="9404" y="1"/>
                      </a:lnTo>
                      <a:lnTo>
                        <a:pt x="0" y="8057"/>
                      </a:lnTo>
                      <a:lnTo>
                        <a:pt x="10698" y="30245"/>
                      </a:lnTo>
                      <a:lnTo>
                        <a:pt x="8955" y="44958"/>
                      </a:lnTo>
                      <a:lnTo>
                        <a:pt x="766" y="6857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5" name="Google Shape;2285;p35"/>
                <p:cNvSpPr/>
                <p:nvPr/>
              </p:nvSpPr>
              <p:spPr>
                <a:xfrm>
                  <a:off x="1902875" y="2522350"/>
                  <a:ext cx="1694500" cy="854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780" h="34181" fill="none" extrusionOk="0">
                      <a:moveTo>
                        <a:pt x="30535" y="34181"/>
                      </a:moveTo>
                      <a:lnTo>
                        <a:pt x="67780" y="1"/>
                      </a:lnTo>
                      <a:lnTo>
                        <a:pt x="38090" y="8242"/>
                      </a:lnTo>
                      <a:lnTo>
                        <a:pt x="0" y="2205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6" name="Google Shape;2286;p35"/>
                <p:cNvSpPr/>
                <p:nvPr/>
              </p:nvSpPr>
              <p:spPr>
                <a:xfrm>
                  <a:off x="4484225" y="871475"/>
                  <a:ext cx="1532700" cy="1506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308" h="60278" fill="none" extrusionOk="0">
                      <a:moveTo>
                        <a:pt x="14290" y="30086"/>
                      </a:moveTo>
                      <a:lnTo>
                        <a:pt x="9773" y="0"/>
                      </a:lnTo>
                      <a:lnTo>
                        <a:pt x="0" y="60277"/>
                      </a:lnTo>
                      <a:lnTo>
                        <a:pt x="48365" y="43320"/>
                      </a:lnTo>
                      <a:lnTo>
                        <a:pt x="35078" y="33256"/>
                      </a:lnTo>
                      <a:lnTo>
                        <a:pt x="61308" y="21607"/>
                      </a:lnTo>
                      <a:lnTo>
                        <a:pt x="45116" y="16588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7" name="Google Shape;2287;p35"/>
                <p:cNvSpPr/>
                <p:nvPr/>
              </p:nvSpPr>
              <p:spPr>
                <a:xfrm>
                  <a:off x="5505775" y="1842850"/>
                  <a:ext cx="1444900" cy="80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6" h="32226" fill="none" extrusionOk="0">
                      <a:moveTo>
                        <a:pt x="57795" y="1"/>
                      </a:moveTo>
                      <a:lnTo>
                        <a:pt x="45275" y="4755"/>
                      </a:lnTo>
                      <a:lnTo>
                        <a:pt x="54309" y="19811"/>
                      </a:lnTo>
                      <a:lnTo>
                        <a:pt x="39570" y="15347"/>
                      </a:lnTo>
                      <a:lnTo>
                        <a:pt x="31091" y="32226"/>
                      </a:lnTo>
                      <a:lnTo>
                        <a:pt x="1" y="24856"/>
                      </a:lnTo>
                      <a:lnTo>
                        <a:pt x="19680" y="17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8" name="Google Shape;2288;p35"/>
                <p:cNvSpPr/>
                <p:nvPr/>
              </p:nvSpPr>
              <p:spPr>
                <a:xfrm>
                  <a:off x="6745275" y="1311275"/>
                  <a:ext cx="205400" cy="27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6" h="11147" fill="none" extrusionOk="0">
                      <a:moveTo>
                        <a:pt x="8215" y="11147"/>
                      </a:moveTo>
                      <a:lnTo>
                        <a:pt x="1" y="845"/>
                      </a:lnTo>
                      <a:lnTo>
                        <a:pt x="7819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9" name="Google Shape;2289;p35"/>
                <p:cNvSpPr/>
                <p:nvPr/>
              </p:nvSpPr>
              <p:spPr>
                <a:xfrm>
                  <a:off x="6302850" y="1521250"/>
                  <a:ext cx="633950" cy="22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8" h="9088" fill="none" extrusionOk="0">
                      <a:moveTo>
                        <a:pt x="0" y="1"/>
                      </a:moveTo>
                      <a:lnTo>
                        <a:pt x="25358" y="908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0" name="Google Shape;2290;p35"/>
                <p:cNvSpPr/>
                <p:nvPr/>
              </p:nvSpPr>
              <p:spPr>
                <a:xfrm>
                  <a:off x="6845000" y="674025"/>
                  <a:ext cx="211325" cy="31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53" h="12759" fill="none" extrusionOk="0">
                      <a:moveTo>
                        <a:pt x="766" y="0"/>
                      </a:moveTo>
                      <a:lnTo>
                        <a:pt x="0" y="12758"/>
                      </a:lnTo>
                      <a:lnTo>
                        <a:pt x="8453" y="383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1" name="Google Shape;2291;p35"/>
                <p:cNvSpPr/>
                <p:nvPr/>
              </p:nvSpPr>
              <p:spPr>
                <a:xfrm>
                  <a:off x="6302850" y="646275"/>
                  <a:ext cx="387650" cy="22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06" h="8956" fill="none" extrusionOk="0">
                      <a:moveTo>
                        <a:pt x="0" y="8955"/>
                      </a:moveTo>
                      <a:lnTo>
                        <a:pt x="15505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2" name="Google Shape;2292;p35"/>
                <p:cNvSpPr/>
                <p:nvPr/>
              </p:nvSpPr>
              <p:spPr>
                <a:xfrm>
                  <a:off x="5755400" y="639025"/>
                  <a:ext cx="350675" cy="21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7" h="8638" fill="none" extrusionOk="0">
                      <a:moveTo>
                        <a:pt x="14027" y="0"/>
                      </a:moveTo>
                      <a:lnTo>
                        <a:pt x="2748" y="8638"/>
                      </a:lnTo>
                      <a:lnTo>
                        <a:pt x="1" y="29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3" name="Google Shape;2293;p35"/>
                <p:cNvSpPr/>
                <p:nvPr/>
              </p:nvSpPr>
              <p:spPr>
                <a:xfrm>
                  <a:off x="5278625" y="628450"/>
                  <a:ext cx="274725" cy="26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89" h="10461" fill="none" extrusionOk="0">
                      <a:moveTo>
                        <a:pt x="10989" y="714"/>
                      </a:moveTo>
                      <a:lnTo>
                        <a:pt x="793" y="10461"/>
                      </a:lnTo>
                      <a:lnTo>
                        <a:pt x="0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4" name="Google Shape;2294;p35"/>
                <p:cNvSpPr/>
                <p:nvPr/>
              </p:nvSpPr>
              <p:spPr>
                <a:xfrm>
                  <a:off x="4728550" y="639025"/>
                  <a:ext cx="464900" cy="23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96" h="9299" fill="none" extrusionOk="0">
                      <a:moveTo>
                        <a:pt x="0" y="9298"/>
                      </a:moveTo>
                      <a:lnTo>
                        <a:pt x="18596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42875" algn="bl" rotWithShape="0">
                    <a:schemeClr val="lt2">
                      <a:alpha val="8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295" name="Google Shape;2295;p35"/>
              <p:cNvSpPr/>
              <p:nvPr/>
            </p:nvSpPr>
            <p:spPr>
              <a:xfrm>
                <a:off x="3147175" y="3684800"/>
                <a:ext cx="81025" cy="1031050"/>
              </a:xfrm>
              <a:custGeom>
                <a:avLst/>
                <a:gdLst/>
                <a:ahLst/>
                <a:cxnLst/>
                <a:rect l="l" t="t" r="r" b="b"/>
                <a:pathLst>
                  <a:path w="3241" h="41242" extrusionOk="0">
                    <a:moveTo>
                      <a:pt x="0" y="0"/>
                    </a:moveTo>
                    <a:lnTo>
                      <a:pt x="3241" y="24254"/>
                    </a:lnTo>
                    <a:lnTo>
                      <a:pt x="884" y="41242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42875" algn="bl" rotWithShape="0">
                  <a:schemeClr val="lt2">
                    <a:alpha val="85000"/>
                  </a:schemeClr>
                </a:outerShdw>
              </a:effectLst>
            </p:spPr>
          </p:sp>
        </p:grpSp>
        <p:grpSp>
          <p:nvGrpSpPr>
            <p:cNvPr id="2296" name="Google Shape;2296;p35"/>
            <p:cNvGrpSpPr/>
            <p:nvPr/>
          </p:nvGrpSpPr>
          <p:grpSpPr>
            <a:xfrm rot="-5400000">
              <a:off x="-1715265" y="839456"/>
              <a:ext cx="5785570" cy="3622857"/>
              <a:chOff x="533950" y="838450"/>
              <a:chExt cx="6348700" cy="3971125"/>
            </a:xfrm>
          </p:grpSpPr>
          <p:sp>
            <p:nvSpPr>
              <p:cNvPr id="2297" name="Google Shape;2297;p35"/>
              <p:cNvSpPr/>
              <p:nvPr/>
            </p:nvSpPr>
            <p:spPr>
              <a:xfrm>
                <a:off x="5993125" y="1393775"/>
                <a:ext cx="41625" cy="35700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8" extrusionOk="0">
                    <a:moveTo>
                      <a:pt x="994" y="0"/>
                    </a:moveTo>
                    <a:cubicBezTo>
                      <a:pt x="980" y="0"/>
                      <a:pt x="966" y="1"/>
                      <a:pt x="952" y="2"/>
                    </a:cubicBezTo>
                    <a:cubicBezTo>
                      <a:pt x="318" y="2"/>
                      <a:pt x="1" y="768"/>
                      <a:pt x="450" y="1217"/>
                    </a:cubicBezTo>
                    <a:cubicBezTo>
                      <a:pt x="595" y="1362"/>
                      <a:pt x="774" y="1427"/>
                      <a:pt x="949" y="1427"/>
                    </a:cubicBezTo>
                    <a:cubicBezTo>
                      <a:pt x="1315" y="1427"/>
                      <a:pt x="1665" y="1144"/>
                      <a:pt x="1665" y="715"/>
                    </a:cubicBezTo>
                    <a:cubicBezTo>
                      <a:pt x="1665" y="333"/>
                      <a:pt x="1370" y="0"/>
                      <a:pt x="9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Google Shape;2298;p35"/>
              <p:cNvSpPr/>
              <p:nvPr/>
            </p:nvSpPr>
            <p:spPr>
              <a:xfrm>
                <a:off x="6717550" y="1311275"/>
                <a:ext cx="48875" cy="42525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1701" extrusionOk="0">
                    <a:moveTo>
                      <a:pt x="1110" y="0"/>
                    </a:moveTo>
                    <a:cubicBezTo>
                      <a:pt x="370" y="0"/>
                      <a:pt x="0" y="925"/>
                      <a:pt x="529" y="1453"/>
                    </a:cubicBezTo>
                    <a:cubicBezTo>
                      <a:pt x="699" y="1624"/>
                      <a:pt x="909" y="1701"/>
                      <a:pt x="1114" y="1701"/>
                    </a:cubicBezTo>
                    <a:cubicBezTo>
                      <a:pt x="1544" y="1701"/>
                      <a:pt x="1955" y="1364"/>
                      <a:pt x="1955" y="845"/>
                    </a:cubicBezTo>
                    <a:cubicBezTo>
                      <a:pt x="1955" y="396"/>
                      <a:pt x="1585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Google Shape;2299;p35"/>
              <p:cNvSpPr/>
              <p:nvPr/>
            </p:nvSpPr>
            <p:spPr>
              <a:xfrm>
                <a:off x="5272025" y="870150"/>
                <a:ext cx="45575" cy="3900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60" extrusionOk="0">
                    <a:moveTo>
                      <a:pt x="1057" y="0"/>
                    </a:moveTo>
                    <a:cubicBezTo>
                      <a:pt x="344" y="0"/>
                      <a:pt x="0" y="846"/>
                      <a:pt x="502" y="1321"/>
                    </a:cubicBezTo>
                    <a:cubicBezTo>
                      <a:pt x="659" y="1486"/>
                      <a:pt x="855" y="1560"/>
                      <a:pt x="1048" y="1560"/>
                    </a:cubicBezTo>
                    <a:cubicBezTo>
                      <a:pt x="1442" y="1560"/>
                      <a:pt x="1823" y="1254"/>
                      <a:pt x="1823" y="793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Google Shape;2300;p35"/>
              <p:cNvSpPr/>
              <p:nvPr/>
            </p:nvSpPr>
            <p:spPr>
              <a:xfrm>
                <a:off x="4875150" y="1137600"/>
                <a:ext cx="27100" cy="232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928" extrusionOk="0">
                    <a:moveTo>
                      <a:pt x="634" y="0"/>
                    </a:moveTo>
                    <a:cubicBezTo>
                      <a:pt x="212" y="0"/>
                      <a:pt x="0" y="502"/>
                      <a:pt x="291" y="793"/>
                    </a:cubicBezTo>
                    <a:cubicBezTo>
                      <a:pt x="384" y="886"/>
                      <a:pt x="500" y="928"/>
                      <a:pt x="614" y="928"/>
                    </a:cubicBezTo>
                    <a:cubicBezTo>
                      <a:pt x="853" y="928"/>
                      <a:pt x="1083" y="744"/>
                      <a:pt x="1083" y="476"/>
                    </a:cubicBezTo>
                    <a:cubicBezTo>
                      <a:pt x="1083" y="211"/>
                      <a:pt x="872" y="0"/>
                      <a:pt x="6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Google Shape;2301;p35"/>
              <p:cNvSpPr/>
              <p:nvPr/>
            </p:nvSpPr>
            <p:spPr>
              <a:xfrm>
                <a:off x="5337400" y="1685025"/>
                <a:ext cx="4095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1427" extrusionOk="0">
                    <a:moveTo>
                      <a:pt x="925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86" y="1361"/>
                      <a:pt x="759" y="1426"/>
                      <a:pt x="930" y="1426"/>
                    </a:cubicBezTo>
                    <a:cubicBezTo>
                      <a:pt x="1288" y="1426"/>
                      <a:pt x="1638" y="1142"/>
                      <a:pt x="1638" y="714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Google Shape;2302;p35"/>
              <p:cNvSpPr/>
              <p:nvPr/>
            </p:nvSpPr>
            <p:spPr>
              <a:xfrm>
                <a:off x="5670225" y="1937950"/>
                <a:ext cx="4030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1363" extrusionOk="0">
                    <a:moveTo>
                      <a:pt x="925" y="0"/>
                    </a:moveTo>
                    <a:cubicBezTo>
                      <a:pt x="317" y="0"/>
                      <a:pt x="0" y="740"/>
                      <a:pt x="423" y="1162"/>
                    </a:cubicBezTo>
                    <a:cubicBezTo>
                      <a:pt x="569" y="1300"/>
                      <a:pt x="746" y="1362"/>
                      <a:pt x="919" y="1362"/>
                    </a:cubicBezTo>
                    <a:cubicBezTo>
                      <a:pt x="1275" y="1362"/>
                      <a:pt x="1611" y="1097"/>
                      <a:pt x="1611" y="687"/>
                    </a:cubicBezTo>
                    <a:cubicBezTo>
                      <a:pt x="1611" y="291"/>
                      <a:pt x="1294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Google Shape;2303;p35"/>
              <p:cNvSpPr/>
              <p:nvPr/>
            </p:nvSpPr>
            <p:spPr>
              <a:xfrm>
                <a:off x="6135100" y="1760300"/>
                <a:ext cx="31725" cy="2720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8" extrusionOk="0">
                    <a:moveTo>
                      <a:pt x="740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56" y="1038"/>
                      <a:pt x="594" y="1088"/>
                      <a:pt x="729" y="1088"/>
                    </a:cubicBezTo>
                    <a:cubicBezTo>
                      <a:pt x="1006" y="1088"/>
                      <a:pt x="1269" y="875"/>
                      <a:pt x="1269" y="555"/>
                    </a:cubicBezTo>
                    <a:cubicBezTo>
                      <a:pt x="1269" y="239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Google Shape;2304;p35"/>
              <p:cNvSpPr/>
              <p:nvPr/>
            </p:nvSpPr>
            <p:spPr>
              <a:xfrm>
                <a:off x="6473200" y="2210000"/>
                <a:ext cx="38775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330" extrusionOk="0">
                    <a:moveTo>
                      <a:pt x="873" y="1"/>
                    </a:moveTo>
                    <a:cubicBezTo>
                      <a:pt x="291" y="1"/>
                      <a:pt x="1" y="714"/>
                      <a:pt x="424" y="1137"/>
                    </a:cubicBezTo>
                    <a:cubicBezTo>
                      <a:pt x="557" y="1270"/>
                      <a:pt x="720" y="1330"/>
                      <a:pt x="879" y="1330"/>
                    </a:cubicBezTo>
                    <a:cubicBezTo>
                      <a:pt x="1223" y="1330"/>
                      <a:pt x="1551" y="1050"/>
                      <a:pt x="1533" y="635"/>
                    </a:cubicBezTo>
                    <a:cubicBezTo>
                      <a:pt x="1533" y="291"/>
                      <a:pt x="1242" y="1"/>
                      <a:pt x="8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Google Shape;2305;p35"/>
              <p:cNvSpPr/>
              <p:nvPr/>
            </p:nvSpPr>
            <p:spPr>
              <a:xfrm>
                <a:off x="6259250" y="2629325"/>
                <a:ext cx="4362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517" extrusionOk="0">
                    <a:moveTo>
                      <a:pt x="1004" y="1"/>
                    </a:moveTo>
                    <a:cubicBezTo>
                      <a:pt x="318" y="1"/>
                      <a:pt x="1" y="820"/>
                      <a:pt x="476" y="1295"/>
                    </a:cubicBezTo>
                    <a:cubicBezTo>
                      <a:pt x="621" y="1448"/>
                      <a:pt x="804" y="1517"/>
                      <a:pt x="985" y="1517"/>
                    </a:cubicBezTo>
                    <a:cubicBezTo>
                      <a:pt x="1368" y="1517"/>
                      <a:pt x="1744" y="1215"/>
                      <a:pt x="1744" y="767"/>
                    </a:cubicBezTo>
                    <a:cubicBezTo>
                      <a:pt x="1744" y="344"/>
                      <a:pt x="1401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Google Shape;2306;p35"/>
              <p:cNvSpPr/>
              <p:nvPr/>
            </p:nvSpPr>
            <p:spPr>
              <a:xfrm>
                <a:off x="5485975" y="2449725"/>
                <a:ext cx="34375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50" extrusionOk="0">
                    <a:moveTo>
                      <a:pt x="793" y="0"/>
                    </a:moveTo>
                    <a:cubicBezTo>
                      <a:pt x="265" y="0"/>
                      <a:pt x="1" y="608"/>
                      <a:pt x="370" y="978"/>
                    </a:cubicBezTo>
                    <a:cubicBezTo>
                      <a:pt x="489" y="1097"/>
                      <a:pt x="636" y="1150"/>
                      <a:pt x="780" y="1150"/>
                    </a:cubicBezTo>
                    <a:cubicBezTo>
                      <a:pt x="1083" y="1150"/>
                      <a:pt x="1374" y="913"/>
                      <a:pt x="1374" y="555"/>
                    </a:cubicBezTo>
                    <a:cubicBezTo>
                      <a:pt x="1374" y="238"/>
                      <a:pt x="1110" y="0"/>
                      <a:pt x="7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Google Shape;2307;p35"/>
              <p:cNvSpPr/>
              <p:nvPr/>
            </p:nvSpPr>
            <p:spPr>
              <a:xfrm>
                <a:off x="5972650" y="2263500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5" y="0"/>
                    </a:moveTo>
                    <a:cubicBezTo>
                      <a:pt x="344" y="0"/>
                      <a:pt x="1" y="819"/>
                      <a:pt x="476" y="1295"/>
                    </a:cubicBezTo>
                    <a:cubicBezTo>
                      <a:pt x="629" y="1448"/>
                      <a:pt x="818" y="1516"/>
                      <a:pt x="1004" y="1516"/>
                    </a:cubicBezTo>
                    <a:cubicBezTo>
                      <a:pt x="1394" y="1516"/>
                      <a:pt x="1771" y="1214"/>
                      <a:pt x="1771" y="766"/>
                    </a:cubicBezTo>
                    <a:cubicBezTo>
                      <a:pt x="1771" y="344"/>
                      <a:pt x="1427" y="0"/>
                      <a:pt x="10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Google Shape;2308;p35"/>
              <p:cNvSpPr/>
              <p:nvPr/>
            </p:nvSpPr>
            <p:spPr>
              <a:xfrm>
                <a:off x="5106275" y="2456975"/>
                <a:ext cx="46900" cy="401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606" extrusionOk="0">
                    <a:moveTo>
                      <a:pt x="1083" y="1"/>
                    </a:moveTo>
                    <a:cubicBezTo>
                      <a:pt x="370" y="1"/>
                      <a:pt x="0" y="872"/>
                      <a:pt x="502" y="1374"/>
                    </a:cubicBezTo>
                    <a:cubicBezTo>
                      <a:pt x="671" y="1534"/>
                      <a:pt x="871" y="1606"/>
                      <a:pt x="1066" y="1606"/>
                    </a:cubicBezTo>
                    <a:cubicBezTo>
                      <a:pt x="1483" y="1606"/>
                      <a:pt x="1876" y="1279"/>
                      <a:pt x="1876" y="793"/>
                    </a:cubicBezTo>
                    <a:cubicBezTo>
                      <a:pt x="1876" y="371"/>
                      <a:pt x="1532" y="1"/>
                      <a:pt x="10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Google Shape;2309;p35"/>
              <p:cNvSpPr/>
              <p:nvPr/>
            </p:nvSpPr>
            <p:spPr>
              <a:xfrm>
                <a:off x="4461750" y="2361900"/>
                <a:ext cx="3900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1311" extrusionOk="0">
                    <a:moveTo>
                      <a:pt x="899" y="0"/>
                    </a:moveTo>
                    <a:cubicBezTo>
                      <a:pt x="291" y="0"/>
                      <a:pt x="1" y="687"/>
                      <a:pt x="424" y="1110"/>
                    </a:cubicBezTo>
                    <a:cubicBezTo>
                      <a:pt x="562" y="1248"/>
                      <a:pt x="732" y="1310"/>
                      <a:pt x="898" y="1310"/>
                    </a:cubicBezTo>
                    <a:cubicBezTo>
                      <a:pt x="1238" y="1310"/>
                      <a:pt x="1559" y="1051"/>
                      <a:pt x="1559" y="660"/>
                    </a:cubicBezTo>
                    <a:cubicBezTo>
                      <a:pt x="1533" y="291"/>
                      <a:pt x="1242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Google Shape;2310;p35"/>
              <p:cNvSpPr/>
              <p:nvPr/>
            </p:nvSpPr>
            <p:spPr>
              <a:xfrm>
                <a:off x="4739775" y="1942575"/>
                <a:ext cx="45375" cy="38550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1542" extrusionOk="0">
                    <a:moveTo>
                      <a:pt x="1031" y="0"/>
                    </a:moveTo>
                    <a:cubicBezTo>
                      <a:pt x="344" y="0"/>
                      <a:pt x="0" y="819"/>
                      <a:pt x="502" y="1321"/>
                    </a:cubicBezTo>
                    <a:cubicBezTo>
                      <a:pt x="654" y="1473"/>
                      <a:pt x="844" y="1541"/>
                      <a:pt x="1032" y="1541"/>
                    </a:cubicBezTo>
                    <a:cubicBezTo>
                      <a:pt x="1429" y="1541"/>
                      <a:pt x="1814" y="1233"/>
                      <a:pt x="1797" y="766"/>
                    </a:cubicBezTo>
                    <a:cubicBezTo>
                      <a:pt x="1797" y="343"/>
                      <a:pt x="1453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Google Shape;2311;p35"/>
              <p:cNvSpPr/>
              <p:nvPr/>
            </p:nvSpPr>
            <p:spPr>
              <a:xfrm>
                <a:off x="4826275" y="1607775"/>
                <a:ext cx="30400" cy="310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242" extrusionOk="0">
                    <a:moveTo>
                      <a:pt x="608" y="0"/>
                    </a:moveTo>
                    <a:cubicBezTo>
                      <a:pt x="265" y="0"/>
                      <a:pt x="1" y="291"/>
                      <a:pt x="1" y="634"/>
                    </a:cubicBezTo>
                    <a:cubicBezTo>
                      <a:pt x="1" y="951"/>
                      <a:pt x="265" y="1242"/>
                      <a:pt x="608" y="1242"/>
                    </a:cubicBezTo>
                    <a:cubicBezTo>
                      <a:pt x="952" y="1242"/>
                      <a:pt x="1216" y="951"/>
                      <a:pt x="1216" y="634"/>
                    </a:cubicBezTo>
                    <a:cubicBezTo>
                      <a:pt x="1216" y="291"/>
                      <a:pt x="952" y="0"/>
                      <a:pt x="6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Google Shape;2312;p35"/>
              <p:cNvSpPr/>
              <p:nvPr/>
            </p:nvSpPr>
            <p:spPr>
              <a:xfrm>
                <a:off x="3839700" y="2713225"/>
                <a:ext cx="35700" cy="30375"/>
              </a:xfrm>
              <a:custGeom>
                <a:avLst/>
                <a:gdLst/>
                <a:ahLst/>
                <a:cxnLst/>
                <a:rect l="l" t="t" r="r" b="b"/>
                <a:pathLst>
                  <a:path w="1428" h="1215" extrusionOk="0">
                    <a:moveTo>
                      <a:pt x="623" y="0"/>
                    </a:moveTo>
                    <a:cubicBezTo>
                      <a:pt x="304" y="0"/>
                      <a:pt x="1" y="249"/>
                      <a:pt x="1" y="607"/>
                    </a:cubicBezTo>
                    <a:cubicBezTo>
                      <a:pt x="1" y="950"/>
                      <a:pt x="291" y="1215"/>
                      <a:pt x="635" y="1215"/>
                    </a:cubicBezTo>
                    <a:cubicBezTo>
                      <a:pt x="1163" y="1215"/>
                      <a:pt x="1427" y="554"/>
                      <a:pt x="1057" y="184"/>
                    </a:cubicBezTo>
                    <a:cubicBezTo>
                      <a:pt x="929" y="57"/>
                      <a:pt x="774" y="0"/>
                      <a:pt x="6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Google Shape;2313;p35"/>
              <p:cNvSpPr/>
              <p:nvPr/>
            </p:nvSpPr>
            <p:spPr>
              <a:xfrm>
                <a:off x="3579525" y="2509150"/>
                <a:ext cx="317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62" extrusionOk="0">
                    <a:moveTo>
                      <a:pt x="740" y="1"/>
                    </a:moveTo>
                    <a:cubicBezTo>
                      <a:pt x="238" y="1"/>
                      <a:pt x="0" y="555"/>
                      <a:pt x="344" y="899"/>
                    </a:cubicBezTo>
                    <a:cubicBezTo>
                      <a:pt x="456" y="1011"/>
                      <a:pt x="594" y="1061"/>
                      <a:pt x="728" y="1061"/>
                    </a:cubicBezTo>
                    <a:cubicBezTo>
                      <a:pt x="1005" y="1061"/>
                      <a:pt x="1268" y="849"/>
                      <a:pt x="1268" y="529"/>
                    </a:cubicBezTo>
                    <a:cubicBezTo>
                      <a:pt x="1268" y="238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Google Shape;2314;p35"/>
              <p:cNvSpPr/>
              <p:nvPr/>
            </p:nvSpPr>
            <p:spPr>
              <a:xfrm>
                <a:off x="2829350" y="2709900"/>
                <a:ext cx="44275" cy="37700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08" extrusionOk="0">
                    <a:moveTo>
                      <a:pt x="1031" y="0"/>
                    </a:moveTo>
                    <a:cubicBezTo>
                      <a:pt x="344" y="0"/>
                      <a:pt x="1" y="793"/>
                      <a:pt x="476" y="1268"/>
                    </a:cubicBezTo>
                    <a:cubicBezTo>
                      <a:pt x="633" y="1433"/>
                      <a:pt x="826" y="1507"/>
                      <a:pt x="1016" y="1507"/>
                    </a:cubicBezTo>
                    <a:cubicBezTo>
                      <a:pt x="1402" y="1507"/>
                      <a:pt x="1771" y="1201"/>
                      <a:pt x="1771" y="740"/>
                    </a:cubicBezTo>
                    <a:cubicBezTo>
                      <a:pt x="1771" y="317"/>
                      <a:pt x="1427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Google Shape;2315;p35"/>
              <p:cNvSpPr/>
              <p:nvPr/>
            </p:nvSpPr>
            <p:spPr>
              <a:xfrm>
                <a:off x="2653700" y="3364975"/>
                <a:ext cx="24450" cy="24450"/>
              </a:xfrm>
              <a:custGeom>
                <a:avLst/>
                <a:gdLst/>
                <a:ahLst/>
                <a:cxnLst/>
                <a:rect l="l" t="t" r="r" b="b"/>
                <a:pathLst>
                  <a:path w="978" h="978" extrusionOk="0">
                    <a:moveTo>
                      <a:pt x="502" y="0"/>
                    </a:moveTo>
                    <a:cubicBezTo>
                      <a:pt x="238" y="0"/>
                      <a:pt x="1" y="212"/>
                      <a:pt x="1" y="476"/>
                    </a:cubicBezTo>
                    <a:cubicBezTo>
                      <a:pt x="1" y="766"/>
                      <a:pt x="238" y="978"/>
                      <a:pt x="502" y="978"/>
                    </a:cubicBezTo>
                    <a:cubicBezTo>
                      <a:pt x="767" y="978"/>
                      <a:pt x="978" y="766"/>
                      <a:pt x="978" y="476"/>
                    </a:cubicBezTo>
                    <a:cubicBezTo>
                      <a:pt x="978" y="212"/>
                      <a:pt x="767" y="0"/>
                      <a:pt x="5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Google Shape;2316;p35"/>
              <p:cNvSpPr/>
              <p:nvPr/>
            </p:nvSpPr>
            <p:spPr>
              <a:xfrm>
                <a:off x="3407175" y="3055275"/>
                <a:ext cx="27750" cy="2775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110" extrusionOk="0">
                    <a:moveTo>
                      <a:pt x="555" y="0"/>
                    </a:moveTo>
                    <a:cubicBezTo>
                      <a:pt x="238" y="0"/>
                      <a:pt x="0" y="238"/>
                      <a:pt x="0" y="555"/>
                    </a:cubicBezTo>
                    <a:cubicBezTo>
                      <a:pt x="0" y="872"/>
                      <a:pt x="238" y="1109"/>
                      <a:pt x="555" y="1109"/>
                    </a:cubicBezTo>
                    <a:cubicBezTo>
                      <a:pt x="872" y="1109"/>
                      <a:pt x="1110" y="872"/>
                      <a:pt x="1110" y="555"/>
                    </a:cubicBezTo>
                    <a:cubicBezTo>
                      <a:pt x="1110" y="238"/>
                      <a:pt x="872" y="0"/>
                      <a:pt x="5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Google Shape;2317;p35"/>
              <p:cNvSpPr/>
              <p:nvPr/>
            </p:nvSpPr>
            <p:spPr>
              <a:xfrm>
                <a:off x="3329250" y="3558450"/>
                <a:ext cx="46250" cy="40175"/>
              </a:xfrm>
              <a:custGeom>
                <a:avLst/>
                <a:gdLst/>
                <a:ahLst/>
                <a:cxnLst/>
                <a:rect l="l" t="t" r="r" b="b"/>
                <a:pathLst>
                  <a:path w="1850" h="1607" extrusionOk="0">
                    <a:moveTo>
                      <a:pt x="1057" y="1"/>
                    </a:moveTo>
                    <a:cubicBezTo>
                      <a:pt x="344" y="1"/>
                      <a:pt x="0" y="872"/>
                      <a:pt x="502" y="1374"/>
                    </a:cubicBezTo>
                    <a:cubicBezTo>
                      <a:pt x="663" y="1535"/>
                      <a:pt x="859" y="1606"/>
                      <a:pt x="1052" y="1606"/>
                    </a:cubicBezTo>
                    <a:cubicBezTo>
                      <a:pt x="1459" y="1606"/>
                      <a:pt x="1849" y="1286"/>
                      <a:pt x="1849" y="820"/>
                    </a:cubicBezTo>
                    <a:cubicBezTo>
                      <a:pt x="1849" y="370"/>
                      <a:pt x="1506" y="1"/>
                      <a:pt x="10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Google Shape;2318;p35"/>
              <p:cNvSpPr/>
              <p:nvPr/>
            </p:nvSpPr>
            <p:spPr>
              <a:xfrm>
                <a:off x="3611225" y="3969200"/>
                <a:ext cx="3965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63" extrusionOk="0">
                    <a:moveTo>
                      <a:pt x="898" y="0"/>
                    </a:moveTo>
                    <a:cubicBezTo>
                      <a:pt x="291" y="0"/>
                      <a:pt x="0" y="740"/>
                      <a:pt x="423" y="1163"/>
                    </a:cubicBezTo>
                    <a:cubicBezTo>
                      <a:pt x="561" y="1300"/>
                      <a:pt x="732" y="1362"/>
                      <a:pt x="900" y="1362"/>
                    </a:cubicBezTo>
                    <a:cubicBezTo>
                      <a:pt x="1249" y="1362"/>
                      <a:pt x="1585" y="1097"/>
                      <a:pt x="1585" y="687"/>
                    </a:cubicBezTo>
                    <a:cubicBezTo>
                      <a:pt x="1585" y="317"/>
                      <a:pt x="1268" y="0"/>
                      <a:pt x="8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Google Shape;2319;p35"/>
              <p:cNvSpPr/>
              <p:nvPr/>
            </p:nvSpPr>
            <p:spPr>
              <a:xfrm>
                <a:off x="3105375" y="4337025"/>
                <a:ext cx="4362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490" extrusionOk="0">
                    <a:moveTo>
                      <a:pt x="978" y="0"/>
                    </a:moveTo>
                    <a:cubicBezTo>
                      <a:pt x="318" y="0"/>
                      <a:pt x="1" y="792"/>
                      <a:pt x="450" y="1268"/>
                    </a:cubicBezTo>
                    <a:cubicBezTo>
                      <a:pt x="603" y="1421"/>
                      <a:pt x="792" y="1489"/>
                      <a:pt x="977" y="1489"/>
                    </a:cubicBezTo>
                    <a:cubicBezTo>
                      <a:pt x="1368" y="1489"/>
                      <a:pt x="1744" y="1187"/>
                      <a:pt x="1744" y="740"/>
                    </a:cubicBezTo>
                    <a:cubicBezTo>
                      <a:pt x="1744" y="317"/>
                      <a:pt x="1401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Google Shape;2320;p35"/>
              <p:cNvSpPr/>
              <p:nvPr/>
            </p:nvSpPr>
            <p:spPr>
              <a:xfrm>
                <a:off x="2169650" y="4735875"/>
                <a:ext cx="48250" cy="409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638" extrusionOk="0">
                    <a:moveTo>
                      <a:pt x="1110" y="0"/>
                    </a:moveTo>
                    <a:cubicBezTo>
                      <a:pt x="371" y="0"/>
                      <a:pt x="1" y="872"/>
                      <a:pt x="529" y="1400"/>
                    </a:cubicBezTo>
                    <a:cubicBezTo>
                      <a:pt x="692" y="1563"/>
                      <a:pt x="897" y="1637"/>
                      <a:pt x="1099" y="1637"/>
                    </a:cubicBezTo>
                    <a:cubicBezTo>
                      <a:pt x="1520" y="1637"/>
                      <a:pt x="1929" y="1318"/>
                      <a:pt x="1929" y="819"/>
                    </a:cubicBezTo>
                    <a:cubicBezTo>
                      <a:pt x="1929" y="370"/>
                      <a:pt x="1559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Google Shape;2321;p35"/>
              <p:cNvSpPr/>
              <p:nvPr/>
            </p:nvSpPr>
            <p:spPr>
              <a:xfrm>
                <a:off x="2569825" y="3989675"/>
                <a:ext cx="396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56" extrusionOk="0">
                    <a:moveTo>
                      <a:pt x="899" y="0"/>
                    </a:moveTo>
                    <a:cubicBezTo>
                      <a:pt x="291" y="0"/>
                      <a:pt x="1" y="713"/>
                      <a:pt x="424" y="1162"/>
                    </a:cubicBezTo>
                    <a:cubicBezTo>
                      <a:pt x="557" y="1296"/>
                      <a:pt x="722" y="1356"/>
                      <a:pt x="886" y="1356"/>
                    </a:cubicBezTo>
                    <a:cubicBezTo>
                      <a:pt x="1240" y="1356"/>
                      <a:pt x="1586" y="1076"/>
                      <a:pt x="1586" y="661"/>
                    </a:cubicBezTo>
                    <a:cubicBezTo>
                      <a:pt x="1586" y="291"/>
                      <a:pt x="1269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Google Shape;2322;p35"/>
              <p:cNvSpPr/>
              <p:nvPr/>
            </p:nvSpPr>
            <p:spPr>
              <a:xfrm>
                <a:off x="2056075" y="3835350"/>
                <a:ext cx="30400" cy="2557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23" extrusionOk="0">
                    <a:moveTo>
                      <a:pt x="703" y="0"/>
                    </a:moveTo>
                    <a:cubicBezTo>
                      <a:pt x="576" y="0"/>
                      <a:pt x="448" y="47"/>
                      <a:pt x="344" y="151"/>
                    </a:cubicBezTo>
                    <a:cubicBezTo>
                      <a:pt x="1" y="468"/>
                      <a:pt x="238" y="1022"/>
                      <a:pt x="714" y="1022"/>
                    </a:cubicBezTo>
                    <a:cubicBezTo>
                      <a:pt x="978" y="1022"/>
                      <a:pt x="1216" y="785"/>
                      <a:pt x="1216" y="521"/>
                    </a:cubicBezTo>
                    <a:cubicBezTo>
                      <a:pt x="1216" y="200"/>
                      <a:pt x="964" y="0"/>
                      <a:pt x="7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Google Shape;2323;p35"/>
              <p:cNvSpPr/>
              <p:nvPr/>
            </p:nvSpPr>
            <p:spPr>
              <a:xfrm>
                <a:off x="2179575" y="3399300"/>
                <a:ext cx="310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62" extrusionOk="0">
                    <a:moveTo>
                      <a:pt x="713" y="1"/>
                    </a:moveTo>
                    <a:cubicBezTo>
                      <a:pt x="238" y="1"/>
                      <a:pt x="0" y="582"/>
                      <a:pt x="343" y="899"/>
                    </a:cubicBezTo>
                    <a:cubicBezTo>
                      <a:pt x="447" y="1011"/>
                      <a:pt x="579" y="1061"/>
                      <a:pt x="710" y="1061"/>
                    </a:cubicBezTo>
                    <a:cubicBezTo>
                      <a:pt x="978" y="1061"/>
                      <a:pt x="1242" y="849"/>
                      <a:pt x="1242" y="529"/>
                    </a:cubicBezTo>
                    <a:cubicBezTo>
                      <a:pt x="1242" y="239"/>
                      <a:pt x="1004" y="1"/>
                      <a:pt x="7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Google Shape;2324;p35"/>
              <p:cNvSpPr/>
              <p:nvPr/>
            </p:nvSpPr>
            <p:spPr>
              <a:xfrm>
                <a:off x="1885700" y="3061200"/>
                <a:ext cx="29750" cy="249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998" extrusionOk="0">
                    <a:moveTo>
                      <a:pt x="687" y="1"/>
                    </a:moveTo>
                    <a:cubicBezTo>
                      <a:pt x="238" y="1"/>
                      <a:pt x="1" y="529"/>
                      <a:pt x="318" y="846"/>
                    </a:cubicBezTo>
                    <a:cubicBezTo>
                      <a:pt x="422" y="951"/>
                      <a:pt x="553" y="998"/>
                      <a:pt x="681" y="998"/>
                    </a:cubicBezTo>
                    <a:cubicBezTo>
                      <a:pt x="940" y="998"/>
                      <a:pt x="1189" y="804"/>
                      <a:pt x="1189" y="503"/>
                    </a:cubicBezTo>
                    <a:cubicBezTo>
                      <a:pt x="1189" y="212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Google Shape;2325;p35"/>
              <p:cNvSpPr/>
              <p:nvPr/>
            </p:nvSpPr>
            <p:spPr>
              <a:xfrm>
                <a:off x="1716650" y="2775925"/>
                <a:ext cx="2975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1018" extrusionOk="0">
                    <a:moveTo>
                      <a:pt x="687" y="1"/>
                    </a:moveTo>
                    <a:cubicBezTo>
                      <a:pt x="238" y="1"/>
                      <a:pt x="1" y="556"/>
                      <a:pt x="318" y="873"/>
                    </a:cubicBezTo>
                    <a:cubicBezTo>
                      <a:pt x="418" y="973"/>
                      <a:pt x="542" y="1018"/>
                      <a:pt x="665" y="1018"/>
                    </a:cubicBezTo>
                    <a:cubicBezTo>
                      <a:pt x="930" y="1018"/>
                      <a:pt x="1189" y="810"/>
                      <a:pt x="1189" y="503"/>
                    </a:cubicBezTo>
                    <a:cubicBezTo>
                      <a:pt x="1189" y="239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Google Shape;2326;p35"/>
              <p:cNvSpPr/>
              <p:nvPr/>
            </p:nvSpPr>
            <p:spPr>
              <a:xfrm>
                <a:off x="1166775" y="3292975"/>
                <a:ext cx="315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1062" extrusionOk="0">
                    <a:moveTo>
                      <a:pt x="675" y="0"/>
                    </a:moveTo>
                    <a:cubicBezTo>
                      <a:pt x="220" y="0"/>
                      <a:pt x="0" y="563"/>
                      <a:pt x="336" y="899"/>
                    </a:cubicBezTo>
                    <a:cubicBezTo>
                      <a:pt x="440" y="1012"/>
                      <a:pt x="574" y="1062"/>
                      <a:pt x="709" y="1062"/>
                    </a:cubicBezTo>
                    <a:cubicBezTo>
                      <a:pt x="985" y="1062"/>
                      <a:pt x="1260" y="849"/>
                      <a:pt x="1260" y="529"/>
                    </a:cubicBezTo>
                    <a:cubicBezTo>
                      <a:pt x="1260" y="239"/>
                      <a:pt x="1023" y="1"/>
                      <a:pt x="706" y="1"/>
                    </a:cubicBezTo>
                    <a:cubicBezTo>
                      <a:pt x="695" y="1"/>
                      <a:pt x="685" y="0"/>
                      <a:pt x="6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Google Shape;2327;p35"/>
              <p:cNvSpPr/>
              <p:nvPr/>
            </p:nvSpPr>
            <p:spPr>
              <a:xfrm>
                <a:off x="1496750" y="3769100"/>
                <a:ext cx="42950" cy="36300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52" extrusionOk="0">
                    <a:moveTo>
                      <a:pt x="978" y="1"/>
                    </a:moveTo>
                    <a:cubicBezTo>
                      <a:pt x="318" y="1"/>
                      <a:pt x="1" y="793"/>
                      <a:pt x="450" y="1242"/>
                    </a:cubicBezTo>
                    <a:cubicBezTo>
                      <a:pt x="603" y="1387"/>
                      <a:pt x="788" y="1452"/>
                      <a:pt x="970" y="1452"/>
                    </a:cubicBezTo>
                    <a:cubicBezTo>
                      <a:pt x="1353" y="1452"/>
                      <a:pt x="1718" y="1162"/>
                      <a:pt x="1718" y="714"/>
                    </a:cubicBezTo>
                    <a:cubicBezTo>
                      <a:pt x="1718" y="318"/>
                      <a:pt x="1374" y="1"/>
                      <a:pt x="9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Google Shape;2328;p35"/>
              <p:cNvSpPr/>
              <p:nvPr/>
            </p:nvSpPr>
            <p:spPr>
              <a:xfrm>
                <a:off x="1359400" y="3958625"/>
                <a:ext cx="2907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72" extrusionOk="0">
                    <a:moveTo>
                      <a:pt x="661" y="1"/>
                    </a:moveTo>
                    <a:cubicBezTo>
                      <a:pt x="212" y="1"/>
                      <a:pt x="0" y="529"/>
                      <a:pt x="317" y="820"/>
                    </a:cubicBezTo>
                    <a:cubicBezTo>
                      <a:pt x="422" y="924"/>
                      <a:pt x="550" y="971"/>
                      <a:pt x="674" y="971"/>
                    </a:cubicBezTo>
                    <a:cubicBezTo>
                      <a:pt x="926" y="971"/>
                      <a:pt x="1163" y="777"/>
                      <a:pt x="1163" y="476"/>
                    </a:cubicBezTo>
                    <a:cubicBezTo>
                      <a:pt x="1163" y="212"/>
                      <a:pt x="92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Google Shape;2329;p35"/>
              <p:cNvSpPr/>
              <p:nvPr/>
            </p:nvSpPr>
            <p:spPr>
              <a:xfrm>
                <a:off x="1068175" y="4338325"/>
                <a:ext cx="40325" cy="34375"/>
              </a:xfrm>
              <a:custGeom>
                <a:avLst/>
                <a:gdLst/>
                <a:ahLst/>
                <a:cxnLst/>
                <a:rect l="l" t="t" r="r" b="b"/>
                <a:pathLst>
                  <a:path w="1613" h="1375" extrusionOk="0">
                    <a:moveTo>
                      <a:pt x="925" y="1"/>
                    </a:moveTo>
                    <a:cubicBezTo>
                      <a:pt x="291" y="1"/>
                      <a:pt x="1" y="740"/>
                      <a:pt x="423" y="1163"/>
                    </a:cubicBezTo>
                    <a:cubicBezTo>
                      <a:pt x="570" y="1310"/>
                      <a:pt x="747" y="1375"/>
                      <a:pt x="920" y="1375"/>
                    </a:cubicBezTo>
                    <a:cubicBezTo>
                      <a:pt x="1276" y="1375"/>
                      <a:pt x="1612" y="1097"/>
                      <a:pt x="1612" y="688"/>
                    </a:cubicBezTo>
                    <a:cubicBezTo>
                      <a:pt x="1612" y="291"/>
                      <a:pt x="1295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Google Shape;2330;p35"/>
              <p:cNvSpPr/>
              <p:nvPr/>
            </p:nvSpPr>
            <p:spPr>
              <a:xfrm>
                <a:off x="533950" y="4482300"/>
                <a:ext cx="48900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69" extrusionOk="0">
                    <a:moveTo>
                      <a:pt x="1136" y="0"/>
                    </a:moveTo>
                    <a:cubicBezTo>
                      <a:pt x="370" y="0"/>
                      <a:pt x="1" y="898"/>
                      <a:pt x="529" y="1427"/>
                    </a:cubicBezTo>
                    <a:cubicBezTo>
                      <a:pt x="697" y="1594"/>
                      <a:pt x="901" y="1669"/>
                      <a:pt x="1103" y="1669"/>
                    </a:cubicBezTo>
                    <a:cubicBezTo>
                      <a:pt x="1537" y="1669"/>
                      <a:pt x="1955" y="1324"/>
                      <a:pt x="1955" y="819"/>
                    </a:cubicBezTo>
                    <a:cubicBezTo>
                      <a:pt x="1955" y="370"/>
                      <a:pt x="1585" y="0"/>
                      <a:pt x="11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Google Shape;2331;p35"/>
              <p:cNvSpPr/>
              <p:nvPr/>
            </p:nvSpPr>
            <p:spPr>
              <a:xfrm>
                <a:off x="895175" y="4776800"/>
                <a:ext cx="3832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33" h="1311" extrusionOk="0">
                    <a:moveTo>
                      <a:pt x="872" y="1"/>
                    </a:moveTo>
                    <a:cubicBezTo>
                      <a:pt x="291" y="1"/>
                      <a:pt x="0" y="714"/>
                      <a:pt x="396" y="1110"/>
                    </a:cubicBezTo>
                    <a:cubicBezTo>
                      <a:pt x="535" y="1249"/>
                      <a:pt x="705" y="1311"/>
                      <a:pt x="871" y="1311"/>
                    </a:cubicBezTo>
                    <a:cubicBezTo>
                      <a:pt x="1210" y="1311"/>
                      <a:pt x="1532" y="1052"/>
                      <a:pt x="1532" y="661"/>
                    </a:cubicBezTo>
                    <a:cubicBezTo>
                      <a:pt x="1532" y="291"/>
                      <a:pt x="1242" y="1"/>
                      <a:pt x="8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Google Shape;2332;p35"/>
              <p:cNvSpPr/>
              <p:nvPr/>
            </p:nvSpPr>
            <p:spPr>
              <a:xfrm>
                <a:off x="1537700" y="4700200"/>
                <a:ext cx="4097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383" extrusionOk="0">
                    <a:moveTo>
                      <a:pt x="925" y="1"/>
                    </a:moveTo>
                    <a:cubicBezTo>
                      <a:pt x="317" y="1"/>
                      <a:pt x="0" y="740"/>
                      <a:pt x="449" y="1190"/>
                    </a:cubicBezTo>
                    <a:cubicBezTo>
                      <a:pt x="583" y="1323"/>
                      <a:pt x="751" y="1383"/>
                      <a:pt x="918" y="1383"/>
                    </a:cubicBezTo>
                    <a:cubicBezTo>
                      <a:pt x="1280" y="1383"/>
                      <a:pt x="1638" y="1103"/>
                      <a:pt x="1638" y="688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Google Shape;2333;p35"/>
              <p:cNvSpPr/>
              <p:nvPr/>
            </p:nvSpPr>
            <p:spPr>
              <a:xfrm>
                <a:off x="1861275" y="4358050"/>
                <a:ext cx="3460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1037" extrusionOk="0">
                    <a:moveTo>
                      <a:pt x="708" y="0"/>
                    </a:moveTo>
                    <a:cubicBezTo>
                      <a:pt x="684" y="0"/>
                      <a:pt x="660" y="2"/>
                      <a:pt x="634" y="4"/>
                    </a:cubicBezTo>
                    <a:cubicBezTo>
                      <a:pt x="0" y="57"/>
                      <a:pt x="0" y="982"/>
                      <a:pt x="634" y="1034"/>
                    </a:cubicBezTo>
                    <a:cubicBezTo>
                      <a:pt x="651" y="1036"/>
                      <a:pt x="668" y="1036"/>
                      <a:pt x="684" y="1036"/>
                    </a:cubicBezTo>
                    <a:cubicBezTo>
                      <a:pt x="1376" y="1036"/>
                      <a:pt x="1384" y="0"/>
                      <a:pt x="7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Google Shape;2334;p35"/>
              <p:cNvSpPr/>
              <p:nvPr/>
            </p:nvSpPr>
            <p:spPr>
              <a:xfrm>
                <a:off x="2416625" y="439050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1"/>
                      <a:pt x="1" y="661"/>
                    </a:cubicBezTo>
                    <a:cubicBezTo>
                      <a:pt x="1" y="1004"/>
                      <a:pt x="291" y="1321"/>
                      <a:pt x="661" y="1321"/>
                    </a:cubicBezTo>
                    <a:cubicBezTo>
                      <a:pt x="1005" y="1321"/>
                      <a:pt x="1322" y="1004"/>
                      <a:pt x="1322" y="661"/>
                    </a:cubicBezTo>
                    <a:cubicBezTo>
                      <a:pt x="1322" y="291"/>
                      <a:pt x="100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Google Shape;2335;p35"/>
              <p:cNvSpPr/>
              <p:nvPr/>
            </p:nvSpPr>
            <p:spPr>
              <a:xfrm>
                <a:off x="2930400" y="4723325"/>
                <a:ext cx="29075" cy="248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92" extrusionOk="0">
                    <a:moveTo>
                      <a:pt x="661" y="0"/>
                    </a:moveTo>
                    <a:cubicBezTo>
                      <a:pt x="238" y="0"/>
                      <a:pt x="0" y="529"/>
                      <a:pt x="317" y="846"/>
                    </a:cubicBezTo>
                    <a:cubicBezTo>
                      <a:pt x="418" y="947"/>
                      <a:pt x="541" y="992"/>
                      <a:pt x="662" y="992"/>
                    </a:cubicBezTo>
                    <a:cubicBezTo>
                      <a:pt x="918" y="992"/>
                      <a:pt x="1162" y="790"/>
                      <a:pt x="1162" y="502"/>
                    </a:cubicBezTo>
                    <a:cubicBezTo>
                      <a:pt x="1162" y="212"/>
                      <a:pt x="951" y="0"/>
                      <a:pt x="6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Google Shape;2336;p35"/>
              <p:cNvSpPr/>
              <p:nvPr/>
            </p:nvSpPr>
            <p:spPr>
              <a:xfrm>
                <a:off x="1503350" y="4286825"/>
                <a:ext cx="31725" cy="2717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7" extrusionOk="0">
                    <a:moveTo>
                      <a:pt x="714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47" y="1036"/>
                      <a:pt x="577" y="1087"/>
                      <a:pt x="707" y="1087"/>
                    </a:cubicBezTo>
                    <a:cubicBezTo>
                      <a:pt x="977" y="1087"/>
                      <a:pt x="1242" y="868"/>
                      <a:pt x="1242" y="529"/>
                    </a:cubicBezTo>
                    <a:cubicBezTo>
                      <a:pt x="1269" y="238"/>
                      <a:pt x="1005" y="1"/>
                      <a:pt x="7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Google Shape;2337;p35"/>
              <p:cNvSpPr/>
              <p:nvPr/>
            </p:nvSpPr>
            <p:spPr>
              <a:xfrm>
                <a:off x="755175" y="3900525"/>
                <a:ext cx="23125" cy="23125"/>
              </a:xfrm>
              <a:custGeom>
                <a:avLst/>
                <a:gdLst/>
                <a:ahLst/>
                <a:cxnLst/>
                <a:rect l="l" t="t" r="r" b="b"/>
                <a:pathLst>
                  <a:path w="925" h="925" extrusionOk="0">
                    <a:moveTo>
                      <a:pt x="476" y="0"/>
                    </a:moveTo>
                    <a:cubicBezTo>
                      <a:pt x="212" y="0"/>
                      <a:pt x="0" y="212"/>
                      <a:pt x="0" y="476"/>
                    </a:cubicBezTo>
                    <a:cubicBezTo>
                      <a:pt x="0" y="713"/>
                      <a:pt x="212" y="925"/>
                      <a:pt x="476" y="925"/>
                    </a:cubicBezTo>
                    <a:cubicBezTo>
                      <a:pt x="714" y="925"/>
                      <a:pt x="925" y="713"/>
                      <a:pt x="925" y="476"/>
                    </a:cubicBezTo>
                    <a:cubicBezTo>
                      <a:pt x="925" y="212"/>
                      <a:pt x="714" y="0"/>
                      <a:pt x="4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Google Shape;2338;p35"/>
              <p:cNvSpPr/>
              <p:nvPr/>
            </p:nvSpPr>
            <p:spPr>
              <a:xfrm>
                <a:off x="1537700" y="3481200"/>
                <a:ext cx="40975" cy="35650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426" extrusionOk="0">
                    <a:moveTo>
                      <a:pt x="925" y="0"/>
                    </a:moveTo>
                    <a:cubicBezTo>
                      <a:pt x="317" y="0"/>
                      <a:pt x="0" y="766"/>
                      <a:pt x="423" y="1215"/>
                    </a:cubicBezTo>
                    <a:cubicBezTo>
                      <a:pt x="568" y="1361"/>
                      <a:pt x="747" y="1426"/>
                      <a:pt x="922" y="1426"/>
                    </a:cubicBezTo>
                    <a:cubicBezTo>
                      <a:pt x="1288" y="1426"/>
                      <a:pt x="1638" y="1142"/>
                      <a:pt x="1638" y="713"/>
                    </a:cubicBezTo>
                    <a:cubicBezTo>
                      <a:pt x="1638" y="317"/>
                      <a:pt x="1321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Google Shape;2339;p35"/>
              <p:cNvSpPr/>
              <p:nvPr/>
            </p:nvSpPr>
            <p:spPr>
              <a:xfrm>
                <a:off x="782900" y="3523450"/>
                <a:ext cx="48900" cy="41900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76" extrusionOk="0">
                    <a:moveTo>
                      <a:pt x="1110" y="1"/>
                    </a:moveTo>
                    <a:cubicBezTo>
                      <a:pt x="371" y="1"/>
                      <a:pt x="1" y="899"/>
                      <a:pt x="529" y="1427"/>
                    </a:cubicBezTo>
                    <a:cubicBezTo>
                      <a:pt x="701" y="1599"/>
                      <a:pt x="909" y="1676"/>
                      <a:pt x="1113" y="1676"/>
                    </a:cubicBezTo>
                    <a:cubicBezTo>
                      <a:pt x="1535" y="1676"/>
                      <a:pt x="1938" y="1345"/>
                      <a:pt x="1955" y="846"/>
                    </a:cubicBezTo>
                    <a:cubicBezTo>
                      <a:pt x="1955" y="371"/>
                      <a:pt x="1586" y="1"/>
                      <a:pt x="1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Google Shape;2340;p35"/>
              <p:cNvSpPr/>
              <p:nvPr/>
            </p:nvSpPr>
            <p:spPr>
              <a:xfrm>
                <a:off x="763275" y="2777225"/>
                <a:ext cx="2692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929" extrusionOk="0">
                    <a:moveTo>
                      <a:pt x="571" y="1"/>
                    </a:moveTo>
                    <a:cubicBezTo>
                      <a:pt x="194" y="1"/>
                      <a:pt x="1" y="485"/>
                      <a:pt x="284" y="794"/>
                    </a:cubicBezTo>
                    <a:cubicBezTo>
                      <a:pt x="377" y="887"/>
                      <a:pt x="491" y="928"/>
                      <a:pt x="603" y="928"/>
                    </a:cubicBezTo>
                    <a:cubicBezTo>
                      <a:pt x="844" y="928"/>
                      <a:pt x="1076" y="739"/>
                      <a:pt x="1076" y="451"/>
                    </a:cubicBezTo>
                    <a:cubicBezTo>
                      <a:pt x="1076" y="187"/>
                      <a:pt x="865" y="2"/>
                      <a:pt x="601" y="2"/>
                    </a:cubicBezTo>
                    <a:cubicBezTo>
                      <a:pt x="591" y="1"/>
                      <a:pt x="581" y="1"/>
                      <a:pt x="5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Google Shape;2341;p35"/>
              <p:cNvSpPr/>
              <p:nvPr/>
            </p:nvSpPr>
            <p:spPr>
              <a:xfrm>
                <a:off x="6819900" y="974225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3" y="1"/>
                    </a:moveTo>
                    <a:cubicBezTo>
                      <a:pt x="818" y="1"/>
                      <a:pt x="629" y="69"/>
                      <a:pt x="476" y="222"/>
                    </a:cubicBezTo>
                    <a:cubicBezTo>
                      <a:pt x="0" y="698"/>
                      <a:pt x="344" y="1516"/>
                      <a:pt x="1004" y="1516"/>
                    </a:cubicBezTo>
                    <a:cubicBezTo>
                      <a:pt x="1427" y="1490"/>
                      <a:pt x="1770" y="1173"/>
                      <a:pt x="1770" y="750"/>
                    </a:cubicBezTo>
                    <a:cubicBezTo>
                      <a:pt x="1770" y="303"/>
                      <a:pt x="1394" y="1"/>
                      <a:pt x="10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Google Shape;2342;p35"/>
              <p:cNvSpPr/>
              <p:nvPr/>
            </p:nvSpPr>
            <p:spPr>
              <a:xfrm>
                <a:off x="5587000" y="1267675"/>
                <a:ext cx="429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79" extrusionOk="0">
                    <a:moveTo>
                      <a:pt x="1005" y="1"/>
                    </a:moveTo>
                    <a:cubicBezTo>
                      <a:pt x="344" y="1"/>
                      <a:pt x="1" y="793"/>
                      <a:pt x="476" y="1269"/>
                    </a:cubicBezTo>
                    <a:cubicBezTo>
                      <a:pt x="621" y="1413"/>
                      <a:pt x="801" y="1478"/>
                      <a:pt x="978" y="1478"/>
                    </a:cubicBezTo>
                    <a:cubicBezTo>
                      <a:pt x="1353" y="1478"/>
                      <a:pt x="1718" y="1188"/>
                      <a:pt x="1718" y="740"/>
                    </a:cubicBezTo>
                    <a:cubicBezTo>
                      <a:pt x="1718" y="344"/>
                      <a:pt x="1401" y="1"/>
                      <a:pt x="10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Google Shape;2343;p35"/>
              <p:cNvSpPr/>
              <p:nvPr/>
            </p:nvSpPr>
            <p:spPr>
              <a:xfrm>
                <a:off x="5804275" y="838450"/>
                <a:ext cx="3897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59" h="1311" extrusionOk="0">
                    <a:moveTo>
                      <a:pt x="898" y="1"/>
                    </a:moveTo>
                    <a:cubicBezTo>
                      <a:pt x="291" y="1"/>
                      <a:pt x="0" y="714"/>
                      <a:pt x="423" y="1110"/>
                    </a:cubicBezTo>
                    <a:cubicBezTo>
                      <a:pt x="562" y="1249"/>
                      <a:pt x="732" y="1311"/>
                      <a:pt x="897" y="1311"/>
                    </a:cubicBezTo>
                    <a:cubicBezTo>
                      <a:pt x="1237" y="1311"/>
                      <a:pt x="1559" y="1051"/>
                      <a:pt x="1559" y="661"/>
                    </a:cubicBezTo>
                    <a:cubicBezTo>
                      <a:pt x="1559" y="291"/>
                      <a:pt x="1242" y="1"/>
                      <a:pt x="8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Google Shape;2344;p35"/>
              <p:cNvSpPr/>
              <p:nvPr/>
            </p:nvSpPr>
            <p:spPr>
              <a:xfrm>
                <a:off x="6315375" y="115475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2"/>
                      <a:pt x="1" y="661"/>
                    </a:cubicBezTo>
                    <a:cubicBezTo>
                      <a:pt x="1" y="1031"/>
                      <a:pt x="291" y="1322"/>
                      <a:pt x="661" y="1322"/>
                    </a:cubicBezTo>
                    <a:cubicBezTo>
                      <a:pt x="1031" y="1322"/>
                      <a:pt x="1322" y="1031"/>
                      <a:pt x="1322" y="661"/>
                    </a:cubicBezTo>
                    <a:cubicBezTo>
                      <a:pt x="1322" y="292"/>
                      <a:pt x="1031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Google Shape;2345;p35"/>
              <p:cNvSpPr/>
              <p:nvPr/>
            </p:nvSpPr>
            <p:spPr>
              <a:xfrm>
                <a:off x="6045300" y="2040900"/>
                <a:ext cx="3105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47" extrusionOk="0">
                    <a:moveTo>
                      <a:pt x="758" y="1"/>
                    </a:moveTo>
                    <a:cubicBezTo>
                      <a:pt x="743" y="1"/>
                      <a:pt x="728" y="1"/>
                      <a:pt x="714" y="3"/>
                    </a:cubicBezTo>
                    <a:cubicBezTo>
                      <a:pt x="238" y="3"/>
                      <a:pt x="0" y="558"/>
                      <a:pt x="344" y="901"/>
                    </a:cubicBezTo>
                    <a:cubicBezTo>
                      <a:pt x="453" y="1001"/>
                      <a:pt x="583" y="1046"/>
                      <a:pt x="709" y="1046"/>
                    </a:cubicBezTo>
                    <a:cubicBezTo>
                      <a:pt x="983" y="1046"/>
                      <a:pt x="1242" y="838"/>
                      <a:pt x="1242" y="531"/>
                    </a:cubicBezTo>
                    <a:cubicBezTo>
                      <a:pt x="1242" y="230"/>
                      <a:pt x="1028" y="1"/>
                      <a:pt x="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Google Shape;2346;p35"/>
              <p:cNvSpPr/>
              <p:nvPr/>
            </p:nvSpPr>
            <p:spPr>
              <a:xfrm>
                <a:off x="6624425" y="1949175"/>
                <a:ext cx="2577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1004" extrusionOk="0">
                    <a:moveTo>
                      <a:pt x="503" y="0"/>
                    </a:moveTo>
                    <a:cubicBezTo>
                      <a:pt x="239" y="0"/>
                      <a:pt x="1" y="212"/>
                      <a:pt x="1" y="502"/>
                    </a:cubicBezTo>
                    <a:cubicBezTo>
                      <a:pt x="1" y="793"/>
                      <a:pt x="239" y="1004"/>
                      <a:pt x="503" y="1004"/>
                    </a:cubicBezTo>
                    <a:cubicBezTo>
                      <a:pt x="793" y="1004"/>
                      <a:pt x="1031" y="793"/>
                      <a:pt x="1031" y="502"/>
                    </a:cubicBezTo>
                    <a:cubicBezTo>
                      <a:pt x="1031" y="212"/>
                      <a:pt x="793" y="0"/>
                      <a:pt x="5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Google Shape;2347;p35"/>
              <p:cNvSpPr/>
              <p:nvPr/>
            </p:nvSpPr>
            <p:spPr>
              <a:xfrm>
                <a:off x="6839050" y="2318975"/>
                <a:ext cx="43600" cy="37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505" extrusionOk="0">
                    <a:moveTo>
                      <a:pt x="978" y="0"/>
                    </a:moveTo>
                    <a:cubicBezTo>
                      <a:pt x="317" y="0"/>
                      <a:pt x="0" y="819"/>
                      <a:pt x="449" y="1295"/>
                    </a:cubicBezTo>
                    <a:cubicBezTo>
                      <a:pt x="602" y="1439"/>
                      <a:pt x="791" y="1504"/>
                      <a:pt x="976" y="1504"/>
                    </a:cubicBezTo>
                    <a:cubicBezTo>
                      <a:pt x="1367" y="1504"/>
                      <a:pt x="1744" y="1214"/>
                      <a:pt x="1744" y="766"/>
                    </a:cubicBezTo>
                    <a:cubicBezTo>
                      <a:pt x="1744" y="344"/>
                      <a:pt x="1400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Google Shape;2348;p35"/>
              <p:cNvSpPr/>
              <p:nvPr/>
            </p:nvSpPr>
            <p:spPr>
              <a:xfrm>
                <a:off x="6786875" y="2701975"/>
                <a:ext cx="3040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18" extrusionOk="0">
                    <a:moveTo>
                      <a:pt x="687" y="0"/>
                    </a:moveTo>
                    <a:cubicBezTo>
                      <a:pt x="238" y="0"/>
                      <a:pt x="1" y="555"/>
                      <a:pt x="318" y="872"/>
                    </a:cubicBezTo>
                    <a:cubicBezTo>
                      <a:pt x="426" y="973"/>
                      <a:pt x="554" y="1017"/>
                      <a:pt x="678" y="1017"/>
                    </a:cubicBezTo>
                    <a:cubicBezTo>
                      <a:pt x="945" y="1017"/>
                      <a:pt x="1198" y="809"/>
                      <a:pt x="1216" y="502"/>
                    </a:cubicBezTo>
                    <a:cubicBezTo>
                      <a:pt x="1216" y="212"/>
                      <a:pt x="978" y="0"/>
                      <a:pt x="6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Google Shape;2349;p35"/>
              <p:cNvSpPr/>
              <p:nvPr/>
            </p:nvSpPr>
            <p:spPr>
              <a:xfrm>
                <a:off x="6275775" y="1501450"/>
                <a:ext cx="46900" cy="396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586" extrusionOk="0">
                    <a:moveTo>
                      <a:pt x="1083" y="0"/>
                    </a:moveTo>
                    <a:cubicBezTo>
                      <a:pt x="370" y="0"/>
                      <a:pt x="0" y="846"/>
                      <a:pt x="502" y="1348"/>
                    </a:cubicBezTo>
                    <a:cubicBezTo>
                      <a:pt x="666" y="1512"/>
                      <a:pt x="870" y="1585"/>
                      <a:pt x="1069" y="1585"/>
                    </a:cubicBezTo>
                    <a:cubicBezTo>
                      <a:pt x="1481" y="1585"/>
                      <a:pt x="1875" y="1273"/>
                      <a:pt x="1875" y="793"/>
                    </a:cubicBezTo>
                    <a:cubicBezTo>
                      <a:pt x="1875" y="344"/>
                      <a:pt x="1506" y="0"/>
                      <a:pt x="10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Google Shape;2350;p35"/>
              <p:cNvSpPr/>
              <p:nvPr/>
            </p:nvSpPr>
            <p:spPr>
              <a:xfrm>
                <a:off x="6277750" y="852975"/>
                <a:ext cx="4360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465" extrusionOk="0">
                    <a:moveTo>
                      <a:pt x="1004" y="1"/>
                    </a:moveTo>
                    <a:cubicBezTo>
                      <a:pt x="344" y="1"/>
                      <a:pt x="0" y="793"/>
                      <a:pt x="476" y="1242"/>
                    </a:cubicBezTo>
                    <a:cubicBezTo>
                      <a:pt x="621" y="1396"/>
                      <a:pt x="806" y="1464"/>
                      <a:pt x="989" y="1464"/>
                    </a:cubicBezTo>
                    <a:cubicBezTo>
                      <a:pt x="1370" y="1464"/>
                      <a:pt x="1744" y="1169"/>
                      <a:pt x="1744" y="740"/>
                    </a:cubicBezTo>
                    <a:cubicBezTo>
                      <a:pt x="1744" y="318"/>
                      <a:pt x="1400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Google Shape;2351;p35"/>
              <p:cNvSpPr/>
              <p:nvPr/>
            </p:nvSpPr>
            <p:spPr>
              <a:xfrm>
                <a:off x="5790400" y="1037875"/>
                <a:ext cx="33700" cy="28800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152" extrusionOk="0">
                    <a:moveTo>
                      <a:pt x="793" y="1"/>
                    </a:moveTo>
                    <a:cubicBezTo>
                      <a:pt x="265" y="1"/>
                      <a:pt x="1" y="635"/>
                      <a:pt x="370" y="978"/>
                    </a:cubicBezTo>
                    <a:cubicBezTo>
                      <a:pt x="490" y="1098"/>
                      <a:pt x="635" y="1151"/>
                      <a:pt x="777" y="1151"/>
                    </a:cubicBezTo>
                    <a:cubicBezTo>
                      <a:pt x="1071" y="1151"/>
                      <a:pt x="1348" y="921"/>
                      <a:pt x="1348" y="582"/>
                    </a:cubicBezTo>
                    <a:cubicBezTo>
                      <a:pt x="1348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Google Shape;2352;p35"/>
              <p:cNvSpPr/>
              <p:nvPr/>
            </p:nvSpPr>
            <p:spPr>
              <a:xfrm>
                <a:off x="4704775" y="852975"/>
                <a:ext cx="4162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7" extrusionOk="0">
                    <a:moveTo>
                      <a:pt x="951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95" y="1361"/>
                      <a:pt x="774" y="1426"/>
                      <a:pt x="949" y="1426"/>
                    </a:cubicBezTo>
                    <a:cubicBezTo>
                      <a:pt x="1314" y="1426"/>
                      <a:pt x="1664" y="1142"/>
                      <a:pt x="1664" y="714"/>
                    </a:cubicBezTo>
                    <a:cubicBezTo>
                      <a:pt x="1664" y="318"/>
                      <a:pt x="1348" y="1"/>
                      <a:pt x="9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Google Shape;2353;p35"/>
              <p:cNvSpPr/>
              <p:nvPr/>
            </p:nvSpPr>
            <p:spPr>
              <a:xfrm>
                <a:off x="4248475" y="2602250"/>
                <a:ext cx="28400" cy="23875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955" extrusionOk="0">
                    <a:moveTo>
                      <a:pt x="634" y="1"/>
                    </a:moveTo>
                    <a:cubicBezTo>
                      <a:pt x="211" y="1"/>
                      <a:pt x="0" y="503"/>
                      <a:pt x="317" y="820"/>
                    </a:cubicBezTo>
                    <a:cubicBezTo>
                      <a:pt x="410" y="912"/>
                      <a:pt x="527" y="954"/>
                      <a:pt x="643" y="954"/>
                    </a:cubicBezTo>
                    <a:cubicBezTo>
                      <a:pt x="891" y="954"/>
                      <a:pt x="1136" y="764"/>
                      <a:pt x="1136" y="476"/>
                    </a:cubicBezTo>
                    <a:cubicBezTo>
                      <a:pt x="1110" y="212"/>
                      <a:pt x="898" y="1"/>
                      <a:pt x="6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Google Shape;2354;p35"/>
              <p:cNvSpPr/>
              <p:nvPr/>
            </p:nvSpPr>
            <p:spPr>
              <a:xfrm>
                <a:off x="4117725" y="3023575"/>
                <a:ext cx="45575" cy="3885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54" extrusionOk="0">
                    <a:moveTo>
                      <a:pt x="1057" y="0"/>
                    </a:moveTo>
                    <a:cubicBezTo>
                      <a:pt x="343" y="0"/>
                      <a:pt x="0" y="819"/>
                      <a:pt x="502" y="1321"/>
                    </a:cubicBezTo>
                    <a:cubicBezTo>
                      <a:pt x="654" y="1482"/>
                      <a:pt x="845" y="1553"/>
                      <a:pt x="1033" y="1553"/>
                    </a:cubicBezTo>
                    <a:cubicBezTo>
                      <a:pt x="1432" y="1553"/>
                      <a:pt x="1823" y="1233"/>
                      <a:pt x="1823" y="766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35"/>
              <p:cNvSpPr/>
              <p:nvPr/>
            </p:nvSpPr>
            <p:spPr>
              <a:xfrm>
                <a:off x="3732725" y="3346475"/>
                <a:ext cx="34375" cy="29425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77" extrusionOk="0">
                    <a:moveTo>
                      <a:pt x="793" y="1"/>
                    </a:moveTo>
                    <a:cubicBezTo>
                      <a:pt x="238" y="1"/>
                      <a:pt x="1" y="635"/>
                      <a:pt x="370" y="1004"/>
                    </a:cubicBezTo>
                    <a:cubicBezTo>
                      <a:pt x="489" y="1124"/>
                      <a:pt x="636" y="1177"/>
                      <a:pt x="780" y="1177"/>
                    </a:cubicBezTo>
                    <a:cubicBezTo>
                      <a:pt x="1083" y="1177"/>
                      <a:pt x="1374" y="940"/>
                      <a:pt x="1374" y="582"/>
                    </a:cubicBezTo>
                    <a:cubicBezTo>
                      <a:pt x="1374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35"/>
              <p:cNvSpPr/>
              <p:nvPr/>
            </p:nvSpPr>
            <p:spPr>
              <a:xfrm>
                <a:off x="5993125" y="1393775"/>
                <a:ext cx="41625" cy="35700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8" extrusionOk="0">
                    <a:moveTo>
                      <a:pt x="994" y="0"/>
                    </a:moveTo>
                    <a:cubicBezTo>
                      <a:pt x="980" y="0"/>
                      <a:pt x="966" y="1"/>
                      <a:pt x="952" y="2"/>
                    </a:cubicBezTo>
                    <a:cubicBezTo>
                      <a:pt x="318" y="2"/>
                      <a:pt x="1" y="768"/>
                      <a:pt x="450" y="1217"/>
                    </a:cubicBezTo>
                    <a:cubicBezTo>
                      <a:pt x="595" y="1362"/>
                      <a:pt x="774" y="1427"/>
                      <a:pt x="949" y="1427"/>
                    </a:cubicBezTo>
                    <a:cubicBezTo>
                      <a:pt x="1315" y="1427"/>
                      <a:pt x="1665" y="1144"/>
                      <a:pt x="1665" y="715"/>
                    </a:cubicBezTo>
                    <a:cubicBezTo>
                      <a:pt x="1665" y="333"/>
                      <a:pt x="1370" y="0"/>
                      <a:pt x="9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35"/>
              <p:cNvSpPr/>
              <p:nvPr/>
            </p:nvSpPr>
            <p:spPr>
              <a:xfrm>
                <a:off x="6717550" y="1311275"/>
                <a:ext cx="48875" cy="42525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1701" extrusionOk="0">
                    <a:moveTo>
                      <a:pt x="1110" y="0"/>
                    </a:moveTo>
                    <a:cubicBezTo>
                      <a:pt x="370" y="0"/>
                      <a:pt x="0" y="925"/>
                      <a:pt x="529" y="1453"/>
                    </a:cubicBezTo>
                    <a:cubicBezTo>
                      <a:pt x="699" y="1624"/>
                      <a:pt x="909" y="1701"/>
                      <a:pt x="1114" y="1701"/>
                    </a:cubicBezTo>
                    <a:cubicBezTo>
                      <a:pt x="1544" y="1701"/>
                      <a:pt x="1955" y="1364"/>
                      <a:pt x="1955" y="845"/>
                    </a:cubicBezTo>
                    <a:cubicBezTo>
                      <a:pt x="1955" y="396"/>
                      <a:pt x="1585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35"/>
              <p:cNvSpPr/>
              <p:nvPr/>
            </p:nvSpPr>
            <p:spPr>
              <a:xfrm>
                <a:off x="5272025" y="870150"/>
                <a:ext cx="45575" cy="3900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60" extrusionOk="0">
                    <a:moveTo>
                      <a:pt x="1057" y="0"/>
                    </a:moveTo>
                    <a:cubicBezTo>
                      <a:pt x="344" y="0"/>
                      <a:pt x="0" y="846"/>
                      <a:pt x="502" y="1321"/>
                    </a:cubicBezTo>
                    <a:cubicBezTo>
                      <a:pt x="659" y="1486"/>
                      <a:pt x="855" y="1560"/>
                      <a:pt x="1048" y="1560"/>
                    </a:cubicBezTo>
                    <a:cubicBezTo>
                      <a:pt x="1442" y="1560"/>
                      <a:pt x="1823" y="1254"/>
                      <a:pt x="1823" y="793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35"/>
              <p:cNvSpPr/>
              <p:nvPr/>
            </p:nvSpPr>
            <p:spPr>
              <a:xfrm>
                <a:off x="4875150" y="1137600"/>
                <a:ext cx="27100" cy="23200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928" extrusionOk="0">
                    <a:moveTo>
                      <a:pt x="634" y="0"/>
                    </a:moveTo>
                    <a:cubicBezTo>
                      <a:pt x="212" y="0"/>
                      <a:pt x="0" y="502"/>
                      <a:pt x="291" y="793"/>
                    </a:cubicBezTo>
                    <a:cubicBezTo>
                      <a:pt x="384" y="886"/>
                      <a:pt x="500" y="928"/>
                      <a:pt x="614" y="928"/>
                    </a:cubicBezTo>
                    <a:cubicBezTo>
                      <a:pt x="853" y="928"/>
                      <a:pt x="1083" y="744"/>
                      <a:pt x="1083" y="476"/>
                    </a:cubicBezTo>
                    <a:cubicBezTo>
                      <a:pt x="1083" y="211"/>
                      <a:pt x="872" y="0"/>
                      <a:pt x="6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Google Shape;2360;p35"/>
              <p:cNvSpPr/>
              <p:nvPr/>
            </p:nvSpPr>
            <p:spPr>
              <a:xfrm>
                <a:off x="5337400" y="1685025"/>
                <a:ext cx="4095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1427" extrusionOk="0">
                    <a:moveTo>
                      <a:pt x="925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86" y="1361"/>
                      <a:pt x="759" y="1426"/>
                      <a:pt x="930" y="1426"/>
                    </a:cubicBezTo>
                    <a:cubicBezTo>
                      <a:pt x="1288" y="1426"/>
                      <a:pt x="1638" y="1142"/>
                      <a:pt x="1638" y="714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Google Shape;2361;p35"/>
              <p:cNvSpPr/>
              <p:nvPr/>
            </p:nvSpPr>
            <p:spPr>
              <a:xfrm>
                <a:off x="5670225" y="1937950"/>
                <a:ext cx="4030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1363" extrusionOk="0">
                    <a:moveTo>
                      <a:pt x="925" y="0"/>
                    </a:moveTo>
                    <a:cubicBezTo>
                      <a:pt x="317" y="0"/>
                      <a:pt x="0" y="740"/>
                      <a:pt x="423" y="1162"/>
                    </a:cubicBezTo>
                    <a:cubicBezTo>
                      <a:pt x="569" y="1300"/>
                      <a:pt x="746" y="1362"/>
                      <a:pt x="919" y="1362"/>
                    </a:cubicBezTo>
                    <a:cubicBezTo>
                      <a:pt x="1275" y="1362"/>
                      <a:pt x="1611" y="1097"/>
                      <a:pt x="1611" y="687"/>
                    </a:cubicBezTo>
                    <a:cubicBezTo>
                      <a:pt x="1611" y="291"/>
                      <a:pt x="1294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Google Shape;2362;p35"/>
              <p:cNvSpPr/>
              <p:nvPr/>
            </p:nvSpPr>
            <p:spPr>
              <a:xfrm>
                <a:off x="6135100" y="1760300"/>
                <a:ext cx="31725" cy="2720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8" extrusionOk="0">
                    <a:moveTo>
                      <a:pt x="740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56" y="1038"/>
                      <a:pt x="594" y="1088"/>
                      <a:pt x="729" y="1088"/>
                    </a:cubicBezTo>
                    <a:cubicBezTo>
                      <a:pt x="1006" y="1088"/>
                      <a:pt x="1269" y="875"/>
                      <a:pt x="1269" y="555"/>
                    </a:cubicBezTo>
                    <a:cubicBezTo>
                      <a:pt x="1269" y="239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Google Shape;2363;p35"/>
              <p:cNvSpPr/>
              <p:nvPr/>
            </p:nvSpPr>
            <p:spPr>
              <a:xfrm>
                <a:off x="6473200" y="2210000"/>
                <a:ext cx="38775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330" extrusionOk="0">
                    <a:moveTo>
                      <a:pt x="873" y="1"/>
                    </a:moveTo>
                    <a:cubicBezTo>
                      <a:pt x="291" y="1"/>
                      <a:pt x="1" y="714"/>
                      <a:pt x="424" y="1137"/>
                    </a:cubicBezTo>
                    <a:cubicBezTo>
                      <a:pt x="557" y="1270"/>
                      <a:pt x="720" y="1330"/>
                      <a:pt x="879" y="1330"/>
                    </a:cubicBezTo>
                    <a:cubicBezTo>
                      <a:pt x="1223" y="1330"/>
                      <a:pt x="1551" y="1050"/>
                      <a:pt x="1533" y="635"/>
                    </a:cubicBezTo>
                    <a:cubicBezTo>
                      <a:pt x="1533" y="291"/>
                      <a:pt x="1242" y="1"/>
                      <a:pt x="8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Google Shape;2364;p35"/>
              <p:cNvSpPr/>
              <p:nvPr/>
            </p:nvSpPr>
            <p:spPr>
              <a:xfrm>
                <a:off x="6259250" y="2629325"/>
                <a:ext cx="4362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517" extrusionOk="0">
                    <a:moveTo>
                      <a:pt x="1004" y="1"/>
                    </a:moveTo>
                    <a:cubicBezTo>
                      <a:pt x="318" y="1"/>
                      <a:pt x="1" y="820"/>
                      <a:pt x="476" y="1295"/>
                    </a:cubicBezTo>
                    <a:cubicBezTo>
                      <a:pt x="621" y="1448"/>
                      <a:pt x="804" y="1517"/>
                      <a:pt x="985" y="1517"/>
                    </a:cubicBezTo>
                    <a:cubicBezTo>
                      <a:pt x="1368" y="1517"/>
                      <a:pt x="1744" y="1215"/>
                      <a:pt x="1744" y="767"/>
                    </a:cubicBezTo>
                    <a:cubicBezTo>
                      <a:pt x="1744" y="344"/>
                      <a:pt x="1401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Google Shape;2365;p35"/>
              <p:cNvSpPr/>
              <p:nvPr/>
            </p:nvSpPr>
            <p:spPr>
              <a:xfrm>
                <a:off x="5485975" y="2449725"/>
                <a:ext cx="34375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50" extrusionOk="0">
                    <a:moveTo>
                      <a:pt x="793" y="0"/>
                    </a:moveTo>
                    <a:cubicBezTo>
                      <a:pt x="265" y="0"/>
                      <a:pt x="1" y="608"/>
                      <a:pt x="370" y="978"/>
                    </a:cubicBezTo>
                    <a:cubicBezTo>
                      <a:pt x="489" y="1097"/>
                      <a:pt x="636" y="1150"/>
                      <a:pt x="780" y="1150"/>
                    </a:cubicBezTo>
                    <a:cubicBezTo>
                      <a:pt x="1083" y="1150"/>
                      <a:pt x="1374" y="913"/>
                      <a:pt x="1374" y="555"/>
                    </a:cubicBezTo>
                    <a:cubicBezTo>
                      <a:pt x="1374" y="238"/>
                      <a:pt x="1110" y="0"/>
                      <a:pt x="7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Google Shape;2366;p35"/>
              <p:cNvSpPr/>
              <p:nvPr/>
            </p:nvSpPr>
            <p:spPr>
              <a:xfrm>
                <a:off x="5972650" y="2263500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5" y="0"/>
                    </a:moveTo>
                    <a:cubicBezTo>
                      <a:pt x="344" y="0"/>
                      <a:pt x="1" y="819"/>
                      <a:pt x="476" y="1295"/>
                    </a:cubicBezTo>
                    <a:cubicBezTo>
                      <a:pt x="629" y="1448"/>
                      <a:pt x="818" y="1516"/>
                      <a:pt x="1004" y="1516"/>
                    </a:cubicBezTo>
                    <a:cubicBezTo>
                      <a:pt x="1394" y="1516"/>
                      <a:pt x="1771" y="1214"/>
                      <a:pt x="1771" y="766"/>
                    </a:cubicBezTo>
                    <a:cubicBezTo>
                      <a:pt x="1771" y="344"/>
                      <a:pt x="1427" y="0"/>
                      <a:pt x="10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Google Shape;2367;p35"/>
              <p:cNvSpPr/>
              <p:nvPr/>
            </p:nvSpPr>
            <p:spPr>
              <a:xfrm>
                <a:off x="5106275" y="2456975"/>
                <a:ext cx="46900" cy="401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606" extrusionOk="0">
                    <a:moveTo>
                      <a:pt x="1083" y="1"/>
                    </a:moveTo>
                    <a:cubicBezTo>
                      <a:pt x="370" y="1"/>
                      <a:pt x="0" y="872"/>
                      <a:pt x="502" y="1374"/>
                    </a:cubicBezTo>
                    <a:cubicBezTo>
                      <a:pt x="671" y="1534"/>
                      <a:pt x="871" y="1606"/>
                      <a:pt x="1066" y="1606"/>
                    </a:cubicBezTo>
                    <a:cubicBezTo>
                      <a:pt x="1483" y="1606"/>
                      <a:pt x="1876" y="1279"/>
                      <a:pt x="1876" y="793"/>
                    </a:cubicBezTo>
                    <a:cubicBezTo>
                      <a:pt x="1876" y="371"/>
                      <a:pt x="1532" y="1"/>
                      <a:pt x="10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Google Shape;2368;p35"/>
              <p:cNvSpPr/>
              <p:nvPr/>
            </p:nvSpPr>
            <p:spPr>
              <a:xfrm>
                <a:off x="4461750" y="2361900"/>
                <a:ext cx="3900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1311" extrusionOk="0">
                    <a:moveTo>
                      <a:pt x="899" y="0"/>
                    </a:moveTo>
                    <a:cubicBezTo>
                      <a:pt x="291" y="0"/>
                      <a:pt x="1" y="687"/>
                      <a:pt x="424" y="1110"/>
                    </a:cubicBezTo>
                    <a:cubicBezTo>
                      <a:pt x="562" y="1248"/>
                      <a:pt x="732" y="1310"/>
                      <a:pt x="898" y="1310"/>
                    </a:cubicBezTo>
                    <a:cubicBezTo>
                      <a:pt x="1238" y="1310"/>
                      <a:pt x="1559" y="1051"/>
                      <a:pt x="1559" y="660"/>
                    </a:cubicBezTo>
                    <a:cubicBezTo>
                      <a:pt x="1533" y="291"/>
                      <a:pt x="1242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Google Shape;2369;p35"/>
              <p:cNvSpPr/>
              <p:nvPr/>
            </p:nvSpPr>
            <p:spPr>
              <a:xfrm>
                <a:off x="4739775" y="1942575"/>
                <a:ext cx="45375" cy="38550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1542" extrusionOk="0">
                    <a:moveTo>
                      <a:pt x="1031" y="0"/>
                    </a:moveTo>
                    <a:cubicBezTo>
                      <a:pt x="344" y="0"/>
                      <a:pt x="0" y="819"/>
                      <a:pt x="502" y="1321"/>
                    </a:cubicBezTo>
                    <a:cubicBezTo>
                      <a:pt x="654" y="1473"/>
                      <a:pt x="844" y="1541"/>
                      <a:pt x="1032" y="1541"/>
                    </a:cubicBezTo>
                    <a:cubicBezTo>
                      <a:pt x="1429" y="1541"/>
                      <a:pt x="1814" y="1233"/>
                      <a:pt x="1797" y="766"/>
                    </a:cubicBezTo>
                    <a:cubicBezTo>
                      <a:pt x="1797" y="343"/>
                      <a:pt x="1453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Google Shape;2370;p35"/>
              <p:cNvSpPr/>
              <p:nvPr/>
            </p:nvSpPr>
            <p:spPr>
              <a:xfrm>
                <a:off x="4826275" y="1607775"/>
                <a:ext cx="30400" cy="310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242" extrusionOk="0">
                    <a:moveTo>
                      <a:pt x="608" y="0"/>
                    </a:moveTo>
                    <a:cubicBezTo>
                      <a:pt x="265" y="0"/>
                      <a:pt x="1" y="291"/>
                      <a:pt x="1" y="634"/>
                    </a:cubicBezTo>
                    <a:cubicBezTo>
                      <a:pt x="1" y="951"/>
                      <a:pt x="265" y="1242"/>
                      <a:pt x="608" y="1242"/>
                    </a:cubicBezTo>
                    <a:cubicBezTo>
                      <a:pt x="952" y="1242"/>
                      <a:pt x="1216" y="951"/>
                      <a:pt x="1216" y="634"/>
                    </a:cubicBezTo>
                    <a:cubicBezTo>
                      <a:pt x="1216" y="291"/>
                      <a:pt x="952" y="0"/>
                      <a:pt x="6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Google Shape;2371;p35"/>
              <p:cNvSpPr/>
              <p:nvPr/>
            </p:nvSpPr>
            <p:spPr>
              <a:xfrm>
                <a:off x="3839700" y="2713225"/>
                <a:ext cx="35700" cy="30375"/>
              </a:xfrm>
              <a:custGeom>
                <a:avLst/>
                <a:gdLst/>
                <a:ahLst/>
                <a:cxnLst/>
                <a:rect l="l" t="t" r="r" b="b"/>
                <a:pathLst>
                  <a:path w="1428" h="1215" extrusionOk="0">
                    <a:moveTo>
                      <a:pt x="623" y="0"/>
                    </a:moveTo>
                    <a:cubicBezTo>
                      <a:pt x="304" y="0"/>
                      <a:pt x="1" y="249"/>
                      <a:pt x="1" y="607"/>
                    </a:cubicBezTo>
                    <a:cubicBezTo>
                      <a:pt x="1" y="950"/>
                      <a:pt x="291" y="1215"/>
                      <a:pt x="635" y="1215"/>
                    </a:cubicBezTo>
                    <a:cubicBezTo>
                      <a:pt x="1163" y="1215"/>
                      <a:pt x="1427" y="554"/>
                      <a:pt x="1057" y="184"/>
                    </a:cubicBezTo>
                    <a:cubicBezTo>
                      <a:pt x="929" y="57"/>
                      <a:pt x="774" y="0"/>
                      <a:pt x="6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Google Shape;2372;p35"/>
              <p:cNvSpPr/>
              <p:nvPr/>
            </p:nvSpPr>
            <p:spPr>
              <a:xfrm>
                <a:off x="3579525" y="2509150"/>
                <a:ext cx="317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62" extrusionOk="0">
                    <a:moveTo>
                      <a:pt x="740" y="1"/>
                    </a:moveTo>
                    <a:cubicBezTo>
                      <a:pt x="238" y="1"/>
                      <a:pt x="0" y="555"/>
                      <a:pt x="344" y="899"/>
                    </a:cubicBezTo>
                    <a:cubicBezTo>
                      <a:pt x="456" y="1011"/>
                      <a:pt x="594" y="1061"/>
                      <a:pt x="728" y="1061"/>
                    </a:cubicBezTo>
                    <a:cubicBezTo>
                      <a:pt x="1005" y="1061"/>
                      <a:pt x="1268" y="849"/>
                      <a:pt x="1268" y="529"/>
                    </a:cubicBezTo>
                    <a:cubicBezTo>
                      <a:pt x="1268" y="238"/>
                      <a:pt x="1031" y="1"/>
                      <a:pt x="7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Google Shape;2373;p35"/>
              <p:cNvSpPr/>
              <p:nvPr/>
            </p:nvSpPr>
            <p:spPr>
              <a:xfrm>
                <a:off x="2829350" y="2709900"/>
                <a:ext cx="44275" cy="37700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08" extrusionOk="0">
                    <a:moveTo>
                      <a:pt x="1031" y="0"/>
                    </a:moveTo>
                    <a:cubicBezTo>
                      <a:pt x="344" y="0"/>
                      <a:pt x="1" y="793"/>
                      <a:pt x="476" y="1268"/>
                    </a:cubicBezTo>
                    <a:cubicBezTo>
                      <a:pt x="633" y="1433"/>
                      <a:pt x="826" y="1507"/>
                      <a:pt x="1016" y="1507"/>
                    </a:cubicBezTo>
                    <a:cubicBezTo>
                      <a:pt x="1402" y="1507"/>
                      <a:pt x="1771" y="1201"/>
                      <a:pt x="1771" y="740"/>
                    </a:cubicBezTo>
                    <a:cubicBezTo>
                      <a:pt x="1771" y="317"/>
                      <a:pt x="1427" y="0"/>
                      <a:pt x="10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Google Shape;2374;p35"/>
              <p:cNvSpPr/>
              <p:nvPr/>
            </p:nvSpPr>
            <p:spPr>
              <a:xfrm>
                <a:off x="2653700" y="3364975"/>
                <a:ext cx="24450" cy="24450"/>
              </a:xfrm>
              <a:custGeom>
                <a:avLst/>
                <a:gdLst/>
                <a:ahLst/>
                <a:cxnLst/>
                <a:rect l="l" t="t" r="r" b="b"/>
                <a:pathLst>
                  <a:path w="978" h="978" extrusionOk="0">
                    <a:moveTo>
                      <a:pt x="502" y="0"/>
                    </a:moveTo>
                    <a:cubicBezTo>
                      <a:pt x="238" y="0"/>
                      <a:pt x="1" y="212"/>
                      <a:pt x="1" y="476"/>
                    </a:cubicBezTo>
                    <a:cubicBezTo>
                      <a:pt x="1" y="766"/>
                      <a:pt x="238" y="978"/>
                      <a:pt x="502" y="978"/>
                    </a:cubicBezTo>
                    <a:cubicBezTo>
                      <a:pt x="767" y="978"/>
                      <a:pt x="978" y="766"/>
                      <a:pt x="978" y="476"/>
                    </a:cubicBezTo>
                    <a:cubicBezTo>
                      <a:pt x="978" y="212"/>
                      <a:pt x="767" y="0"/>
                      <a:pt x="5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Google Shape;2375;p35"/>
              <p:cNvSpPr/>
              <p:nvPr/>
            </p:nvSpPr>
            <p:spPr>
              <a:xfrm>
                <a:off x="3407175" y="3055275"/>
                <a:ext cx="27750" cy="2775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110" extrusionOk="0">
                    <a:moveTo>
                      <a:pt x="555" y="0"/>
                    </a:moveTo>
                    <a:cubicBezTo>
                      <a:pt x="238" y="0"/>
                      <a:pt x="0" y="238"/>
                      <a:pt x="0" y="555"/>
                    </a:cubicBezTo>
                    <a:cubicBezTo>
                      <a:pt x="0" y="872"/>
                      <a:pt x="238" y="1109"/>
                      <a:pt x="555" y="1109"/>
                    </a:cubicBezTo>
                    <a:cubicBezTo>
                      <a:pt x="872" y="1109"/>
                      <a:pt x="1110" y="872"/>
                      <a:pt x="1110" y="555"/>
                    </a:cubicBezTo>
                    <a:cubicBezTo>
                      <a:pt x="1110" y="238"/>
                      <a:pt x="872" y="0"/>
                      <a:pt x="5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Google Shape;2376;p35"/>
              <p:cNvSpPr/>
              <p:nvPr/>
            </p:nvSpPr>
            <p:spPr>
              <a:xfrm>
                <a:off x="3329250" y="3558450"/>
                <a:ext cx="46250" cy="40175"/>
              </a:xfrm>
              <a:custGeom>
                <a:avLst/>
                <a:gdLst/>
                <a:ahLst/>
                <a:cxnLst/>
                <a:rect l="l" t="t" r="r" b="b"/>
                <a:pathLst>
                  <a:path w="1850" h="1607" extrusionOk="0">
                    <a:moveTo>
                      <a:pt x="1057" y="1"/>
                    </a:moveTo>
                    <a:cubicBezTo>
                      <a:pt x="344" y="1"/>
                      <a:pt x="0" y="872"/>
                      <a:pt x="502" y="1374"/>
                    </a:cubicBezTo>
                    <a:cubicBezTo>
                      <a:pt x="663" y="1535"/>
                      <a:pt x="859" y="1606"/>
                      <a:pt x="1052" y="1606"/>
                    </a:cubicBezTo>
                    <a:cubicBezTo>
                      <a:pt x="1459" y="1606"/>
                      <a:pt x="1849" y="1286"/>
                      <a:pt x="1849" y="820"/>
                    </a:cubicBezTo>
                    <a:cubicBezTo>
                      <a:pt x="1849" y="370"/>
                      <a:pt x="1506" y="1"/>
                      <a:pt x="10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Google Shape;2377;p35"/>
              <p:cNvSpPr/>
              <p:nvPr/>
            </p:nvSpPr>
            <p:spPr>
              <a:xfrm>
                <a:off x="3611225" y="3969200"/>
                <a:ext cx="39650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63" extrusionOk="0">
                    <a:moveTo>
                      <a:pt x="898" y="0"/>
                    </a:moveTo>
                    <a:cubicBezTo>
                      <a:pt x="291" y="0"/>
                      <a:pt x="0" y="740"/>
                      <a:pt x="423" y="1163"/>
                    </a:cubicBezTo>
                    <a:cubicBezTo>
                      <a:pt x="561" y="1300"/>
                      <a:pt x="732" y="1362"/>
                      <a:pt x="900" y="1362"/>
                    </a:cubicBezTo>
                    <a:cubicBezTo>
                      <a:pt x="1249" y="1362"/>
                      <a:pt x="1585" y="1097"/>
                      <a:pt x="1585" y="687"/>
                    </a:cubicBezTo>
                    <a:cubicBezTo>
                      <a:pt x="1585" y="317"/>
                      <a:pt x="1268" y="0"/>
                      <a:pt x="8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Google Shape;2378;p35"/>
              <p:cNvSpPr/>
              <p:nvPr/>
            </p:nvSpPr>
            <p:spPr>
              <a:xfrm>
                <a:off x="3105375" y="4337025"/>
                <a:ext cx="4362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490" extrusionOk="0">
                    <a:moveTo>
                      <a:pt x="978" y="0"/>
                    </a:moveTo>
                    <a:cubicBezTo>
                      <a:pt x="318" y="0"/>
                      <a:pt x="1" y="792"/>
                      <a:pt x="450" y="1268"/>
                    </a:cubicBezTo>
                    <a:cubicBezTo>
                      <a:pt x="603" y="1421"/>
                      <a:pt x="792" y="1489"/>
                      <a:pt x="977" y="1489"/>
                    </a:cubicBezTo>
                    <a:cubicBezTo>
                      <a:pt x="1368" y="1489"/>
                      <a:pt x="1744" y="1187"/>
                      <a:pt x="1744" y="740"/>
                    </a:cubicBezTo>
                    <a:cubicBezTo>
                      <a:pt x="1744" y="317"/>
                      <a:pt x="1401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Google Shape;2379;p35"/>
              <p:cNvSpPr/>
              <p:nvPr/>
            </p:nvSpPr>
            <p:spPr>
              <a:xfrm>
                <a:off x="2169650" y="4735875"/>
                <a:ext cx="48250" cy="409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638" extrusionOk="0">
                    <a:moveTo>
                      <a:pt x="1110" y="0"/>
                    </a:moveTo>
                    <a:cubicBezTo>
                      <a:pt x="371" y="0"/>
                      <a:pt x="1" y="872"/>
                      <a:pt x="529" y="1400"/>
                    </a:cubicBezTo>
                    <a:cubicBezTo>
                      <a:pt x="692" y="1563"/>
                      <a:pt x="897" y="1637"/>
                      <a:pt x="1099" y="1637"/>
                    </a:cubicBezTo>
                    <a:cubicBezTo>
                      <a:pt x="1520" y="1637"/>
                      <a:pt x="1929" y="1318"/>
                      <a:pt x="1929" y="819"/>
                    </a:cubicBezTo>
                    <a:cubicBezTo>
                      <a:pt x="1929" y="370"/>
                      <a:pt x="1559" y="0"/>
                      <a:pt x="1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Google Shape;2380;p35"/>
              <p:cNvSpPr/>
              <p:nvPr/>
            </p:nvSpPr>
            <p:spPr>
              <a:xfrm>
                <a:off x="2569825" y="3989675"/>
                <a:ext cx="396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1356" extrusionOk="0">
                    <a:moveTo>
                      <a:pt x="899" y="0"/>
                    </a:moveTo>
                    <a:cubicBezTo>
                      <a:pt x="291" y="0"/>
                      <a:pt x="1" y="713"/>
                      <a:pt x="424" y="1162"/>
                    </a:cubicBezTo>
                    <a:cubicBezTo>
                      <a:pt x="557" y="1296"/>
                      <a:pt x="722" y="1356"/>
                      <a:pt x="886" y="1356"/>
                    </a:cubicBezTo>
                    <a:cubicBezTo>
                      <a:pt x="1240" y="1356"/>
                      <a:pt x="1586" y="1076"/>
                      <a:pt x="1586" y="661"/>
                    </a:cubicBezTo>
                    <a:cubicBezTo>
                      <a:pt x="1586" y="291"/>
                      <a:pt x="1269" y="0"/>
                      <a:pt x="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Google Shape;2381;p35"/>
              <p:cNvSpPr/>
              <p:nvPr/>
            </p:nvSpPr>
            <p:spPr>
              <a:xfrm>
                <a:off x="2056075" y="3835350"/>
                <a:ext cx="30400" cy="2557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23" extrusionOk="0">
                    <a:moveTo>
                      <a:pt x="703" y="0"/>
                    </a:moveTo>
                    <a:cubicBezTo>
                      <a:pt x="576" y="0"/>
                      <a:pt x="448" y="47"/>
                      <a:pt x="344" y="151"/>
                    </a:cubicBezTo>
                    <a:cubicBezTo>
                      <a:pt x="1" y="468"/>
                      <a:pt x="238" y="1022"/>
                      <a:pt x="714" y="1022"/>
                    </a:cubicBezTo>
                    <a:cubicBezTo>
                      <a:pt x="978" y="1022"/>
                      <a:pt x="1216" y="785"/>
                      <a:pt x="1216" y="521"/>
                    </a:cubicBezTo>
                    <a:cubicBezTo>
                      <a:pt x="1216" y="200"/>
                      <a:pt x="964" y="0"/>
                      <a:pt x="7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Google Shape;2382;p35"/>
              <p:cNvSpPr/>
              <p:nvPr/>
            </p:nvSpPr>
            <p:spPr>
              <a:xfrm>
                <a:off x="2179575" y="3399300"/>
                <a:ext cx="310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62" extrusionOk="0">
                    <a:moveTo>
                      <a:pt x="713" y="1"/>
                    </a:moveTo>
                    <a:cubicBezTo>
                      <a:pt x="238" y="1"/>
                      <a:pt x="0" y="582"/>
                      <a:pt x="343" y="899"/>
                    </a:cubicBezTo>
                    <a:cubicBezTo>
                      <a:pt x="447" y="1011"/>
                      <a:pt x="579" y="1061"/>
                      <a:pt x="710" y="1061"/>
                    </a:cubicBezTo>
                    <a:cubicBezTo>
                      <a:pt x="978" y="1061"/>
                      <a:pt x="1242" y="849"/>
                      <a:pt x="1242" y="529"/>
                    </a:cubicBezTo>
                    <a:cubicBezTo>
                      <a:pt x="1242" y="239"/>
                      <a:pt x="1004" y="1"/>
                      <a:pt x="7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35"/>
              <p:cNvSpPr/>
              <p:nvPr/>
            </p:nvSpPr>
            <p:spPr>
              <a:xfrm>
                <a:off x="1885700" y="3061200"/>
                <a:ext cx="29750" cy="249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998" extrusionOk="0">
                    <a:moveTo>
                      <a:pt x="687" y="1"/>
                    </a:moveTo>
                    <a:cubicBezTo>
                      <a:pt x="238" y="1"/>
                      <a:pt x="1" y="529"/>
                      <a:pt x="318" y="846"/>
                    </a:cubicBezTo>
                    <a:cubicBezTo>
                      <a:pt x="422" y="951"/>
                      <a:pt x="553" y="998"/>
                      <a:pt x="681" y="998"/>
                    </a:cubicBezTo>
                    <a:cubicBezTo>
                      <a:pt x="940" y="998"/>
                      <a:pt x="1189" y="804"/>
                      <a:pt x="1189" y="503"/>
                    </a:cubicBezTo>
                    <a:cubicBezTo>
                      <a:pt x="1189" y="212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35"/>
              <p:cNvSpPr/>
              <p:nvPr/>
            </p:nvSpPr>
            <p:spPr>
              <a:xfrm>
                <a:off x="1716650" y="2775925"/>
                <a:ext cx="2975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1018" extrusionOk="0">
                    <a:moveTo>
                      <a:pt x="687" y="1"/>
                    </a:moveTo>
                    <a:cubicBezTo>
                      <a:pt x="238" y="1"/>
                      <a:pt x="1" y="556"/>
                      <a:pt x="318" y="873"/>
                    </a:cubicBezTo>
                    <a:cubicBezTo>
                      <a:pt x="418" y="973"/>
                      <a:pt x="542" y="1018"/>
                      <a:pt x="665" y="1018"/>
                    </a:cubicBezTo>
                    <a:cubicBezTo>
                      <a:pt x="930" y="1018"/>
                      <a:pt x="1189" y="810"/>
                      <a:pt x="1189" y="503"/>
                    </a:cubicBezTo>
                    <a:cubicBezTo>
                      <a:pt x="1189" y="239"/>
                      <a:pt x="952" y="1"/>
                      <a:pt x="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35"/>
              <p:cNvSpPr/>
              <p:nvPr/>
            </p:nvSpPr>
            <p:spPr>
              <a:xfrm>
                <a:off x="1166775" y="3292975"/>
                <a:ext cx="315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1062" extrusionOk="0">
                    <a:moveTo>
                      <a:pt x="675" y="0"/>
                    </a:moveTo>
                    <a:cubicBezTo>
                      <a:pt x="220" y="0"/>
                      <a:pt x="0" y="563"/>
                      <a:pt x="336" y="899"/>
                    </a:cubicBezTo>
                    <a:cubicBezTo>
                      <a:pt x="440" y="1012"/>
                      <a:pt x="574" y="1062"/>
                      <a:pt x="709" y="1062"/>
                    </a:cubicBezTo>
                    <a:cubicBezTo>
                      <a:pt x="985" y="1062"/>
                      <a:pt x="1260" y="849"/>
                      <a:pt x="1260" y="529"/>
                    </a:cubicBezTo>
                    <a:cubicBezTo>
                      <a:pt x="1260" y="239"/>
                      <a:pt x="1023" y="1"/>
                      <a:pt x="706" y="1"/>
                    </a:cubicBezTo>
                    <a:cubicBezTo>
                      <a:pt x="695" y="1"/>
                      <a:pt x="685" y="0"/>
                      <a:pt x="6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35"/>
              <p:cNvSpPr/>
              <p:nvPr/>
            </p:nvSpPr>
            <p:spPr>
              <a:xfrm>
                <a:off x="1496750" y="3769100"/>
                <a:ext cx="42950" cy="36300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52" extrusionOk="0">
                    <a:moveTo>
                      <a:pt x="978" y="1"/>
                    </a:moveTo>
                    <a:cubicBezTo>
                      <a:pt x="318" y="1"/>
                      <a:pt x="1" y="793"/>
                      <a:pt x="450" y="1242"/>
                    </a:cubicBezTo>
                    <a:cubicBezTo>
                      <a:pt x="603" y="1387"/>
                      <a:pt x="788" y="1452"/>
                      <a:pt x="970" y="1452"/>
                    </a:cubicBezTo>
                    <a:cubicBezTo>
                      <a:pt x="1353" y="1452"/>
                      <a:pt x="1718" y="1162"/>
                      <a:pt x="1718" y="714"/>
                    </a:cubicBezTo>
                    <a:cubicBezTo>
                      <a:pt x="1718" y="318"/>
                      <a:pt x="1374" y="1"/>
                      <a:pt x="9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35"/>
              <p:cNvSpPr/>
              <p:nvPr/>
            </p:nvSpPr>
            <p:spPr>
              <a:xfrm>
                <a:off x="1359400" y="3958625"/>
                <a:ext cx="2907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72" extrusionOk="0">
                    <a:moveTo>
                      <a:pt x="661" y="1"/>
                    </a:moveTo>
                    <a:cubicBezTo>
                      <a:pt x="212" y="1"/>
                      <a:pt x="0" y="529"/>
                      <a:pt x="317" y="820"/>
                    </a:cubicBezTo>
                    <a:cubicBezTo>
                      <a:pt x="422" y="924"/>
                      <a:pt x="550" y="971"/>
                      <a:pt x="674" y="971"/>
                    </a:cubicBezTo>
                    <a:cubicBezTo>
                      <a:pt x="926" y="971"/>
                      <a:pt x="1163" y="777"/>
                      <a:pt x="1163" y="476"/>
                    </a:cubicBezTo>
                    <a:cubicBezTo>
                      <a:pt x="1163" y="212"/>
                      <a:pt x="92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35"/>
              <p:cNvSpPr/>
              <p:nvPr/>
            </p:nvSpPr>
            <p:spPr>
              <a:xfrm>
                <a:off x="1068175" y="4338325"/>
                <a:ext cx="40325" cy="34375"/>
              </a:xfrm>
              <a:custGeom>
                <a:avLst/>
                <a:gdLst/>
                <a:ahLst/>
                <a:cxnLst/>
                <a:rect l="l" t="t" r="r" b="b"/>
                <a:pathLst>
                  <a:path w="1613" h="1375" extrusionOk="0">
                    <a:moveTo>
                      <a:pt x="925" y="1"/>
                    </a:moveTo>
                    <a:cubicBezTo>
                      <a:pt x="291" y="1"/>
                      <a:pt x="1" y="740"/>
                      <a:pt x="423" y="1163"/>
                    </a:cubicBezTo>
                    <a:cubicBezTo>
                      <a:pt x="570" y="1310"/>
                      <a:pt x="747" y="1375"/>
                      <a:pt x="920" y="1375"/>
                    </a:cubicBezTo>
                    <a:cubicBezTo>
                      <a:pt x="1276" y="1375"/>
                      <a:pt x="1612" y="1097"/>
                      <a:pt x="1612" y="688"/>
                    </a:cubicBezTo>
                    <a:cubicBezTo>
                      <a:pt x="1612" y="291"/>
                      <a:pt x="1295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35"/>
              <p:cNvSpPr/>
              <p:nvPr/>
            </p:nvSpPr>
            <p:spPr>
              <a:xfrm>
                <a:off x="533950" y="4482300"/>
                <a:ext cx="48900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69" extrusionOk="0">
                    <a:moveTo>
                      <a:pt x="1136" y="0"/>
                    </a:moveTo>
                    <a:cubicBezTo>
                      <a:pt x="370" y="0"/>
                      <a:pt x="1" y="898"/>
                      <a:pt x="529" y="1427"/>
                    </a:cubicBezTo>
                    <a:cubicBezTo>
                      <a:pt x="697" y="1594"/>
                      <a:pt x="901" y="1669"/>
                      <a:pt x="1103" y="1669"/>
                    </a:cubicBezTo>
                    <a:cubicBezTo>
                      <a:pt x="1537" y="1669"/>
                      <a:pt x="1955" y="1324"/>
                      <a:pt x="1955" y="819"/>
                    </a:cubicBezTo>
                    <a:cubicBezTo>
                      <a:pt x="1955" y="370"/>
                      <a:pt x="1585" y="0"/>
                      <a:pt x="11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35"/>
              <p:cNvSpPr/>
              <p:nvPr/>
            </p:nvSpPr>
            <p:spPr>
              <a:xfrm>
                <a:off x="895175" y="4776800"/>
                <a:ext cx="3832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33" h="1311" extrusionOk="0">
                    <a:moveTo>
                      <a:pt x="872" y="1"/>
                    </a:moveTo>
                    <a:cubicBezTo>
                      <a:pt x="291" y="1"/>
                      <a:pt x="0" y="714"/>
                      <a:pt x="396" y="1110"/>
                    </a:cubicBezTo>
                    <a:cubicBezTo>
                      <a:pt x="535" y="1249"/>
                      <a:pt x="705" y="1311"/>
                      <a:pt x="871" y="1311"/>
                    </a:cubicBezTo>
                    <a:cubicBezTo>
                      <a:pt x="1210" y="1311"/>
                      <a:pt x="1532" y="1052"/>
                      <a:pt x="1532" y="661"/>
                    </a:cubicBezTo>
                    <a:cubicBezTo>
                      <a:pt x="1532" y="291"/>
                      <a:pt x="1242" y="1"/>
                      <a:pt x="8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35"/>
              <p:cNvSpPr/>
              <p:nvPr/>
            </p:nvSpPr>
            <p:spPr>
              <a:xfrm>
                <a:off x="1537700" y="4700200"/>
                <a:ext cx="4097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383" extrusionOk="0">
                    <a:moveTo>
                      <a:pt x="925" y="1"/>
                    </a:moveTo>
                    <a:cubicBezTo>
                      <a:pt x="317" y="1"/>
                      <a:pt x="0" y="740"/>
                      <a:pt x="449" y="1190"/>
                    </a:cubicBezTo>
                    <a:cubicBezTo>
                      <a:pt x="583" y="1323"/>
                      <a:pt x="751" y="1383"/>
                      <a:pt x="918" y="1383"/>
                    </a:cubicBezTo>
                    <a:cubicBezTo>
                      <a:pt x="1280" y="1383"/>
                      <a:pt x="1638" y="1103"/>
                      <a:pt x="1638" y="688"/>
                    </a:cubicBezTo>
                    <a:cubicBezTo>
                      <a:pt x="1638" y="318"/>
                      <a:pt x="1321" y="1"/>
                      <a:pt x="9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Google Shape;2392;p35"/>
              <p:cNvSpPr/>
              <p:nvPr/>
            </p:nvSpPr>
            <p:spPr>
              <a:xfrm>
                <a:off x="1861275" y="4358050"/>
                <a:ext cx="3460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1037" extrusionOk="0">
                    <a:moveTo>
                      <a:pt x="708" y="0"/>
                    </a:moveTo>
                    <a:cubicBezTo>
                      <a:pt x="684" y="0"/>
                      <a:pt x="660" y="2"/>
                      <a:pt x="634" y="4"/>
                    </a:cubicBezTo>
                    <a:cubicBezTo>
                      <a:pt x="0" y="57"/>
                      <a:pt x="0" y="982"/>
                      <a:pt x="634" y="1034"/>
                    </a:cubicBezTo>
                    <a:cubicBezTo>
                      <a:pt x="651" y="1036"/>
                      <a:pt x="668" y="1036"/>
                      <a:pt x="684" y="1036"/>
                    </a:cubicBezTo>
                    <a:cubicBezTo>
                      <a:pt x="1376" y="1036"/>
                      <a:pt x="1384" y="0"/>
                      <a:pt x="7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Google Shape;2393;p35"/>
              <p:cNvSpPr/>
              <p:nvPr/>
            </p:nvSpPr>
            <p:spPr>
              <a:xfrm>
                <a:off x="2416625" y="439050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1"/>
                      <a:pt x="1" y="661"/>
                    </a:cubicBezTo>
                    <a:cubicBezTo>
                      <a:pt x="1" y="1004"/>
                      <a:pt x="291" y="1321"/>
                      <a:pt x="661" y="1321"/>
                    </a:cubicBezTo>
                    <a:cubicBezTo>
                      <a:pt x="1005" y="1321"/>
                      <a:pt x="1322" y="1004"/>
                      <a:pt x="1322" y="661"/>
                    </a:cubicBezTo>
                    <a:cubicBezTo>
                      <a:pt x="1322" y="291"/>
                      <a:pt x="1005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Google Shape;2394;p35"/>
              <p:cNvSpPr/>
              <p:nvPr/>
            </p:nvSpPr>
            <p:spPr>
              <a:xfrm>
                <a:off x="2930400" y="4723325"/>
                <a:ext cx="29075" cy="248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992" extrusionOk="0">
                    <a:moveTo>
                      <a:pt x="661" y="0"/>
                    </a:moveTo>
                    <a:cubicBezTo>
                      <a:pt x="238" y="0"/>
                      <a:pt x="0" y="529"/>
                      <a:pt x="317" y="846"/>
                    </a:cubicBezTo>
                    <a:cubicBezTo>
                      <a:pt x="418" y="947"/>
                      <a:pt x="541" y="992"/>
                      <a:pt x="662" y="992"/>
                    </a:cubicBezTo>
                    <a:cubicBezTo>
                      <a:pt x="918" y="992"/>
                      <a:pt x="1162" y="790"/>
                      <a:pt x="1162" y="502"/>
                    </a:cubicBezTo>
                    <a:cubicBezTo>
                      <a:pt x="1162" y="212"/>
                      <a:pt x="951" y="0"/>
                      <a:pt x="6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35"/>
              <p:cNvSpPr/>
              <p:nvPr/>
            </p:nvSpPr>
            <p:spPr>
              <a:xfrm>
                <a:off x="1503350" y="4286825"/>
                <a:ext cx="31725" cy="2717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087" extrusionOk="0">
                    <a:moveTo>
                      <a:pt x="714" y="1"/>
                    </a:moveTo>
                    <a:cubicBezTo>
                      <a:pt x="239" y="1"/>
                      <a:pt x="1" y="582"/>
                      <a:pt x="344" y="925"/>
                    </a:cubicBezTo>
                    <a:cubicBezTo>
                      <a:pt x="447" y="1036"/>
                      <a:pt x="577" y="1087"/>
                      <a:pt x="707" y="1087"/>
                    </a:cubicBezTo>
                    <a:cubicBezTo>
                      <a:pt x="977" y="1087"/>
                      <a:pt x="1242" y="868"/>
                      <a:pt x="1242" y="529"/>
                    </a:cubicBezTo>
                    <a:cubicBezTo>
                      <a:pt x="1269" y="238"/>
                      <a:pt x="1005" y="1"/>
                      <a:pt x="7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35"/>
              <p:cNvSpPr/>
              <p:nvPr/>
            </p:nvSpPr>
            <p:spPr>
              <a:xfrm>
                <a:off x="755175" y="3900525"/>
                <a:ext cx="23125" cy="23125"/>
              </a:xfrm>
              <a:custGeom>
                <a:avLst/>
                <a:gdLst/>
                <a:ahLst/>
                <a:cxnLst/>
                <a:rect l="l" t="t" r="r" b="b"/>
                <a:pathLst>
                  <a:path w="925" h="925" extrusionOk="0">
                    <a:moveTo>
                      <a:pt x="476" y="0"/>
                    </a:moveTo>
                    <a:cubicBezTo>
                      <a:pt x="212" y="0"/>
                      <a:pt x="0" y="212"/>
                      <a:pt x="0" y="476"/>
                    </a:cubicBezTo>
                    <a:cubicBezTo>
                      <a:pt x="0" y="713"/>
                      <a:pt x="212" y="925"/>
                      <a:pt x="476" y="925"/>
                    </a:cubicBezTo>
                    <a:cubicBezTo>
                      <a:pt x="714" y="925"/>
                      <a:pt x="925" y="713"/>
                      <a:pt x="925" y="476"/>
                    </a:cubicBezTo>
                    <a:cubicBezTo>
                      <a:pt x="925" y="212"/>
                      <a:pt x="714" y="0"/>
                      <a:pt x="4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35"/>
              <p:cNvSpPr/>
              <p:nvPr/>
            </p:nvSpPr>
            <p:spPr>
              <a:xfrm>
                <a:off x="1537700" y="3481200"/>
                <a:ext cx="40975" cy="35650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426" extrusionOk="0">
                    <a:moveTo>
                      <a:pt x="925" y="0"/>
                    </a:moveTo>
                    <a:cubicBezTo>
                      <a:pt x="317" y="0"/>
                      <a:pt x="0" y="766"/>
                      <a:pt x="423" y="1215"/>
                    </a:cubicBezTo>
                    <a:cubicBezTo>
                      <a:pt x="568" y="1361"/>
                      <a:pt x="747" y="1426"/>
                      <a:pt x="922" y="1426"/>
                    </a:cubicBezTo>
                    <a:cubicBezTo>
                      <a:pt x="1288" y="1426"/>
                      <a:pt x="1638" y="1142"/>
                      <a:pt x="1638" y="713"/>
                    </a:cubicBezTo>
                    <a:cubicBezTo>
                      <a:pt x="1638" y="317"/>
                      <a:pt x="1321" y="0"/>
                      <a:pt x="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35"/>
              <p:cNvSpPr/>
              <p:nvPr/>
            </p:nvSpPr>
            <p:spPr>
              <a:xfrm>
                <a:off x="782900" y="3523450"/>
                <a:ext cx="48900" cy="41900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1676" extrusionOk="0">
                    <a:moveTo>
                      <a:pt x="1110" y="1"/>
                    </a:moveTo>
                    <a:cubicBezTo>
                      <a:pt x="371" y="1"/>
                      <a:pt x="1" y="899"/>
                      <a:pt x="529" y="1427"/>
                    </a:cubicBezTo>
                    <a:cubicBezTo>
                      <a:pt x="701" y="1599"/>
                      <a:pt x="909" y="1676"/>
                      <a:pt x="1113" y="1676"/>
                    </a:cubicBezTo>
                    <a:cubicBezTo>
                      <a:pt x="1535" y="1676"/>
                      <a:pt x="1938" y="1345"/>
                      <a:pt x="1955" y="846"/>
                    </a:cubicBezTo>
                    <a:cubicBezTo>
                      <a:pt x="1955" y="371"/>
                      <a:pt x="1586" y="1"/>
                      <a:pt x="1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35"/>
              <p:cNvSpPr/>
              <p:nvPr/>
            </p:nvSpPr>
            <p:spPr>
              <a:xfrm>
                <a:off x="763275" y="2777225"/>
                <a:ext cx="2692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929" extrusionOk="0">
                    <a:moveTo>
                      <a:pt x="571" y="1"/>
                    </a:moveTo>
                    <a:cubicBezTo>
                      <a:pt x="194" y="1"/>
                      <a:pt x="1" y="485"/>
                      <a:pt x="284" y="794"/>
                    </a:cubicBezTo>
                    <a:cubicBezTo>
                      <a:pt x="377" y="887"/>
                      <a:pt x="491" y="928"/>
                      <a:pt x="603" y="928"/>
                    </a:cubicBezTo>
                    <a:cubicBezTo>
                      <a:pt x="844" y="928"/>
                      <a:pt x="1076" y="739"/>
                      <a:pt x="1076" y="451"/>
                    </a:cubicBezTo>
                    <a:cubicBezTo>
                      <a:pt x="1076" y="187"/>
                      <a:pt x="865" y="2"/>
                      <a:pt x="601" y="2"/>
                    </a:cubicBezTo>
                    <a:cubicBezTo>
                      <a:pt x="591" y="1"/>
                      <a:pt x="581" y="1"/>
                      <a:pt x="5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35"/>
              <p:cNvSpPr/>
              <p:nvPr/>
            </p:nvSpPr>
            <p:spPr>
              <a:xfrm>
                <a:off x="6819900" y="974225"/>
                <a:ext cx="44275" cy="37925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7" extrusionOk="0">
                    <a:moveTo>
                      <a:pt x="1003" y="1"/>
                    </a:moveTo>
                    <a:cubicBezTo>
                      <a:pt x="818" y="1"/>
                      <a:pt x="629" y="69"/>
                      <a:pt x="476" y="222"/>
                    </a:cubicBezTo>
                    <a:cubicBezTo>
                      <a:pt x="0" y="698"/>
                      <a:pt x="344" y="1516"/>
                      <a:pt x="1004" y="1516"/>
                    </a:cubicBezTo>
                    <a:cubicBezTo>
                      <a:pt x="1427" y="1490"/>
                      <a:pt x="1770" y="1173"/>
                      <a:pt x="1770" y="750"/>
                    </a:cubicBezTo>
                    <a:cubicBezTo>
                      <a:pt x="1770" y="303"/>
                      <a:pt x="1394" y="1"/>
                      <a:pt x="10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35"/>
              <p:cNvSpPr/>
              <p:nvPr/>
            </p:nvSpPr>
            <p:spPr>
              <a:xfrm>
                <a:off x="5587000" y="1267675"/>
                <a:ext cx="429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79" extrusionOk="0">
                    <a:moveTo>
                      <a:pt x="1005" y="1"/>
                    </a:moveTo>
                    <a:cubicBezTo>
                      <a:pt x="344" y="1"/>
                      <a:pt x="1" y="793"/>
                      <a:pt x="476" y="1269"/>
                    </a:cubicBezTo>
                    <a:cubicBezTo>
                      <a:pt x="621" y="1413"/>
                      <a:pt x="801" y="1478"/>
                      <a:pt x="978" y="1478"/>
                    </a:cubicBezTo>
                    <a:cubicBezTo>
                      <a:pt x="1353" y="1478"/>
                      <a:pt x="1718" y="1188"/>
                      <a:pt x="1718" y="740"/>
                    </a:cubicBezTo>
                    <a:cubicBezTo>
                      <a:pt x="1718" y="344"/>
                      <a:pt x="1401" y="1"/>
                      <a:pt x="10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35"/>
              <p:cNvSpPr/>
              <p:nvPr/>
            </p:nvSpPr>
            <p:spPr>
              <a:xfrm>
                <a:off x="5804275" y="838450"/>
                <a:ext cx="3897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559" h="1311" extrusionOk="0">
                    <a:moveTo>
                      <a:pt x="898" y="1"/>
                    </a:moveTo>
                    <a:cubicBezTo>
                      <a:pt x="291" y="1"/>
                      <a:pt x="0" y="714"/>
                      <a:pt x="423" y="1110"/>
                    </a:cubicBezTo>
                    <a:cubicBezTo>
                      <a:pt x="562" y="1249"/>
                      <a:pt x="732" y="1311"/>
                      <a:pt x="897" y="1311"/>
                    </a:cubicBezTo>
                    <a:cubicBezTo>
                      <a:pt x="1237" y="1311"/>
                      <a:pt x="1559" y="1051"/>
                      <a:pt x="1559" y="661"/>
                    </a:cubicBezTo>
                    <a:cubicBezTo>
                      <a:pt x="1559" y="291"/>
                      <a:pt x="1242" y="1"/>
                      <a:pt x="8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Google Shape;2403;p35"/>
              <p:cNvSpPr/>
              <p:nvPr/>
            </p:nvSpPr>
            <p:spPr>
              <a:xfrm>
                <a:off x="6315375" y="1154750"/>
                <a:ext cx="330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22" extrusionOk="0">
                    <a:moveTo>
                      <a:pt x="661" y="1"/>
                    </a:moveTo>
                    <a:cubicBezTo>
                      <a:pt x="291" y="1"/>
                      <a:pt x="1" y="292"/>
                      <a:pt x="1" y="661"/>
                    </a:cubicBezTo>
                    <a:cubicBezTo>
                      <a:pt x="1" y="1031"/>
                      <a:pt x="291" y="1322"/>
                      <a:pt x="661" y="1322"/>
                    </a:cubicBezTo>
                    <a:cubicBezTo>
                      <a:pt x="1031" y="1322"/>
                      <a:pt x="1322" y="1031"/>
                      <a:pt x="1322" y="661"/>
                    </a:cubicBezTo>
                    <a:cubicBezTo>
                      <a:pt x="1322" y="292"/>
                      <a:pt x="1031" y="1"/>
                      <a:pt x="6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Google Shape;2404;p35"/>
              <p:cNvSpPr/>
              <p:nvPr/>
            </p:nvSpPr>
            <p:spPr>
              <a:xfrm>
                <a:off x="6045300" y="2040900"/>
                <a:ext cx="3105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47" extrusionOk="0">
                    <a:moveTo>
                      <a:pt x="758" y="1"/>
                    </a:moveTo>
                    <a:cubicBezTo>
                      <a:pt x="743" y="1"/>
                      <a:pt x="728" y="1"/>
                      <a:pt x="714" y="3"/>
                    </a:cubicBezTo>
                    <a:cubicBezTo>
                      <a:pt x="238" y="3"/>
                      <a:pt x="0" y="558"/>
                      <a:pt x="344" y="901"/>
                    </a:cubicBezTo>
                    <a:cubicBezTo>
                      <a:pt x="453" y="1001"/>
                      <a:pt x="583" y="1046"/>
                      <a:pt x="709" y="1046"/>
                    </a:cubicBezTo>
                    <a:cubicBezTo>
                      <a:pt x="983" y="1046"/>
                      <a:pt x="1242" y="838"/>
                      <a:pt x="1242" y="531"/>
                    </a:cubicBezTo>
                    <a:cubicBezTo>
                      <a:pt x="1242" y="230"/>
                      <a:pt x="1028" y="1"/>
                      <a:pt x="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Google Shape;2405;p35"/>
              <p:cNvSpPr/>
              <p:nvPr/>
            </p:nvSpPr>
            <p:spPr>
              <a:xfrm>
                <a:off x="6624425" y="1949175"/>
                <a:ext cx="2577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1004" extrusionOk="0">
                    <a:moveTo>
                      <a:pt x="503" y="0"/>
                    </a:moveTo>
                    <a:cubicBezTo>
                      <a:pt x="239" y="0"/>
                      <a:pt x="1" y="212"/>
                      <a:pt x="1" y="502"/>
                    </a:cubicBezTo>
                    <a:cubicBezTo>
                      <a:pt x="1" y="793"/>
                      <a:pt x="239" y="1004"/>
                      <a:pt x="503" y="1004"/>
                    </a:cubicBezTo>
                    <a:cubicBezTo>
                      <a:pt x="793" y="1004"/>
                      <a:pt x="1031" y="793"/>
                      <a:pt x="1031" y="502"/>
                    </a:cubicBezTo>
                    <a:cubicBezTo>
                      <a:pt x="1031" y="212"/>
                      <a:pt x="793" y="0"/>
                      <a:pt x="5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Google Shape;2406;p35"/>
              <p:cNvSpPr/>
              <p:nvPr/>
            </p:nvSpPr>
            <p:spPr>
              <a:xfrm>
                <a:off x="6839050" y="2318975"/>
                <a:ext cx="43600" cy="37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505" extrusionOk="0">
                    <a:moveTo>
                      <a:pt x="978" y="0"/>
                    </a:moveTo>
                    <a:cubicBezTo>
                      <a:pt x="317" y="0"/>
                      <a:pt x="0" y="819"/>
                      <a:pt x="449" y="1295"/>
                    </a:cubicBezTo>
                    <a:cubicBezTo>
                      <a:pt x="602" y="1439"/>
                      <a:pt x="791" y="1504"/>
                      <a:pt x="976" y="1504"/>
                    </a:cubicBezTo>
                    <a:cubicBezTo>
                      <a:pt x="1367" y="1504"/>
                      <a:pt x="1744" y="1214"/>
                      <a:pt x="1744" y="766"/>
                    </a:cubicBezTo>
                    <a:cubicBezTo>
                      <a:pt x="1744" y="344"/>
                      <a:pt x="1400" y="0"/>
                      <a:pt x="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Google Shape;2407;p35"/>
              <p:cNvSpPr/>
              <p:nvPr/>
            </p:nvSpPr>
            <p:spPr>
              <a:xfrm>
                <a:off x="6786875" y="2701975"/>
                <a:ext cx="3040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018" extrusionOk="0">
                    <a:moveTo>
                      <a:pt x="687" y="0"/>
                    </a:moveTo>
                    <a:cubicBezTo>
                      <a:pt x="238" y="0"/>
                      <a:pt x="1" y="555"/>
                      <a:pt x="318" y="872"/>
                    </a:cubicBezTo>
                    <a:cubicBezTo>
                      <a:pt x="426" y="973"/>
                      <a:pt x="554" y="1017"/>
                      <a:pt x="678" y="1017"/>
                    </a:cubicBezTo>
                    <a:cubicBezTo>
                      <a:pt x="945" y="1017"/>
                      <a:pt x="1198" y="809"/>
                      <a:pt x="1216" y="502"/>
                    </a:cubicBezTo>
                    <a:cubicBezTo>
                      <a:pt x="1216" y="212"/>
                      <a:pt x="978" y="0"/>
                      <a:pt x="6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Google Shape;2408;p35"/>
              <p:cNvSpPr/>
              <p:nvPr/>
            </p:nvSpPr>
            <p:spPr>
              <a:xfrm>
                <a:off x="6275775" y="1501450"/>
                <a:ext cx="46900" cy="3965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586" extrusionOk="0">
                    <a:moveTo>
                      <a:pt x="1083" y="0"/>
                    </a:moveTo>
                    <a:cubicBezTo>
                      <a:pt x="370" y="0"/>
                      <a:pt x="0" y="846"/>
                      <a:pt x="502" y="1348"/>
                    </a:cubicBezTo>
                    <a:cubicBezTo>
                      <a:pt x="666" y="1512"/>
                      <a:pt x="870" y="1585"/>
                      <a:pt x="1069" y="1585"/>
                    </a:cubicBezTo>
                    <a:cubicBezTo>
                      <a:pt x="1481" y="1585"/>
                      <a:pt x="1875" y="1273"/>
                      <a:pt x="1875" y="793"/>
                    </a:cubicBezTo>
                    <a:cubicBezTo>
                      <a:pt x="1875" y="344"/>
                      <a:pt x="1506" y="0"/>
                      <a:pt x="10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Google Shape;2409;p35"/>
              <p:cNvSpPr/>
              <p:nvPr/>
            </p:nvSpPr>
            <p:spPr>
              <a:xfrm>
                <a:off x="6277750" y="852975"/>
                <a:ext cx="4360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465" extrusionOk="0">
                    <a:moveTo>
                      <a:pt x="1004" y="1"/>
                    </a:moveTo>
                    <a:cubicBezTo>
                      <a:pt x="344" y="1"/>
                      <a:pt x="0" y="793"/>
                      <a:pt x="476" y="1242"/>
                    </a:cubicBezTo>
                    <a:cubicBezTo>
                      <a:pt x="621" y="1396"/>
                      <a:pt x="806" y="1464"/>
                      <a:pt x="989" y="1464"/>
                    </a:cubicBezTo>
                    <a:cubicBezTo>
                      <a:pt x="1370" y="1464"/>
                      <a:pt x="1744" y="1169"/>
                      <a:pt x="1744" y="740"/>
                    </a:cubicBezTo>
                    <a:cubicBezTo>
                      <a:pt x="1744" y="318"/>
                      <a:pt x="1400" y="1"/>
                      <a:pt x="10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Google Shape;2410;p35"/>
              <p:cNvSpPr/>
              <p:nvPr/>
            </p:nvSpPr>
            <p:spPr>
              <a:xfrm>
                <a:off x="5790400" y="1037875"/>
                <a:ext cx="33700" cy="28800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152" extrusionOk="0">
                    <a:moveTo>
                      <a:pt x="793" y="1"/>
                    </a:moveTo>
                    <a:cubicBezTo>
                      <a:pt x="265" y="1"/>
                      <a:pt x="1" y="635"/>
                      <a:pt x="370" y="978"/>
                    </a:cubicBezTo>
                    <a:cubicBezTo>
                      <a:pt x="490" y="1098"/>
                      <a:pt x="635" y="1151"/>
                      <a:pt x="777" y="1151"/>
                    </a:cubicBezTo>
                    <a:cubicBezTo>
                      <a:pt x="1071" y="1151"/>
                      <a:pt x="1348" y="921"/>
                      <a:pt x="1348" y="582"/>
                    </a:cubicBezTo>
                    <a:cubicBezTo>
                      <a:pt x="1348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Google Shape;2411;p35"/>
              <p:cNvSpPr/>
              <p:nvPr/>
            </p:nvSpPr>
            <p:spPr>
              <a:xfrm>
                <a:off x="4704775" y="852975"/>
                <a:ext cx="4162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427" extrusionOk="0">
                    <a:moveTo>
                      <a:pt x="951" y="1"/>
                    </a:moveTo>
                    <a:cubicBezTo>
                      <a:pt x="317" y="1"/>
                      <a:pt x="0" y="767"/>
                      <a:pt x="449" y="1216"/>
                    </a:cubicBezTo>
                    <a:cubicBezTo>
                      <a:pt x="595" y="1361"/>
                      <a:pt x="774" y="1426"/>
                      <a:pt x="949" y="1426"/>
                    </a:cubicBezTo>
                    <a:cubicBezTo>
                      <a:pt x="1314" y="1426"/>
                      <a:pt x="1664" y="1142"/>
                      <a:pt x="1664" y="714"/>
                    </a:cubicBezTo>
                    <a:cubicBezTo>
                      <a:pt x="1664" y="318"/>
                      <a:pt x="1348" y="1"/>
                      <a:pt x="9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Google Shape;2412;p35"/>
              <p:cNvSpPr/>
              <p:nvPr/>
            </p:nvSpPr>
            <p:spPr>
              <a:xfrm>
                <a:off x="4248475" y="2602250"/>
                <a:ext cx="28400" cy="23875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955" extrusionOk="0">
                    <a:moveTo>
                      <a:pt x="634" y="1"/>
                    </a:moveTo>
                    <a:cubicBezTo>
                      <a:pt x="211" y="1"/>
                      <a:pt x="0" y="503"/>
                      <a:pt x="317" y="820"/>
                    </a:cubicBezTo>
                    <a:cubicBezTo>
                      <a:pt x="410" y="912"/>
                      <a:pt x="527" y="954"/>
                      <a:pt x="643" y="954"/>
                    </a:cubicBezTo>
                    <a:cubicBezTo>
                      <a:pt x="891" y="954"/>
                      <a:pt x="1136" y="764"/>
                      <a:pt x="1136" y="476"/>
                    </a:cubicBezTo>
                    <a:cubicBezTo>
                      <a:pt x="1110" y="212"/>
                      <a:pt x="898" y="1"/>
                      <a:pt x="6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Google Shape;2413;p35"/>
              <p:cNvSpPr/>
              <p:nvPr/>
            </p:nvSpPr>
            <p:spPr>
              <a:xfrm>
                <a:off x="4117725" y="3023575"/>
                <a:ext cx="45575" cy="38850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1554" extrusionOk="0">
                    <a:moveTo>
                      <a:pt x="1057" y="0"/>
                    </a:moveTo>
                    <a:cubicBezTo>
                      <a:pt x="343" y="0"/>
                      <a:pt x="0" y="819"/>
                      <a:pt x="502" y="1321"/>
                    </a:cubicBezTo>
                    <a:cubicBezTo>
                      <a:pt x="654" y="1482"/>
                      <a:pt x="845" y="1553"/>
                      <a:pt x="1033" y="1553"/>
                    </a:cubicBezTo>
                    <a:cubicBezTo>
                      <a:pt x="1432" y="1553"/>
                      <a:pt x="1823" y="1233"/>
                      <a:pt x="1823" y="766"/>
                    </a:cubicBezTo>
                    <a:cubicBezTo>
                      <a:pt x="1823" y="344"/>
                      <a:pt x="1479" y="0"/>
                      <a:pt x="10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35"/>
              <p:cNvSpPr/>
              <p:nvPr/>
            </p:nvSpPr>
            <p:spPr>
              <a:xfrm>
                <a:off x="3732725" y="3346475"/>
                <a:ext cx="34375" cy="29425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177" extrusionOk="0">
                    <a:moveTo>
                      <a:pt x="793" y="1"/>
                    </a:moveTo>
                    <a:cubicBezTo>
                      <a:pt x="238" y="1"/>
                      <a:pt x="1" y="635"/>
                      <a:pt x="370" y="1004"/>
                    </a:cubicBezTo>
                    <a:cubicBezTo>
                      <a:pt x="489" y="1124"/>
                      <a:pt x="636" y="1177"/>
                      <a:pt x="780" y="1177"/>
                    </a:cubicBezTo>
                    <a:cubicBezTo>
                      <a:pt x="1083" y="1177"/>
                      <a:pt x="1374" y="940"/>
                      <a:pt x="1374" y="582"/>
                    </a:cubicBezTo>
                    <a:cubicBezTo>
                      <a:pt x="1374" y="265"/>
                      <a:pt x="1110" y="1"/>
                      <a:pt x="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accent1">
                    <a:alpha val="7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5" r:id="rId5"/>
    <p:sldLayoutId id="2147483658" r:id="rId6"/>
    <p:sldLayoutId id="2147483659" r:id="rId7"/>
    <p:sldLayoutId id="2147483665" r:id="rId8"/>
    <p:sldLayoutId id="2147483669" r:id="rId9"/>
    <p:sldLayoutId id="2147483675" r:id="rId10"/>
    <p:sldLayoutId id="2147483680" r:id="rId11"/>
    <p:sldLayoutId id="214748368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5" name="Google Shape;2425;p39"/>
          <p:cNvSpPr txBox="1">
            <a:spLocks noGrp="1"/>
          </p:cNvSpPr>
          <p:nvPr>
            <p:ph type="ctrTitle"/>
          </p:nvPr>
        </p:nvSpPr>
        <p:spPr>
          <a:xfrm>
            <a:off x="1419586" y="1016301"/>
            <a:ext cx="6448573" cy="201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bs-Latn-BA" dirty="0" err="1"/>
              <a:t>Medical</a:t>
            </a:r>
            <a:r>
              <a:rPr lang="bs-Latn-BA" dirty="0"/>
              <a:t> </a:t>
            </a:r>
            <a:r>
              <a:rPr lang="bs-Latn-BA" dirty="0" err="1"/>
              <a:t>Case</a:t>
            </a:r>
            <a:r>
              <a:rPr lang="bs-Latn-BA" dirty="0"/>
              <a:t> </a:t>
            </a:r>
            <a:r>
              <a:rPr lang="bs-Latn-BA" dirty="0" err="1"/>
              <a:t>Analysis</a:t>
            </a:r>
            <a:r>
              <a:rPr lang="bs-Latn-BA" dirty="0"/>
              <a:t> Agent</a:t>
            </a:r>
            <a:endParaRPr dirty="0"/>
          </a:p>
        </p:txBody>
      </p:sp>
      <p:sp>
        <p:nvSpPr>
          <p:cNvPr id="2426" name="Google Shape;2426;p39"/>
          <p:cNvSpPr txBox="1">
            <a:spLocks noGrp="1"/>
          </p:cNvSpPr>
          <p:nvPr>
            <p:ph type="subTitle" idx="1"/>
          </p:nvPr>
        </p:nvSpPr>
        <p:spPr>
          <a:xfrm>
            <a:off x="4007795" y="3582194"/>
            <a:ext cx="4572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/>
              <a:t>Amar Kodro, IB220221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/>
              <a:t>Umjetna inteligencija</a:t>
            </a:r>
            <a:endParaRPr dirty="0"/>
          </a:p>
        </p:txBody>
      </p:sp>
      <p:cxnSp>
        <p:nvCxnSpPr>
          <p:cNvPr id="2427" name="Google Shape;2427;p39"/>
          <p:cNvCxnSpPr/>
          <p:nvPr/>
        </p:nvCxnSpPr>
        <p:spPr>
          <a:xfrm>
            <a:off x="3157950" y="3050428"/>
            <a:ext cx="2828100" cy="0"/>
          </a:xfrm>
          <a:prstGeom prst="straightConnector1">
            <a:avLst/>
          </a:prstGeom>
          <a:noFill/>
          <a:ln w="9525" cap="rnd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  <a:effectLst>
            <a:outerShdw blurRad="142875" algn="bl" rotWithShape="0">
              <a:schemeClr val="accent2">
                <a:alpha val="85000"/>
              </a:schemeClr>
            </a:outerShdw>
          </a:effectLst>
        </p:spPr>
      </p:cxnSp>
      <p:grpSp>
        <p:nvGrpSpPr>
          <p:cNvPr id="2428" name="Google Shape;2428;p39"/>
          <p:cNvGrpSpPr/>
          <p:nvPr/>
        </p:nvGrpSpPr>
        <p:grpSpPr>
          <a:xfrm>
            <a:off x="-366528" y="3540652"/>
            <a:ext cx="3200100" cy="1970658"/>
            <a:chOff x="-548577" y="3501263"/>
            <a:chExt cx="3200100" cy="1970658"/>
          </a:xfrm>
        </p:grpSpPr>
        <p:sp>
          <p:nvSpPr>
            <p:cNvPr id="2429" name="Google Shape;2429;p39"/>
            <p:cNvSpPr/>
            <p:nvPr/>
          </p:nvSpPr>
          <p:spPr>
            <a:xfrm>
              <a:off x="1097223" y="4332663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430" name="Google Shape;2430;p39"/>
            <p:cNvSpPr/>
            <p:nvPr/>
          </p:nvSpPr>
          <p:spPr>
            <a:xfrm>
              <a:off x="685773" y="3916971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431" name="Google Shape;2431;p39"/>
            <p:cNvSpPr/>
            <p:nvPr/>
          </p:nvSpPr>
          <p:spPr>
            <a:xfrm>
              <a:off x="685773" y="4740521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432" name="Google Shape;2432;p39"/>
            <p:cNvSpPr/>
            <p:nvPr/>
          </p:nvSpPr>
          <p:spPr>
            <a:xfrm>
              <a:off x="274323" y="4332663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433" name="Google Shape;2433;p39"/>
            <p:cNvSpPr/>
            <p:nvPr/>
          </p:nvSpPr>
          <p:spPr>
            <a:xfrm>
              <a:off x="-137127" y="4740521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434" name="Google Shape;2434;p39"/>
            <p:cNvSpPr/>
            <p:nvPr/>
          </p:nvSpPr>
          <p:spPr>
            <a:xfrm>
              <a:off x="-548577" y="4332663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435" name="Google Shape;2435;p39"/>
            <p:cNvSpPr/>
            <p:nvPr/>
          </p:nvSpPr>
          <p:spPr>
            <a:xfrm>
              <a:off x="274323" y="3501263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436" name="Google Shape;2436;p39"/>
            <p:cNvSpPr/>
            <p:nvPr/>
          </p:nvSpPr>
          <p:spPr>
            <a:xfrm>
              <a:off x="1920123" y="4332663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437" name="Google Shape;2437;p39"/>
            <p:cNvSpPr/>
            <p:nvPr/>
          </p:nvSpPr>
          <p:spPr>
            <a:xfrm>
              <a:off x="1508672" y="4740521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438" name="Google Shape;2438;p39"/>
            <p:cNvSpPr/>
            <p:nvPr/>
          </p:nvSpPr>
          <p:spPr>
            <a:xfrm>
              <a:off x="1097223" y="3501263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439" name="Google Shape;2439;p39"/>
            <p:cNvSpPr/>
            <p:nvPr/>
          </p:nvSpPr>
          <p:spPr>
            <a:xfrm>
              <a:off x="2094278" y="4583773"/>
              <a:ext cx="383088" cy="286472"/>
            </a:xfrm>
            <a:custGeom>
              <a:avLst/>
              <a:gdLst/>
              <a:ahLst/>
              <a:cxnLst/>
              <a:rect l="l" t="t" r="r" b="b"/>
              <a:pathLst>
                <a:path w="12026" h="8993" extrusionOk="0">
                  <a:moveTo>
                    <a:pt x="3929" y="0"/>
                  </a:moveTo>
                  <a:cubicBezTo>
                    <a:pt x="1691" y="0"/>
                    <a:pt x="0" y="2322"/>
                    <a:pt x="1167" y="4763"/>
                  </a:cubicBezTo>
                  <a:lnTo>
                    <a:pt x="453" y="4763"/>
                  </a:lnTo>
                  <a:cubicBezTo>
                    <a:pt x="369" y="4763"/>
                    <a:pt x="298" y="4834"/>
                    <a:pt x="298" y="4929"/>
                  </a:cubicBezTo>
                  <a:cubicBezTo>
                    <a:pt x="298" y="5013"/>
                    <a:pt x="369" y="5096"/>
                    <a:pt x="453" y="5096"/>
                  </a:cubicBezTo>
                  <a:lnTo>
                    <a:pt x="1346" y="5096"/>
                  </a:lnTo>
                  <a:cubicBezTo>
                    <a:pt x="2334" y="6727"/>
                    <a:pt x="4382" y="7918"/>
                    <a:pt x="5977" y="8965"/>
                  </a:cubicBezTo>
                  <a:cubicBezTo>
                    <a:pt x="6007" y="8983"/>
                    <a:pt x="6040" y="8992"/>
                    <a:pt x="6071" y="8992"/>
                  </a:cubicBezTo>
                  <a:cubicBezTo>
                    <a:pt x="6102" y="8992"/>
                    <a:pt x="6132" y="8983"/>
                    <a:pt x="6156" y="8965"/>
                  </a:cubicBezTo>
                  <a:cubicBezTo>
                    <a:pt x="7751" y="7930"/>
                    <a:pt x="9799" y="6739"/>
                    <a:pt x="10787" y="5096"/>
                  </a:cubicBezTo>
                  <a:lnTo>
                    <a:pt x="11680" y="5096"/>
                  </a:lnTo>
                  <a:cubicBezTo>
                    <a:pt x="11764" y="5096"/>
                    <a:pt x="11847" y="5013"/>
                    <a:pt x="11847" y="4929"/>
                  </a:cubicBezTo>
                  <a:cubicBezTo>
                    <a:pt x="11883" y="4774"/>
                    <a:pt x="11811" y="4703"/>
                    <a:pt x="11704" y="4703"/>
                  </a:cubicBezTo>
                  <a:lnTo>
                    <a:pt x="10990" y="4703"/>
                  </a:lnTo>
                  <a:cubicBezTo>
                    <a:pt x="12025" y="2572"/>
                    <a:pt x="10859" y="452"/>
                    <a:pt x="8930" y="12"/>
                  </a:cubicBezTo>
                  <a:cubicBezTo>
                    <a:pt x="8922" y="11"/>
                    <a:pt x="8914" y="10"/>
                    <a:pt x="8906" y="10"/>
                  </a:cubicBezTo>
                  <a:cubicBezTo>
                    <a:pt x="8821" y="10"/>
                    <a:pt x="8748" y="68"/>
                    <a:pt x="8716" y="155"/>
                  </a:cubicBezTo>
                  <a:cubicBezTo>
                    <a:pt x="8704" y="238"/>
                    <a:pt x="8763" y="333"/>
                    <a:pt x="8847" y="357"/>
                  </a:cubicBezTo>
                  <a:cubicBezTo>
                    <a:pt x="10609" y="762"/>
                    <a:pt x="11668" y="2738"/>
                    <a:pt x="10621" y="4715"/>
                  </a:cubicBezTo>
                  <a:lnTo>
                    <a:pt x="10001" y="4715"/>
                  </a:lnTo>
                  <a:lnTo>
                    <a:pt x="9418" y="3548"/>
                  </a:lnTo>
                  <a:cubicBezTo>
                    <a:pt x="9385" y="3483"/>
                    <a:pt x="9325" y="3452"/>
                    <a:pt x="9266" y="3452"/>
                  </a:cubicBezTo>
                  <a:cubicBezTo>
                    <a:pt x="9196" y="3452"/>
                    <a:pt x="9128" y="3495"/>
                    <a:pt x="9108" y="3572"/>
                  </a:cubicBezTo>
                  <a:lnTo>
                    <a:pt x="8573" y="5251"/>
                  </a:lnTo>
                  <a:lnTo>
                    <a:pt x="7954" y="3870"/>
                  </a:lnTo>
                  <a:cubicBezTo>
                    <a:pt x="7927" y="3808"/>
                    <a:pt x="7868" y="3772"/>
                    <a:pt x="7806" y="3772"/>
                  </a:cubicBezTo>
                  <a:cubicBezTo>
                    <a:pt x="7784" y="3772"/>
                    <a:pt x="7761" y="3777"/>
                    <a:pt x="7739" y="3786"/>
                  </a:cubicBezTo>
                  <a:cubicBezTo>
                    <a:pt x="7644" y="3822"/>
                    <a:pt x="7620" y="3917"/>
                    <a:pt x="7644" y="4001"/>
                  </a:cubicBezTo>
                  <a:lnTo>
                    <a:pt x="8430" y="5810"/>
                  </a:lnTo>
                  <a:cubicBezTo>
                    <a:pt x="8458" y="5877"/>
                    <a:pt x="8520" y="5910"/>
                    <a:pt x="8583" y="5910"/>
                  </a:cubicBezTo>
                  <a:cubicBezTo>
                    <a:pt x="8654" y="5910"/>
                    <a:pt x="8726" y="5869"/>
                    <a:pt x="8751" y="5786"/>
                  </a:cubicBezTo>
                  <a:lnTo>
                    <a:pt x="9299" y="4084"/>
                  </a:lnTo>
                  <a:lnTo>
                    <a:pt x="9739" y="4989"/>
                  </a:lnTo>
                  <a:cubicBezTo>
                    <a:pt x="9775" y="5048"/>
                    <a:pt x="9835" y="5072"/>
                    <a:pt x="9894" y="5072"/>
                  </a:cubicBezTo>
                  <a:lnTo>
                    <a:pt x="10418" y="5072"/>
                  </a:lnTo>
                  <a:cubicBezTo>
                    <a:pt x="9323" y="6715"/>
                    <a:pt x="6989" y="7965"/>
                    <a:pt x="6084" y="8584"/>
                  </a:cubicBezTo>
                  <a:cubicBezTo>
                    <a:pt x="4644" y="7656"/>
                    <a:pt x="2715" y="6537"/>
                    <a:pt x="1750" y="5072"/>
                  </a:cubicBezTo>
                  <a:lnTo>
                    <a:pt x="2572" y="5072"/>
                  </a:lnTo>
                  <a:cubicBezTo>
                    <a:pt x="2631" y="5072"/>
                    <a:pt x="2691" y="5036"/>
                    <a:pt x="2715" y="4989"/>
                  </a:cubicBezTo>
                  <a:lnTo>
                    <a:pt x="3453" y="3500"/>
                  </a:lnTo>
                  <a:lnTo>
                    <a:pt x="4358" y="6167"/>
                  </a:lnTo>
                  <a:cubicBezTo>
                    <a:pt x="4387" y="6243"/>
                    <a:pt x="4456" y="6279"/>
                    <a:pt x="4523" y="6279"/>
                  </a:cubicBezTo>
                  <a:cubicBezTo>
                    <a:pt x="4593" y="6279"/>
                    <a:pt x="4661" y="6240"/>
                    <a:pt x="4679" y="6167"/>
                  </a:cubicBezTo>
                  <a:lnTo>
                    <a:pt x="5394" y="3739"/>
                  </a:lnTo>
                  <a:lnTo>
                    <a:pt x="6049" y="4822"/>
                  </a:lnTo>
                  <a:cubicBezTo>
                    <a:pt x="6087" y="4877"/>
                    <a:pt x="6146" y="4904"/>
                    <a:pt x="6202" y="4904"/>
                  </a:cubicBezTo>
                  <a:cubicBezTo>
                    <a:pt x="6267" y="4904"/>
                    <a:pt x="6327" y="4868"/>
                    <a:pt x="6346" y="4798"/>
                  </a:cubicBezTo>
                  <a:lnTo>
                    <a:pt x="7120" y="2893"/>
                  </a:lnTo>
                  <a:lnTo>
                    <a:pt x="7358" y="3429"/>
                  </a:lnTo>
                  <a:cubicBezTo>
                    <a:pt x="7393" y="3491"/>
                    <a:pt x="7455" y="3526"/>
                    <a:pt x="7518" y="3526"/>
                  </a:cubicBezTo>
                  <a:cubicBezTo>
                    <a:pt x="7540" y="3526"/>
                    <a:pt x="7563" y="3522"/>
                    <a:pt x="7584" y="3512"/>
                  </a:cubicBezTo>
                  <a:cubicBezTo>
                    <a:pt x="7680" y="3465"/>
                    <a:pt x="7704" y="3381"/>
                    <a:pt x="7680" y="3286"/>
                  </a:cubicBezTo>
                  <a:lnTo>
                    <a:pt x="7287" y="2393"/>
                  </a:lnTo>
                  <a:cubicBezTo>
                    <a:pt x="7257" y="2328"/>
                    <a:pt x="7195" y="2295"/>
                    <a:pt x="7132" y="2295"/>
                  </a:cubicBezTo>
                  <a:cubicBezTo>
                    <a:pt x="7070" y="2295"/>
                    <a:pt x="7007" y="2328"/>
                    <a:pt x="6977" y="2393"/>
                  </a:cubicBezTo>
                  <a:lnTo>
                    <a:pt x="6168" y="4358"/>
                  </a:lnTo>
                  <a:lnTo>
                    <a:pt x="5501" y="3227"/>
                  </a:lnTo>
                  <a:cubicBezTo>
                    <a:pt x="5470" y="3171"/>
                    <a:pt x="5419" y="3145"/>
                    <a:pt x="5365" y="3145"/>
                  </a:cubicBezTo>
                  <a:cubicBezTo>
                    <a:pt x="5293" y="3145"/>
                    <a:pt x="5219" y="3192"/>
                    <a:pt x="5191" y="3274"/>
                  </a:cubicBezTo>
                  <a:lnTo>
                    <a:pt x="4501" y="5572"/>
                  </a:lnTo>
                  <a:lnTo>
                    <a:pt x="3643" y="3024"/>
                  </a:lnTo>
                  <a:cubicBezTo>
                    <a:pt x="3618" y="2942"/>
                    <a:pt x="3550" y="2900"/>
                    <a:pt x="3482" y="2900"/>
                  </a:cubicBezTo>
                  <a:cubicBezTo>
                    <a:pt x="3421" y="2900"/>
                    <a:pt x="3362" y="2933"/>
                    <a:pt x="3334" y="3000"/>
                  </a:cubicBezTo>
                  <a:lnTo>
                    <a:pt x="2465" y="4774"/>
                  </a:lnTo>
                  <a:lnTo>
                    <a:pt x="1548" y="4774"/>
                  </a:lnTo>
                  <a:cubicBezTo>
                    <a:pt x="357" y="2548"/>
                    <a:pt x="1869" y="345"/>
                    <a:pt x="3929" y="345"/>
                  </a:cubicBezTo>
                  <a:cubicBezTo>
                    <a:pt x="4703" y="345"/>
                    <a:pt x="5418" y="655"/>
                    <a:pt x="5953" y="1203"/>
                  </a:cubicBezTo>
                  <a:cubicBezTo>
                    <a:pt x="5989" y="1238"/>
                    <a:pt x="6034" y="1256"/>
                    <a:pt x="6078" y="1256"/>
                  </a:cubicBezTo>
                  <a:cubicBezTo>
                    <a:pt x="6123" y="1256"/>
                    <a:pt x="6168" y="1238"/>
                    <a:pt x="6203" y="1203"/>
                  </a:cubicBezTo>
                  <a:cubicBezTo>
                    <a:pt x="6668" y="714"/>
                    <a:pt x="7287" y="417"/>
                    <a:pt x="7954" y="357"/>
                  </a:cubicBezTo>
                  <a:cubicBezTo>
                    <a:pt x="8049" y="345"/>
                    <a:pt x="8120" y="262"/>
                    <a:pt x="8108" y="167"/>
                  </a:cubicBezTo>
                  <a:cubicBezTo>
                    <a:pt x="8097" y="78"/>
                    <a:pt x="8025" y="11"/>
                    <a:pt x="7939" y="11"/>
                  </a:cubicBezTo>
                  <a:cubicBezTo>
                    <a:pt x="7932" y="11"/>
                    <a:pt x="7925" y="11"/>
                    <a:pt x="7918" y="12"/>
                  </a:cubicBezTo>
                  <a:cubicBezTo>
                    <a:pt x="7215" y="83"/>
                    <a:pt x="6572" y="369"/>
                    <a:pt x="6072" y="845"/>
                  </a:cubicBezTo>
                  <a:cubicBezTo>
                    <a:pt x="5489" y="298"/>
                    <a:pt x="4727" y="0"/>
                    <a:pt x="39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40" name="Google Shape;2440;p39"/>
            <p:cNvGrpSpPr/>
            <p:nvPr/>
          </p:nvGrpSpPr>
          <p:grpSpPr>
            <a:xfrm>
              <a:off x="864659" y="4098708"/>
              <a:ext cx="373627" cy="367925"/>
              <a:chOff x="7964906" y="2434073"/>
              <a:chExt cx="373627" cy="367925"/>
            </a:xfrm>
          </p:grpSpPr>
          <p:sp>
            <p:nvSpPr>
              <p:cNvPr id="2441" name="Google Shape;2441;p39"/>
              <p:cNvSpPr/>
              <p:nvPr/>
            </p:nvSpPr>
            <p:spPr>
              <a:xfrm>
                <a:off x="8252397" y="2622942"/>
                <a:ext cx="46699" cy="46317"/>
              </a:xfrm>
              <a:custGeom>
                <a:avLst/>
                <a:gdLst/>
                <a:ahLst/>
                <a:cxnLst/>
                <a:rect l="l" t="t" r="r" b="b"/>
                <a:pathLst>
                  <a:path w="1466" h="1454" extrusionOk="0">
                    <a:moveTo>
                      <a:pt x="715" y="334"/>
                    </a:moveTo>
                    <a:cubicBezTo>
                      <a:pt x="941" y="358"/>
                      <a:pt x="1108" y="513"/>
                      <a:pt x="1108" y="727"/>
                    </a:cubicBezTo>
                    <a:cubicBezTo>
                      <a:pt x="1108" y="929"/>
                      <a:pt x="929" y="1108"/>
                      <a:pt x="715" y="1108"/>
                    </a:cubicBezTo>
                    <a:cubicBezTo>
                      <a:pt x="513" y="1108"/>
                      <a:pt x="334" y="929"/>
                      <a:pt x="334" y="727"/>
                    </a:cubicBezTo>
                    <a:cubicBezTo>
                      <a:pt x="334" y="513"/>
                      <a:pt x="513" y="334"/>
                      <a:pt x="715" y="334"/>
                    </a:cubicBezTo>
                    <a:close/>
                    <a:moveTo>
                      <a:pt x="739" y="1"/>
                    </a:moveTo>
                    <a:cubicBezTo>
                      <a:pt x="334" y="13"/>
                      <a:pt x="1" y="334"/>
                      <a:pt x="1" y="727"/>
                    </a:cubicBezTo>
                    <a:cubicBezTo>
                      <a:pt x="1" y="1132"/>
                      <a:pt x="334" y="1453"/>
                      <a:pt x="739" y="1453"/>
                    </a:cubicBezTo>
                    <a:cubicBezTo>
                      <a:pt x="1132" y="1453"/>
                      <a:pt x="1465" y="1132"/>
                      <a:pt x="1465" y="727"/>
                    </a:cubicBezTo>
                    <a:cubicBezTo>
                      <a:pt x="1465" y="322"/>
                      <a:pt x="1132" y="1"/>
                      <a:pt x="7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Google Shape;2442;p39"/>
              <p:cNvSpPr/>
              <p:nvPr/>
            </p:nvSpPr>
            <p:spPr>
              <a:xfrm>
                <a:off x="7964906" y="2434073"/>
                <a:ext cx="373627" cy="367925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1550" extrusionOk="0">
                    <a:moveTo>
                      <a:pt x="2525" y="358"/>
                    </a:moveTo>
                    <a:cubicBezTo>
                      <a:pt x="2835" y="358"/>
                      <a:pt x="3096" y="608"/>
                      <a:pt x="3096" y="929"/>
                    </a:cubicBezTo>
                    <a:lnTo>
                      <a:pt x="3096" y="941"/>
                    </a:lnTo>
                    <a:cubicBezTo>
                      <a:pt x="3096" y="1251"/>
                      <a:pt x="2835" y="1501"/>
                      <a:pt x="2525" y="1501"/>
                    </a:cubicBezTo>
                    <a:lnTo>
                      <a:pt x="2299" y="1501"/>
                    </a:lnTo>
                    <a:cubicBezTo>
                      <a:pt x="2227" y="1501"/>
                      <a:pt x="2168" y="1441"/>
                      <a:pt x="2168" y="1370"/>
                    </a:cubicBezTo>
                    <a:lnTo>
                      <a:pt x="2168" y="489"/>
                    </a:lnTo>
                    <a:cubicBezTo>
                      <a:pt x="2168" y="417"/>
                      <a:pt x="2227" y="358"/>
                      <a:pt x="2299" y="358"/>
                    </a:cubicBezTo>
                    <a:close/>
                    <a:moveTo>
                      <a:pt x="5704" y="358"/>
                    </a:moveTo>
                    <a:cubicBezTo>
                      <a:pt x="5787" y="358"/>
                      <a:pt x="5847" y="417"/>
                      <a:pt x="5847" y="512"/>
                    </a:cubicBezTo>
                    <a:lnTo>
                      <a:pt x="5847" y="1358"/>
                    </a:lnTo>
                    <a:cubicBezTo>
                      <a:pt x="5847" y="1429"/>
                      <a:pt x="5787" y="1501"/>
                      <a:pt x="5704" y="1501"/>
                    </a:cubicBezTo>
                    <a:lnTo>
                      <a:pt x="5490" y="1501"/>
                    </a:lnTo>
                    <a:cubicBezTo>
                      <a:pt x="5180" y="1501"/>
                      <a:pt x="4918" y="1251"/>
                      <a:pt x="4918" y="941"/>
                    </a:cubicBezTo>
                    <a:lnTo>
                      <a:pt x="4918" y="929"/>
                    </a:lnTo>
                    <a:cubicBezTo>
                      <a:pt x="4918" y="608"/>
                      <a:pt x="5180" y="358"/>
                      <a:pt x="5490" y="358"/>
                    </a:cubicBezTo>
                    <a:close/>
                    <a:moveTo>
                      <a:pt x="5478" y="0"/>
                    </a:moveTo>
                    <a:cubicBezTo>
                      <a:pt x="4966" y="0"/>
                      <a:pt x="4561" y="405"/>
                      <a:pt x="4561" y="905"/>
                    </a:cubicBezTo>
                    <a:lnTo>
                      <a:pt x="4561" y="929"/>
                    </a:lnTo>
                    <a:cubicBezTo>
                      <a:pt x="4561" y="1429"/>
                      <a:pt x="4966" y="1834"/>
                      <a:pt x="5478" y="1834"/>
                    </a:cubicBezTo>
                    <a:lnTo>
                      <a:pt x="5692" y="1834"/>
                    </a:lnTo>
                    <a:cubicBezTo>
                      <a:pt x="5966" y="1834"/>
                      <a:pt x="6168" y="1620"/>
                      <a:pt x="6168" y="1358"/>
                    </a:cubicBezTo>
                    <a:lnTo>
                      <a:pt x="6168" y="1084"/>
                    </a:lnTo>
                    <a:lnTo>
                      <a:pt x="6561" y="1084"/>
                    </a:lnTo>
                    <a:cubicBezTo>
                      <a:pt x="6930" y="1084"/>
                      <a:pt x="7228" y="1382"/>
                      <a:pt x="7228" y="1763"/>
                    </a:cubicBezTo>
                    <a:lnTo>
                      <a:pt x="7228" y="2667"/>
                    </a:lnTo>
                    <a:cubicBezTo>
                      <a:pt x="6966" y="2715"/>
                      <a:pt x="6740" y="2918"/>
                      <a:pt x="6692" y="3215"/>
                    </a:cubicBezTo>
                    <a:lnTo>
                      <a:pt x="6466" y="4953"/>
                    </a:lnTo>
                    <a:cubicBezTo>
                      <a:pt x="6383" y="5668"/>
                      <a:pt x="5775" y="6204"/>
                      <a:pt x="5061" y="6204"/>
                    </a:cubicBezTo>
                    <a:lnTo>
                      <a:pt x="4323" y="6204"/>
                    </a:lnTo>
                    <a:cubicBezTo>
                      <a:pt x="4239" y="6204"/>
                      <a:pt x="4168" y="6287"/>
                      <a:pt x="4168" y="6370"/>
                    </a:cubicBezTo>
                    <a:cubicBezTo>
                      <a:pt x="4168" y="6466"/>
                      <a:pt x="4239" y="6537"/>
                      <a:pt x="4323" y="6537"/>
                    </a:cubicBezTo>
                    <a:lnTo>
                      <a:pt x="5061" y="6537"/>
                    </a:lnTo>
                    <a:cubicBezTo>
                      <a:pt x="5954" y="6537"/>
                      <a:pt x="6704" y="5870"/>
                      <a:pt x="6811" y="4989"/>
                    </a:cubicBezTo>
                    <a:lnTo>
                      <a:pt x="7037" y="3251"/>
                    </a:lnTo>
                    <a:cubicBezTo>
                      <a:pt x="7049" y="3093"/>
                      <a:pt x="7189" y="2988"/>
                      <a:pt x="7335" y="2988"/>
                    </a:cubicBezTo>
                    <a:cubicBezTo>
                      <a:pt x="7343" y="2988"/>
                      <a:pt x="7351" y="2988"/>
                      <a:pt x="7359" y="2989"/>
                    </a:cubicBezTo>
                    <a:cubicBezTo>
                      <a:pt x="7526" y="3013"/>
                      <a:pt x="7633" y="3156"/>
                      <a:pt x="7621" y="3322"/>
                    </a:cubicBezTo>
                    <a:lnTo>
                      <a:pt x="7395" y="5061"/>
                    </a:lnTo>
                    <a:cubicBezTo>
                      <a:pt x="7240" y="6239"/>
                      <a:pt x="6252" y="7120"/>
                      <a:pt x="5061" y="7120"/>
                    </a:cubicBezTo>
                    <a:lnTo>
                      <a:pt x="4442" y="7120"/>
                    </a:lnTo>
                    <a:cubicBezTo>
                      <a:pt x="4359" y="7120"/>
                      <a:pt x="4287" y="7192"/>
                      <a:pt x="4287" y="7275"/>
                    </a:cubicBezTo>
                    <a:lnTo>
                      <a:pt x="4287" y="8156"/>
                    </a:lnTo>
                    <a:cubicBezTo>
                      <a:pt x="4287" y="8323"/>
                      <a:pt x="4144" y="8454"/>
                      <a:pt x="3989" y="8454"/>
                    </a:cubicBezTo>
                    <a:cubicBezTo>
                      <a:pt x="3823" y="8454"/>
                      <a:pt x="3692" y="8323"/>
                      <a:pt x="3692" y="8156"/>
                    </a:cubicBezTo>
                    <a:lnTo>
                      <a:pt x="3692" y="7275"/>
                    </a:lnTo>
                    <a:cubicBezTo>
                      <a:pt x="3692" y="7192"/>
                      <a:pt x="3608" y="7120"/>
                      <a:pt x="3525" y="7120"/>
                    </a:cubicBezTo>
                    <a:lnTo>
                      <a:pt x="2918" y="7120"/>
                    </a:lnTo>
                    <a:cubicBezTo>
                      <a:pt x="1727" y="7120"/>
                      <a:pt x="727" y="6227"/>
                      <a:pt x="572" y="5061"/>
                    </a:cubicBezTo>
                    <a:lnTo>
                      <a:pt x="358" y="3322"/>
                    </a:lnTo>
                    <a:cubicBezTo>
                      <a:pt x="334" y="3156"/>
                      <a:pt x="441" y="3013"/>
                      <a:pt x="608" y="2989"/>
                    </a:cubicBezTo>
                    <a:cubicBezTo>
                      <a:pt x="616" y="2988"/>
                      <a:pt x="625" y="2988"/>
                      <a:pt x="633" y="2988"/>
                    </a:cubicBezTo>
                    <a:cubicBezTo>
                      <a:pt x="789" y="2988"/>
                      <a:pt x="918" y="3093"/>
                      <a:pt x="930" y="3251"/>
                    </a:cubicBezTo>
                    <a:lnTo>
                      <a:pt x="1156" y="4989"/>
                    </a:lnTo>
                    <a:cubicBezTo>
                      <a:pt x="1263" y="5882"/>
                      <a:pt x="2025" y="6537"/>
                      <a:pt x="2918" y="6537"/>
                    </a:cubicBezTo>
                    <a:lnTo>
                      <a:pt x="3644" y="6537"/>
                    </a:lnTo>
                    <a:cubicBezTo>
                      <a:pt x="3727" y="6537"/>
                      <a:pt x="3811" y="6466"/>
                      <a:pt x="3811" y="6370"/>
                    </a:cubicBezTo>
                    <a:cubicBezTo>
                      <a:pt x="3811" y="6287"/>
                      <a:pt x="3727" y="6204"/>
                      <a:pt x="3644" y="6204"/>
                    </a:cubicBezTo>
                    <a:lnTo>
                      <a:pt x="2918" y="6204"/>
                    </a:lnTo>
                    <a:cubicBezTo>
                      <a:pt x="2203" y="6204"/>
                      <a:pt x="1584" y="5668"/>
                      <a:pt x="1501" y="4953"/>
                    </a:cubicBezTo>
                    <a:lnTo>
                      <a:pt x="1275" y="3215"/>
                    </a:lnTo>
                    <a:cubicBezTo>
                      <a:pt x="1251" y="2929"/>
                      <a:pt x="1025" y="2727"/>
                      <a:pt x="775" y="2679"/>
                    </a:cubicBezTo>
                    <a:lnTo>
                      <a:pt x="775" y="1775"/>
                    </a:lnTo>
                    <a:cubicBezTo>
                      <a:pt x="775" y="1405"/>
                      <a:pt x="1072" y="1108"/>
                      <a:pt x="1441" y="1108"/>
                    </a:cubicBezTo>
                    <a:lnTo>
                      <a:pt x="1822" y="1108"/>
                    </a:lnTo>
                    <a:lnTo>
                      <a:pt x="1822" y="1370"/>
                    </a:lnTo>
                    <a:cubicBezTo>
                      <a:pt x="1822" y="1644"/>
                      <a:pt x="2037" y="1846"/>
                      <a:pt x="2299" y="1846"/>
                    </a:cubicBezTo>
                    <a:lnTo>
                      <a:pt x="2525" y="1846"/>
                    </a:lnTo>
                    <a:cubicBezTo>
                      <a:pt x="3037" y="1846"/>
                      <a:pt x="3430" y="1441"/>
                      <a:pt x="3430" y="941"/>
                    </a:cubicBezTo>
                    <a:lnTo>
                      <a:pt x="3430" y="929"/>
                    </a:lnTo>
                    <a:cubicBezTo>
                      <a:pt x="3430" y="417"/>
                      <a:pt x="3037" y="12"/>
                      <a:pt x="2525" y="12"/>
                    </a:cubicBezTo>
                    <a:lnTo>
                      <a:pt x="2299" y="12"/>
                    </a:lnTo>
                    <a:cubicBezTo>
                      <a:pt x="2037" y="12"/>
                      <a:pt x="1822" y="227"/>
                      <a:pt x="1822" y="489"/>
                    </a:cubicBezTo>
                    <a:lnTo>
                      <a:pt x="1822" y="762"/>
                    </a:lnTo>
                    <a:lnTo>
                      <a:pt x="1441" y="762"/>
                    </a:lnTo>
                    <a:cubicBezTo>
                      <a:pt x="870" y="762"/>
                      <a:pt x="429" y="1227"/>
                      <a:pt x="429" y="1775"/>
                    </a:cubicBezTo>
                    <a:lnTo>
                      <a:pt x="429" y="2715"/>
                    </a:lnTo>
                    <a:cubicBezTo>
                      <a:pt x="156" y="2810"/>
                      <a:pt x="1" y="3084"/>
                      <a:pt x="25" y="3382"/>
                    </a:cubicBezTo>
                    <a:lnTo>
                      <a:pt x="251" y="5120"/>
                    </a:lnTo>
                    <a:cubicBezTo>
                      <a:pt x="418" y="6466"/>
                      <a:pt x="1561" y="7478"/>
                      <a:pt x="2918" y="7478"/>
                    </a:cubicBezTo>
                    <a:lnTo>
                      <a:pt x="3358" y="7478"/>
                    </a:lnTo>
                    <a:lnTo>
                      <a:pt x="3358" y="8192"/>
                    </a:lnTo>
                    <a:cubicBezTo>
                      <a:pt x="3358" y="8466"/>
                      <a:pt x="3549" y="8728"/>
                      <a:pt x="3823" y="8799"/>
                    </a:cubicBezTo>
                    <a:lnTo>
                      <a:pt x="3823" y="9418"/>
                    </a:lnTo>
                    <a:cubicBezTo>
                      <a:pt x="3823" y="10597"/>
                      <a:pt x="4775" y="11550"/>
                      <a:pt x="5954" y="11550"/>
                    </a:cubicBezTo>
                    <a:lnTo>
                      <a:pt x="7799" y="11550"/>
                    </a:lnTo>
                    <a:cubicBezTo>
                      <a:pt x="8966" y="11550"/>
                      <a:pt x="9919" y="10597"/>
                      <a:pt x="9919" y="9418"/>
                    </a:cubicBezTo>
                    <a:lnTo>
                      <a:pt x="9919" y="8454"/>
                    </a:lnTo>
                    <a:cubicBezTo>
                      <a:pt x="10335" y="8430"/>
                      <a:pt x="10740" y="8252"/>
                      <a:pt x="11038" y="7930"/>
                    </a:cubicBezTo>
                    <a:cubicBezTo>
                      <a:pt x="11633" y="7335"/>
                      <a:pt x="11728" y="6382"/>
                      <a:pt x="11264" y="5668"/>
                    </a:cubicBezTo>
                    <a:cubicBezTo>
                      <a:pt x="11235" y="5624"/>
                      <a:pt x="11184" y="5598"/>
                      <a:pt x="11129" y="5598"/>
                    </a:cubicBezTo>
                    <a:cubicBezTo>
                      <a:pt x="11095" y="5598"/>
                      <a:pt x="11058" y="5609"/>
                      <a:pt x="11026" y="5632"/>
                    </a:cubicBezTo>
                    <a:cubicBezTo>
                      <a:pt x="10955" y="5668"/>
                      <a:pt x="10919" y="5775"/>
                      <a:pt x="10978" y="5870"/>
                    </a:cubicBezTo>
                    <a:cubicBezTo>
                      <a:pt x="11609" y="6799"/>
                      <a:pt x="10966" y="8109"/>
                      <a:pt x="9740" y="8109"/>
                    </a:cubicBezTo>
                    <a:cubicBezTo>
                      <a:pt x="8478" y="8109"/>
                      <a:pt x="7823" y="6549"/>
                      <a:pt x="8728" y="5632"/>
                    </a:cubicBezTo>
                    <a:cubicBezTo>
                      <a:pt x="9013" y="5347"/>
                      <a:pt x="9379" y="5201"/>
                      <a:pt x="9749" y="5201"/>
                    </a:cubicBezTo>
                    <a:cubicBezTo>
                      <a:pt x="10029" y="5201"/>
                      <a:pt x="10311" y="5285"/>
                      <a:pt x="10562" y="5454"/>
                    </a:cubicBezTo>
                    <a:cubicBezTo>
                      <a:pt x="10587" y="5466"/>
                      <a:pt x="10618" y="5473"/>
                      <a:pt x="10649" y="5473"/>
                    </a:cubicBezTo>
                    <a:cubicBezTo>
                      <a:pt x="10704" y="5473"/>
                      <a:pt x="10762" y="5452"/>
                      <a:pt x="10800" y="5406"/>
                    </a:cubicBezTo>
                    <a:cubicBezTo>
                      <a:pt x="10847" y="5334"/>
                      <a:pt x="10836" y="5227"/>
                      <a:pt x="10752" y="5168"/>
                    </a:cubicBezTo>
                    <a:cubicBezTo>
                      <a:pt x="10439" y="4961"/>
                      <a:pt x="10099" y="4867"/>
                      <a:pt x="9768" y="4867"/>
                    </a:cubicBezTo>
                    <a:cubicBezTo>
                      <a:pt x="8839" y="4867"/>
                      <a:pt x="7978" y="5606"/>
                      <a:pt x="7978" y="6668"/>
                    </a:cubicBezTo>
                    <a:cubicBezTo>
                      <a:pt x="7978" y="7609"/>
                      <a:pt x="8692" y="8371"/>
                      <a:pt x="9585" y="8454"/>
                    </a:cubicBezTo>
                    <a:lnTo>
                      <a:pt x="9585" y="9406"/>
                    </a:lnTo>
                    <a:cubicBezTo>
                      <a:pt x="9585" y="10395"/>
                      <a:pt x="8776" y="11192"/>
                      <a:pt x="7799" y="11192"/>
                    </a:cubicBezTo>
                    <a:lnTo>
                      <a:pt x="5954" y="11192"/>
                    </a:lnTo>
                    <a:cubicBezTo>
                      <a:pt x="4966" y="11192"/>
                      <a:pt x="4168" y="10395"/>
                      <a:pt x="4168" y="9406"/>
                    </a:cubicBezTo>
                    <a:lnTo>
                      <a:pt x="4168" y="8787"/>
                    </a:lnTo>
                    <a:cubicBezTo>
                      <a:pt x="4430" y="8704"/>
                      <a:pt x="4620" y="8466"/>
                      <a:pt x="4620" y="8168"/>
                    </a:cubicBezTo>
                    <a:lnTo>
                      <a:pt x="4620" y="7478"/>
                    </a:lnTo>
                    <a:lnTo>
                      <a:pt x="5073" y="7478"/>
                    </a:lnTo>
                    <a:cubicBezTo>
                      <a:pt x="6418" y="7478"/>
                      <a:pt x="7573" y="6466"/>
                      <a:pt x="7740" y="5120"/>
                    </a:cubicBezTo>
                    <a:lnTo>
                      <a:pt x="7954" y="3382"/>
                    </a:lnTo>
                    <a:cubicBezTo>
                      <a:pt x="7990" y="3096"/>
                      <a:pt x="7823" y="2834"/>
                      <a:pt x="7573" y="2727"/>
                    </a:cubicBezTo>
                    <a:lnTo>
                      <a:pt x="7573" y="1763"/>
                    </a:lnTo>
                    <a:cubicBezTo>
                      <a:pt x="7573" y="1191"/>
                      <a:pt x="7109" y="751"/>
                      <a:pt x="6561" y="751"/>
                    </a:cubicBezTo>
                    <a:lnTo>
                      <a:pt x="6168" y="751"/>
                    </a:lnTo>
                    <a:lnTo>
                      <a:pt x="6168" y="477"/>
                    </a:lnTo>
                    <a:cubicBezTo>
                      <a:pt x="6168" y="215"/>
                      <a:pt x="5966" y="0"/>
                      <a:pt x="56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3" name="Google Shape;2443;p39"/>
            <p:cNvGrpSpPr/>
            <p:nvPr/>
          </p:nvGrpSpPr>
          <p:grpSpPr>
            <a:xfrm>
              <a:off x="497408" y="4520564"/>
              <a:ext cx="285230" cy="355597"/>
              <a:chOff x="8007400" y="2902278"/>
              <a:chExt cx="285230" cy="355597"/>
            </a:xfrm>
          </p:grpSpPr>
          <p:sp>
            <p:nvSpPr>
              <p:cNvPr id="2444" name="Google Shape;2444;p39"/>
              <p:cNvSpPr/>
              <p:nvPr/>
            </p:nvSpPr>
            <p:spPr>
              <a:xfrm>
                <a:off x="8134820" y="3165305"/>
                <a:ext cx="39851" cy="39851"/>
              </a:xfrm>
              <a:custGeom>
                <a:avLst/>
                <a:gdLst/>
                <a:ahLst/>
                <a:cxnLst/>
                <a:rect l="l" t="t" r="r" b="b"/>
                <a:pathLst>
                  <a:path w="1251" h="1251" extrusionOk="0">
                    <a:moveTo>
                      <a:pt x="632" y="310"/>
                    </a:moveTo>
                    <a:cubicBezTo>
                      <a:pt x="799" y="310"/>
                      <a:pt x="930" y="441"/>
                      <a:pt x="930" y="608"/>
                    </a:cubicBezTo>
                    <a:cubicBezTo>
                      <a:pt x="930" y="775"/>
                      <a:pt x="799" y="906"/>
                      <a:pt x="632" y="906"/>
                    </a:cubicBezTo>
                    <a:cubicBezTo>
                      <a:pt x="465" y="906"/>
                      <a:pt x="334" y="775"/>
                      <a:pt x="334" y="608"/>
                    </a:cubicBezTo>
                    <a:cubicBezTo>
                      <a:pt x="334" y="441"/>
                      <a:pt x="465" y="310"/>
                      <a:pt x="632" y="310"/>
                    </a:cubicBezTo>
                    <a:close/>
                    <a:moveTo>
                      <a:pt x="632" y="1"/>
                    </a:moveTo>
                    <a:cubicBezTo>
                      <a:pt x="287" y="1"/>
                      <a:pt x="1" y="275"/>
                      <a:pt x="1" y="620"/>
                    </a:cubicBezTo>
                    <a:cubicBezTo>
                      <a:pt x="1" y="965"/>
                      <a:pt x="287" y="1251"/>
                      <a:pt x="632" y="1251"/>
                    </a:cubicBezTo>
                    <a:cubicBezTo>
                      <a:pt x="977" y="1251"/>
                      <a:pt x="1251" y="965"/>
                      <a:pt x="1251" y="620"/>
                    </a:cubicBezTo>
                    <a:cubicBezTo>
                      <a:pt x="1251" y="275"/>
                      <a:pt x="977" y="1"/>
                      <a:pt x="6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Google Shape;2445;p39"/>
              <p:cNvSpPr/>
              <p:nvPr/>
            </p:nvSpPr>
            <p:spPr>
              <a:xfrm>
                <a:off x="8007400" y="2902278"/>
                <a:ext cx="285230" cy="355597"/>
              </a:xfrm>
              <a:custGeom>
                <a:avLst/>
                <a:gdLst/>
                <a:ahLst/>
                <a:cxnLst/>
                <a:rect l="l" t="t" r="r" b="b"/>
                <a:pathLst>
                  <a:path w="8954" h="11163" extrusionOk="0">
                    <a:moveTo>
                      <a:pt x="6528" y="337"/>
                    </a:moveTo>
                    <a:cubicBezTo>
                      <a:pt x="6549" y="337"/>
                      <a:pt x="6573" y="346"/>
                      <a:pt x="6596" y="364"/>
                    </a:cubicBezTo>
                    <a:lnTo>
                      <a:pt x="7632" y="1412"/>
                    </a:lnTo>
                    <a:cubicBezTo>
                      <a:pt x="7668" y="1435"/>
                      <a:pt x="7668" y="1483"/>
                      <a:pt x="7632" y="1519"/>
                    </a:cubicBezTo>
                    <a:lnTo>
                      <a:pt x="7489" y="1674"/>
                    </a:lnTo>
                    <a:cubicBezTo>
                      <a:pt x="7472" y="1691"/>
                      <a:pt x="7454" y="1700"/>
                      <a:pt x="7434" y="1700"/>
                    </a:cubicBezTo>
                    <a:cubicBezTo>
                      <a:pt x="7415" y="1700"/>
                      <a:pt x="7394" y="1691"/>
                      <a:pt x="7370" y="1674"/>
                    </a:cubicBezTo>
                    <a:lnTo>
                      <a:pt x="6323" y="626"/>
                    </a:lnTo>
                    <a:cubicBezTo>
                      <a:pt x="6299" y="590"/>
                      <a:pt x="6299" y="542"/>
                      <a:pt x="6323" y="519"/>
                    </a:cubicBezTo>
                    <a:lnTo>
                      <a:pt x="6477" y="364"/>
                    </a:lnTo>
                    <a:cubicBezTo>
                      <a:pt x="6489" y="346"/>
                      <a:pt x="6507" y="337"/>
                      <a:pt x="6528" y="337"/>
                    </a:cubicBezTo>
                    <a:close/>
                    <a:moveTo>
                      <a:pt x="6299" y="1066"/>
                    </a:moveTo>
                    <a:lnTo>
                      <a:pt x="7001" y="1769"/>
                    </a:lnTo>
                    <a:lnTo>
                      <a:pt x="6346" y="2424"/>
                    </a:lnTo>
                    <a:lnTo>
                      <a:pt x="5644" y="1721"/>
                    </a:lnTo>
                    <a:lnTo>
                      <a:pt x="6299" y="1066"/>
                    </a:lnTo>
                    <a:close/>
                    <a:moveTo>
                      <a:pt x="2155" y="4698"/>
                    </a:moveTo>
                    <a:lnTo>
                      <a:pt x="2453" y="4995"/>
                    </a:lnTo>
                    <a:lnTo>
                      <a:pt x="2215" y="5198"/>
                    </a:lnTo>
                    <a:cubicBezTo>
                      <a:pt x="2203" y="5216"/>
                      <a:pt x="2182" y="5225"/>
                      <a:pt x="2160" y="5225"/>
                    </a:cubicBezTo>
                    <a:cubicBezTo>
                      <a:pt x="2137" y="5225"/>
                      <a:pt x="2114" y="5216"/>
                      <a:pt x="2096" y="5198"/>
                    </a:cubicBezTo>
                    <a:lnTo>
                      <a:pt x="1941" y="5031"/>
                    </a:lnTo>
                    <a:cubicBezTo>
                      <a:pt x="1905" y="5007"/>
                      <a:pt x="1905" y="4948"/>
                      <a:pt x="1941" y="4924"/>
                    </a:cubicBezTo>
                    <a:lnTo>
                      <a:pt x="2155" y="4698"/>
                    </a:lnTo>
                    <a:close/>
                    <a:moveTo>
                      <a:pt x="2408" y="3865"/>
                    </a:moveTo>
                    <a:cubicBezTo>
                      <a:pt x="2416" y="3865"/>
                      <a:pt x="2422" y="3869"/>
                      <a:pt x="2429" y="3876"/>
                    </a:cubicBezTo>
                    <a:lnTo>
                      <a:pt x="2572" y="4031"/>
                    </a:lnTo>
                    <a:cubicBezTo>
                      <a:pt x="4203" y="5662"/>
                      <a:pt x="4144" y="5579"/>
                      <a:pt x="4108" y="5603"/>
                    </a:cubicBezTo>
                    <a:lnTo>
                      <a:pt x="3846" y="5876"/>
                    </a:lnTo>
                    <a:cubicBezTo>
                      <a:pt x="3842" y="5879"/>
                      <a:pt x="3839" y="5883"/>
                      <a:pt x="3835" y="5883"/>
                    </a:cubicBezTo>
                    <a:cubicBezTo>
                      <a:pt x="3804" y="5883"/>
                      <a:pt x="3678" y="5722"/>
                      <a:pt x="2120" y="4174"/>
                    </a:cubicBezTo>
                    <a:cubicBezTo>
                      <a:pt x="2096" y="4162"/>
                      <a:pt x="2096" y="4138"/>
                      <a:pt x="2120" y="4138"/>
                    </a:cubicBezTo>
                    <a:cubicBezTo>
                      <a:pt x="2328" y="3930"/>
                      <a:pt x="2378" y="3865"/>
                      <a:pt x="2408" y="3865"/>
                    </a:cubicBezTo>
                    <a:close/>
                    <a:moveTo>
                      <a:pt x="3025" y="5579"/>
                    </a:moveTo>
                    <a:lnTo>
                      <a:pt x="3322" y="5876"/>
                    </a:lnTo>
                    <a:lnTo>
                      <a:pt x="3084" y="6079"/>
                    </a:lnTo>
                    <a:cubicBezTo>
                      <a:pt x="3066" y="6097"/>
                      <a:pt x="3042" y="6106"/>
                      <a:pt x="3020" y="6106"/>
                    </a:cubicBezTo>
                    <a:cubicBezTo>
                      <a:pt x="2998" y="6106"/>
                      <a:pt x="2977" y="6097"/>
                      <a:pt x="2965" y="6079"/>
                    </a:cubicBezTo>
                    <a:lnTo>
                      <a:pt x="2798" y="5912"/>
                    </a:lnTo>
                    <a:cubicBezTo>
                      <a:pt x="2774" y="5888"/>
                      <a:pt x="2774" y="5829"/>
                      <a:pt x="2798" y="5793"/>
                    </a:cubicBezTo>
                    <a:lnTo>
                      <a:pt x="3025" y="5579"/>
                    </a:lnTo>
                    <a:close/>
                    <a:moveTo>
                      <a:pt x="3025" y="6936"/>
                    </a:moveTo>
                    <a:cubicBezTo>
                      <a:pt x="3072" y="6936"/>
                      <a:pt x="3096" y="6972"/>
                      <a:pt x="3096" y="7019"/>
                    </a:cubicBezTo>
                    <a:lnTo>
                      <a:pt x="3096" y="7269"/>
                    </a:lnTo>
                    <a:cubicBezTo>
                      <a:pt x="3096" y="7317"/>
                      <a:pt x="3072" y="7341"/>
                      <a:pt x="3025" y="7341"/>
                    </a:cubicBezTo>
                    <a:lnTo>
                      <a:pt x="405" y="7341"/>
                    </a:lnTo>
                    <a:cubicBezTo>
                      <a:pt x="369" y="7341"/>
                      <a:pt x="334" y="7305"/>
                      <a:pt x="334" y="7269"/>
                    </a:cubicBezTo>
                    <a:lnTo>
                      <a:pt x="334" y="7019"/>
                    </a:lnTo>
                    <a:cubicBezTo>
                      <a:pt x="334" y="6972"/>
                      <a:pt x="358" y="6936"/>
                      <a:pt x="405" y="6936"/>
                    </a:cubicBezTo>
                    <a:close/>
                    <a:moveTo>
                      <a:pt x="1834" y="7674"/>
                    </a:moveTo>
                    <a:cubicBezTo>
                      <a:pt x="2060" y="7960"/>
                      <a:pt x="2322" y="8210"/>
                      <a:pt x="2632" y="8401"/>
                    </a:cubicBezTo>
                    <a:cubicBezTo>
                      <a:pt x="2608" y="8448"/>
                      <a:pt x="2572" y="8496"/>
                      <a:pt x="2548" y="8520"/>
                    </a:cubicBezTo>
                    <a:cubicBezTo>
                      <a:pt x="2489" y="8591"/>
                      <a:pt x="2441" y="8663"/>
                      <a:pt x="2393" y="8746"/>
                    </a:cubicBezTo>
                    <a:cubicBezTo>
                      <a:pt x="2382" y="8770"/>
                      <a:pt x="2334" y="8805"/>
                      <a:pt x="2322" y="8853"/>
                    </a:cubicBezTo>
                    <a:cubicBezTo>
                      <a:pt x="1846" y="8555"/>
                      <a:pt x="1465" y="8151"/>
                      <a:pt x="1167" y="7674"/>
                    </a:cubicBezTo>
                    <a:close/>
                    <a:moveTo>
                      <a:pt x="4632" y="7793"/>
                    </a:moveTo>
                    <a:cubicBezTo>
                      <a:pt x="5870" y="7793"/>
                      <a:pt x="6846" y="8793"/>
                      <a:pt x="6918" y="9936"/>
                    </a:cubicBezTo>
                    <a:lnTo>
                      <a:pt x="2334" y="9936"/>
                    </a:lnTo>
                    <a:cubicBezTo>
                      <a:pt x="2417" y="8770"/>
                      <a:pt x="3406" y="7793"/>
                      <a:pt x="4632" y="7793"/>
                    </a:cubicBezTo>
                    <a:close/>
                    <a:moveTo>
                      <a:pt x="6525" y="1"/>
                    </a:moveTo>
                    <a:cubicBezTo>
                      <a:pt x="6421" y="1"/>
                      <a:pt x="6317" y="42"/>
                      <a:pt x="6239" y="126"/>
                    </a:cubicBezTo>
                    <a:lnTo>
                      <a:pt x="6084" y="269"/>
                    </a:lnTo>
                    <a:cubicBezTo>
                      <a:pt x="5942" y="423"/>
                      <a:pt x="5942" y="662"/>
                      <a:pt x="6073" y="804"/>
                    </a:cubicBezTo>
                    <a:lnTo>
                      <a:pt x="5406" y="1483"/>
                    </a:lnTo>
                    <a:lnTo>
                      <a:pt x="5251" y="1328"/>
                    </a:lnTo>
                    <a:cubicBezTo>
                      <a:pt x="5221" y="1299"/>
                      <a:pt x="5180" y="1284"/>
                      <a:pt x="5136" y="1284"/>
                    </a:cubicBezTo>
                    <a:cubicBezTo>
                      <a:pt x="5093" y="1284"/>
                      <a:pt x="5049" y="1299"/>
                      <a:pt x="5013" y="1328"/>
                    </a:cubicBezTo>
                    <a:lnTo>
                      <a:pt x="3977" y="2376"/>
                    </a:lnTo>
                    <a:cubicBezTo>
                      <a:pt x="3917" y="2436"/>
                      <a:pt x="3917" y="2531"/>
                      <a:pt x="3977" y="2614"/>
                    </a:cubicBezTo>
                    <a:cubicBezTo>
                      <a:pt x="4007" y="2644"/>
                      <a:pt x="4045" y="2659"/>
                      <a:pt x="4087" y="2659"/>
                    </a:cubicBezTo>
                    <a:cubicBezTo>
                      <a:pt x="4129" y="2659"/>
                      <a:pt x="4173" y="2644"/>
                      <a:pt x="4215" y="2614"/>
                    </a:cubicBezTo>
                    <a:lnTo>
                      <a:pt x="5132" y="1685"/>
                    </a:lnTo>
                    <a:lnTo>
                      <a:pt x="6299" y="2852"/>
                    </a:lnTo>
                    <a:lnTo>
                      <a:pt x="4060" y="5079"/>
                    </a:lnTo>
                    <a:lnTo>
                      <a:pt x="2905" y="3924"/>
                    </a:lnTo>
                    <a:lnTo>
                      <a:pt x="3739" y="3090"/>
                    </a:lnTo>
                    <a:cubicBezTo>
                      <a:pt x="3798" y="3031"/>
                      <a:pt x="3798" y="2924"/>
                      <a:pt x="3739" y="2864"/>
                    </a:cubicBezTo>
                    <a:cubicBezTo>
                      <a:pt x="3709" y="2834"/>
                      <a:pt x="3667" y="2820"/>
                      <a:pt x="3624" y="2820"/>
                    </a:cubicBezTo>
                    <a:cubicBezTo>
                      <a:pt x="3581" y="2820"/>
                      <a:pt x="3536" y="2834"/>
                      <a:pt x="3501" y="2864"/>
                    </a:cubicBezTo>
                    <a:lnTo>
                      <a:pt x="2667" y="3698"/>
                    </a:lnTo>
                    <a:lnTo>
                      <a:pt x="2632" y="3662"/>
                    </a:lnTo>
                    <a:cubicBezTo>
                      <a:pt x="2566" y="3596"/>
                      <a:pt x="2477" y="3564"/>
                      <a:pt x="2388" y="3564"/>
                    </a:cubicBezTo>
                    <a:cubicBezTo>
                      <a:pt x="2298" y="3564"/>
                      <a:pt x="2209" y="3596"/>
                      <a:pt x="2143" y="3662"/>
                    </a:cubicBezTo>
                    <a:lnTo>
                      <a:pt x="1870" y="3936"/>
                    </a:lnTo>
                    <a:cubicBezTo>
                      <a:pt x="1739" y="4067"/>
                      <a:pt x="1739" y="4293"/>
                      <a:pt x="1870" y="4424"/>
                    </a:cubicBezTo>
                    <a:lnTo>
                      <a:pt x="1905" y="4460"/>
                    </a:lnTo>
                    <a:cubicBezTo>
                      <a:pt x="1751" y="4638"/>
                      <a:pt x="1548" y="4722"/>
                      <a:pt x="1548" y="4972"/>
                    </a:cubicBezTo>
                    <a:cubicBezTo>
                      <a:pt x="1548" y="5079"/>
                      <a:pt x="1596" y="5186"/>
                      <a:pt x="1667" y="5269"/>
                    </a:cubicBezTo>
                    <a:cubicBezTo>
                      <a:pt x="1786" y="5376"/>
                      <a:pt x="1870" y="5555"/>
                      <a:pt x="2132" y="5555"/>
                    </a:cubicBezTo>
                    <a:cubicBezTo>
                      <a:pt x="2382" y="5555"/>
                      <a:pt x="2465" y="5353"/>
                      <a:pt x="2644" y="5198"/>
                    </a:cubicBezTo>
                    <a:lnTo>
                      <a:pt x="2763" y="5317"/>
                    </a:lnTo>
                    <a:cubicBezTo>
                      <a:pt x="2620" y="5495"/>
                      <a:pt x="2405" y="5591"/>
                      <a:pt x="2405" y="5841"/>
                    </a:cubicBezTo>
                    <a:cubicBezTo>
                      <a:pt x="2405" y="6079"/>
                      <a:pt x="2608" y="6186"/>
                      <a:pt x="2691" y="6305"/>
                    </a:cubicBezTo>
                    <a:cubicBezTo>
                      <a:pt x="2763" y="6377"/>
                      <a:pt x="2870" y="6424"/>
                      <a:pt x="2989" y="6424"/>
                    </a:cubicBezTo>
                    <a:cubicBezTo>
                      <a:pt x="3239" y="6424"/>
                      <a:pt x="3334" y="6210"/>
                      <a:pt x="3513" y="6067"/>
                    </a:cubicBezTo>
                    <a:cubicBezTo>
                      <a:pt x="3525" y="6079"/>
                      <a:pt x="3620" y="6198"/>
                      <a:pt x="3798" y="6198"/>
                    </a:cubicBezTo>
                    <a:cubicBezTo>
                      <a:pt x="3882" y="6198"/>
                      <a:pt x="3977" y="6162"/>
                      <a:pt x="4048" y="6091"/>
                    </a:cubicBezTo>
                    <a:lnTo>
                      <a:pt x="4310" y="5829"/>
                    </a:lnTo>
                    <a:cubicBezTo>
                      <a:pt x="4453" y="5686"/>
                      <a:pt x="4453" y="5472"/>
                      <a:pt x="4310" y="5329"/>
                    </a:cubicBezTo>
                    <a:lnTo>
                      <a:pt x="4287" y="5305"/>
                    </a:lnTo>
                    <a:lnTo>
                      <a:pt x="6239" y="3352"/>
                    </a:lnTo>
                    <a:cubicBezTo>
                      <a:pt x="6930" y="3924"/>
                      <a:pt x="7335" y="4733"/>
                      <a:pt x="7335" y="5626"/>
                    </a:cubicBezTo>
                    <a:cubicBezTo>
                      <a:pt x="7335" y="6555"/>
                      <a:pt x="6906" y="7412"/>
                      <a:pt x="6156" y="7984"/>
                    </a:cubicBezTo>
                    <a:cubicBezTo>
                      <a:pt x="5690" y="7638"/>
                      <a:pt x="5153" y="7470"/>
                      <a:pt x="4619" y="7470"/>
                    </a:cubicBezTo>
                    <a:cubicBezTo>
                      <a:pt x="3993" y="7470"/>
                      <a:pt x="3371" y="7701"/>
                      <a:pt x="2870" y="8151"/>
                    </a:cubicBezTo>
                    <a:cubicBezTo>
                      <a:pt x="2644" y="8008"/>
                      <a:pt x="2453" y="7853"/>
                      <a:pt x="2274" y="7650"/>
                    </a:cubicBezTo>
                    <a:lnTo>
                      <a:pt x="3025" y="7650"/>
                    </a:lnTo>
                    <a:cubicBezTo>
                      <a:pt x="3239" y="7650"/>
                      <a:pt x="3417" y="7472"/>
                      <a:pt x="3417" y="7258"/>
                    </a:cubicBezTo>
                    <a:lnTo>
                      <a:pt x="3417" y="6996"/>
                    </a:lnTo>
                    <a:cubicBezTo>
                      <a:pt x="3417" y="6781"/>
                      <a:pt x="3239" y="6603"/>
                      <a:pt x="3025" y="6603"/>
                    </a:cubicBezTo>
                    <a:lnTo>
                      <a:pt x="405" y="6603"/>
                    </a:lnTo>
                    <a:cubicBezTo>
                      <a:pt x="179" y="6603"/>
                      <a:pt x="0" y="6781"/>
                      <a:pt x="0" y="6996"/>
                    </a:cubicBezTo>
                    <a:lnTo>
                      <a:pt x="0" y="7258"/>
                    </a:lnTo>
                    <a:cubicBezTo>
                      <a:pt x="0" y="7472"/>
                      <a:pt x="179" y="7650"/>
                      <a:pt x="405" y="7650"/>
                    </a:cubicBezTo>
                    <a:lnTo>
                      <a:pt x="774" y="7650"/>
                    </a:lnTo>
                    <a:cubicBezTo>
                      <a:pt x="1036" y="8162"/>
                      <a:pt x="1548" y="8722"/>
                      <a:pt x="2191" y="9127"/>
                    </a:cubicBezTo>
                    <a:cubicBezTo>
                      <a:pt x="2084" y="9377"/>
                      <a:pt x="2036" y="9651"/>
                      <a:pt x="2012" y="9936"/>
                    </a:cubicBezTo>
                    <a:lnTo>
                      <a:pt x="846" y="9936"/>
                    </a:lnTo>
                    <a:cubicBezTo>
                      <a:pt x="774" y="9936"/>
                      <a:pt x="715" y="9972"/>
                      <a:pt x="703" y="10032"/>
                    </a:cubicBezTo>
                    <a:lnTo>
                      <a:pt x="346" y="10948"/>
                    </a:lnTo>
                    <a:cubicBezTo>
                      <a:pt x="298" y="11044"/>
                      <a:pt x="381" y="11163"/>
                      <a:pt x="488" y="11163"/>
                    </a:cubicBezTo>
                    <a:lnTo>
                      <a:pt x="1393" y="11163"/>
                    </a:lnTo>
                    <a:cubicBezTo>
                      <a:pt x="1489" y="11163"/>
                      <a:pt x="1560" y="11091"/>
                      <a:pt x="1560" y="11008"/>
                    </a:cubicBezTo>
                    <a:cubicBezTo>
                      <a:pt x="1560" y="10913"/>
                      <a:pt x="1489" y="10841"/>
                      <a:pt x="1393" y="10841"/>
                    </a:cubicBezTo>
                    <a:lnTo>
                      <a:pt x="739" y="10841"/>
                    </a:lnTo>
                    <a:lnTo>
                      <a:pt x="965" y="10258"/>
                    </a:lnTo>
                    <a:lnTo>
                      <a:pt x="8299" y="10258"/>
                    </a:lnTo>
                    <a:lnTo>
                      <a:pt x="8525" y="10841"/>
                    </a:lnTo>
                    <a:lnTo>
                      <a:pt x="2167" y="10841"/>
                    </a:lnTo>
                    <a:cubicBezTo>
                      <a:pt x="2084" y="10841"/>
                      <a:pt x="2012" y="10913"/>
                      <a:pt x="2012" y="11008"/>
                    </a:cubicBezTo>
                    <a:cubicBezTo>
                      <a:pt x="2012" y="11091"/>
                      <a:pt x="2084" y="11163"/>
                      <a:pt x="2167" y="11163"/>
                    </a:cubicBezTo>
                    <a:lnTo>
                      <a:pt x="8763" y="11163"/>
                    </a:lnTo>
                    <a:cubicBezTo>
                      <a:pt x="8882" y="11163"/>
                      <a:pt x="8954" y="11044"/>
                      <a:pt x="8918" y="10948"/>
                    </a:cubicBezTo>
                    <a:lnTo>
                      <a:pt x="8561" y="10044"/>
                    </a:lnTo>
                    <a:cubicBezTo>
                      <a:pt x="8525" y="9984"/>
                      <a:pt x="8466" y="9936"/>
                      <a:pt x="8406" y="9936"/>
                    </a:cubicBezTo>
                    <a:lnTo>
                      <a:pt x="7251" y="9936"/>
                    </a:lnTo>
                    <a:cubicBezTo>
                      <a:pt x="7216" y="9555"/>
                      <a:pt x="7132" y="9198"/>
                      <a:pt x="6965" y="8889"/>
                    </a:cubicBezTo>
                    <a:cubicBezTo>
                      <a:pt x="7847" y="8210"/>
                      <a:pt x="8430" y="7174"/>
                      <a:pt x="8525" y="6067"/>
                    </a:cubicBezTo>
                    <a:cubicBezTo>
                      <a:pt x="8537" y="5972"/>
                      <a:pt x="8466" y="5900"/>
                      <a:pt x="8382" y="5888"/>
                    </a:cubicBezTo>
                    <a:cubicBezTo>
                      <a:pt x="8371" y="5886"/>
                      <a:pt x="8360" y="5884"/>
                      <a:pt x="8350" y="5884"/>
                    </a:cubicBezTo>
                    <a:cubicBezTo>
                      <a:pt x="8271" y="5884"/>
                      <a:pt x="8214" y="5958"/>
                      <a:pt x="8204" y="6031"/>
                    </a:cubicBezTo>
                    <a:cubicBezTo>
                      <a:pt x="8097" y="7043"/>
                      <a:pt x="7597" y="7972"/>
                      <a:pt x="6799" y="8603"/>
                    </a:cubicBezTo>
                    <a:cubicBezTo>
                      <a:pt x="6751" y="8543"/>
                      <a:pt x="6715" y="8508"/>
                      <a:pt x="6668" y="8460"/>
                    </a:cubicBezTo>
                    <a:cubicBezTo>
                      <a:pt x="6608" y="8389"/>
                      <a:pt x="6537" y="8293"/>
                      <a:pt x="6454" y="8222"/>
                    </a:cubicBezTo>
                    <a:lnTo>
                      <a:pt x="6430" y="8186"/>
                    </a:lnTo>
                    <a:cubicBezTo>
                      <a:pt x="8037" y="6912"/>
                      <a:pt x="8097" y="4460"/>
                      <a:pt x="6477" y="3114"/>
                    </a:cubicBezTo>
                    <a:lnTo>
                      <a:pt x="6632" y="2948"/>
                    </a:lnTo>
                    <a:cubicBezTo>
                      <a:pt x="6692" y="2888"/>
                      <a:pt x="6692" y="2793"/>
                      <a:pt x="6632" y="2733"/>
                    </a:cubicBezTo>
                    <a:lnTo>
                      <a:pt x="6561" y="2650"/>
                    </a:lnTo>
                    <a:lnTo>
                      <a:pt x="6656" y="2567"/>
                    </a:lnTo>
                    <a:cubicBezTo>
                      <a:pt x="7013" y="2793"/>
                      <a:pt x="7489" y="3305"/>
                      <a:pt x="7799" y="3900"/>
                    </a:cubicBezTo>
                    <a:cubicBezTo>
                      <a:pt x="8037" y="4352"/>
                      <a:pt x="8168" y="4876"/>
                      <a:pt x="8216" y="5376"/>
                    </a:cubicBezTo>
                    <a:cubicBezTo>
                      <a:pt x="8216" y="5465"/>
                      <a:pt x="8287" y="5532"/>
                      <a:pt x="8373" y="5532"/>
                    </a:cubicBezTo>
                    <a:cubicBezTo>
                      <a:pt x="8380" y="5532"/>
                      <a:pt x="8387" y="5532"/>
                      <a:pt x="8394" y="5531"/>
                    </a:cubicBezTo>
                    <a:cubicBezTo>
                      <a:pt x="8478" y="5531"/>
                      <a:pt x="8561" y="5436"/>
                      <a:pt x="8537" y="5353"/>
                    </a:cubicBezTo>
                    <a:cubicBezTo>
                      <a:pt x="8454" y="4138"/>
                      <a:pt x="7858" y="3055"/>
                      <a:pt x="6894" y="2328"/>
                    </a:cubicBezTo>
                    <a:lnTo>
                      <a:pt x="7251" y="1971"/>
                    </a:lnTo>
                    <a:cubicBezTo>
                      <a:pt x="7317" y="2002"/>
                      <a:pt x="7384" y="2017"/>
                      <a:pt x="7446" y="2017"/>
                    </a:cubicBezTo>
                    <a:cubicBezTo>
                      <a:pt x="7551" y="2017"/>
                      <a:pt x="7644" y="1975"/>
                      <a:pt x="7704" y="1900"/>
                    </a:cubicBezTo>
                    <a:lnTo>
                      <a:pt x="7858" y="1745"/>
                    </a:lnTo>
                    <a:cubicBezTo>
                      <a:pt x="8025" y="1578"/>
                      <a:pt x="8025" y="1328"/>
                      <a:pt x="7858" y="1162"/>
                    </a:cubicBezTo>
                    <a:lnTo>
                      <a:pt x="6811" y="126"/>
                    </a:lnTo>
                    <a:cubicBezTo>
                      <a:pt x="6733" y="42"/>
                      <a:pt x="6629" y="1"/>
                      <a:pt x="652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46" name="Google Shape;2446;p39"/>
          <p:cNvGrpSpPr/>
          <p:nvPr/>
        </p:nvGrpSpPr>
        <p:grpSpPr>
          <a:xfrm>
            <a:off x="7134523" y="-364255"/>
            <a:ext cx="2377525" cy="1958257"/>
            <a:chOff x="7134523" y="-367836"/>
            <a:chExt cx="2377525" cy="1958257"/>
          </a:xfrm>
        </p:grpSpPr>
        <p:grpSp>
          <p:nvGrpSpPr>
            <p:cNvPr id="2447" name="Google Shape;2447;p39"/>
            <p:cNvGrpSpPr/>
            <p:nvPr/>
          </p:nvGrpSpPr>
          <p:grpSpPr>
            <a:xfrm>
              <a:off x="7134848" y="-367836"/>
              <a:ext cx="2377200" cy="731417"/>
              <a:chOff x="-137127" y="4740521"/>
              <a:chExt cx="2377200" cy="731417"/>
            </a:xfrm>
          </p:grpSpPr>
          <p:sp>
            <p:nvSpPr>
              <p:cNvPr id="2448" name="Google Shape;2448;p39"/>
              <p:cNvSpPr/>
              <p:nvPr/>
            </p:nvSpPr>
            <p:spPr>
              <a:xfrm>
                <a:off x="685773" y="4740521"/>
                <a:ext cx="731400" cy="731400"/>
              </a:xfrm>
              <a:prstGeom prst="diamond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1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2449" name="Google Shape;2449;p39"/>
              <p:cNvSpPr/>
              <p:nvPr/>
            </p:nvSpPr>
            <p:spPr>
              <a:xfrm>
                <a:off x="-137127" y="4740538"/>
                <a:ext cx="731400" cy="731400"/>
              </a:xfrm>
              <a:prstGeom prst="diamond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1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2450" name="Google Shape;2450;p39"/>
              <p:cNvSpPr/>
              <p:nvPr/>
            </p:nvSpPr>
            <p:spPr>
              <a:xfrm>
                <a:off x="1508672" y="4740521"/>
                <a:ext cx="731400" cy="731400"/>
              </a:xfrm>
              <a:prstGeom prst="diamond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1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sp>
          <p:nvSpPr>
            <p:cNvPr id="2451" name="Google Shape;2451;p39"/>
            <p:cNvSpPr/>
            <p:nvPr/>
          </p:nvSpPr>
          <p:spPr>
            <a:xfrm rot="10800000" flipH="1">
              <a:off x="8780323" y="458627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452" name="Google Shape;2452;p39"/>
            <p:cNvSpPr/>
            <p:nvPr/>
          </p:nvSpPr>
          <p:spPr>
            <a:xfrm rot="10800000" flipH="1">
              <a:off x="7957423" y="458627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453" name="Google Shape;2453;p39"/>
            <p:cNvSpPr/>
            <p:nvPr/>
          </p:nvSpPr>
          <p:spPr>
            <a:xfrm rot="10800000" flipH="1">
              <a:off x="7545973" y="50769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454" name="Google Shape;2454;p39"/>
            <p:cNvSpPr/>
            <p:nvPr/>
          </p:nvSpPr>
          <p:spPr>
            <a:xfrm rot="10800000" flipH="1">
              <a:off x="7134523" y="458627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455" name="Google Shape;2455;p39"/>
            <p:cNvSpPr/>
            <p:nvPr/>
          </p:nvSpPr>
          <p:spPr>
            <a:xfrm rot="10800000" flipH="1">
              <a:off x="7545973" y="859022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2456" name="Google Shape;2456;p39"/>
            <p:cNvGrpSpPr/>
            <p:nvPr/>
          </p:nvGrpSpPr>
          <p:grpSpPr>
            <a:xfrm rot="2700000">
              <a:off x="7341401" y="664950"/>
              <a:ext cx="317642" cy="318754"/>
              <a:chOff x="5779408" y="3699191"/>
              <a:chExt cx="317645" cy="318757"/>
            </a:xfrm>
          </p:grpSpPr>
          <p:sp>
            <p:nvSpPr>
              <p:cNvPr id="2457" name="Google Shape;2457;p39"/>
              <p:cNvSpPr/>
              <p:nvPr/>
            </p:nvSpPr>
            <p:spPr>
              <a:xfrm>
                <a:off x="5892837" y="3700334"/>
                <a:ext cx="204216" cy="317614"/>
              </a:xfrm>
              <a:custGeom>
                <a:avLst/>
                <a:gdLst/>
                <a:ahLst/>
                <a:cxnLst/>
                <a:rect l="l" t="t" r="r" b="b"/>
                <a:pathLst>
                  <a:path w="6431" h="10002" extrusionOk="0">
                    <a:moveTo>
                      <a:pt x="4025" y="0"/>
                    </a:moveTo>
                    <a:cubicBezTo>
                      <a:pt x="3870" y="0"/>
                      <a:pt x="3704" y="60"/>
                      <a:pt x="3608" y="179"/>
                    </a:cubicBezTo>
                    <a:lnTo>
                      <a:pt x="1465" y="2322"/>
                    </a:lnTo>
                    <a:lnTo>
                      <a:pt x="299" y="1167"/>
                    </a:lnTo>
                    <a:cubicBezTo>
                      <a:pt x="269" y="1138"/>
                      <a:pt x="227" y="1123"/>
                      <a:pt x="184" y="1123"/>
                    </a:cubicBezTo>
                    <a:cubicBezTo>
                      <a:pt x="141" y="1123"/>
                      <a:pt x="96" y="1138"/>
                      <a:pt x="60" y="1167"/>
                    </a:cubicBezTo>
                    <a:cubicBezTo>
                      <a:pt x="1" y="1227"/>
                      <a:pt x="1" y="1322"/>
                      <a:pt x="60" y="1405"/>
                    </a:cubicBezTo>
                    <a:lnTo>
                      <a:pt x="1346" y="2679"/>
                    </a:lnTo>
                    <a:cubicBezTo>
                      <a:pt x="1370" y="2715"/>
                      <a:pt x="1418" y="2727"/>
                      <a:pt x="1465" y="2727"/>
                    </a:cubicBezTo>
                    <a:cubicBezTo>
                      <a:pt x="1501" y="2727"/>
                      <a:pt x="1549" y="2715"/>
                      <a:pt x="1584" y="2679"/>
                    </a:cubicBezTo>
                    <a:lnTo>
                      <a:pt x="3847" y="417"/>
                    </a:lnTo>
                    <a:cubicBezTo>
                      <a:pt x="3882" y="370"/>
                      <a:pt x="3966" y="346"/>
                      <a:pt x="4037" y="346"/>
                    </a:cubicBezTo>
                    <a:cubicBezTo>
                      <a:pt x="4109" y="346"/>
                      <a:pt x="4168" y="370"/>
                      <a:pt x="4228" y="417"/>
                    </a:cubicBezTo>
                    <a:lnTo>
                      <a:pt x="6049" y="2239"/>
                    </a:lnTo>
                    <a:cubicBezTo>
                      <a:pt x="6085" y="2275"/>
                      <a:pt x="6121" y="2358"/>
                      <a:pt x="6121" y="2429"/>
                    </a:cubicBezTo>
                    <a:cubicBezTo>
                      <a:pt x="6121" y="2501"/>
                      <a:pt x="6085" y="2560"/>
                      <a:pt x="6049" y="2620"/>
                    </a:cubicBezTo>
                    <a:lnTo>
                      <a:pt x="3775" y="4882"/>
                    </a:lnTo>
                    <a:cubicBezTo>
                      <a:pt x="3716" y="4942"/>
                      <a:pt x="3716" y="5049"/>
                      <a:pt x="3775" y="5120"/>
                    </a:cubicBezTo>
                    <a:lnTo>
                      <a:pt x="6049" y="7382"/>
                    </a:lnTo>
                    <a:cubicBezTo>
                      <a:pt x="6085" y="7430"/>
                      <a:pt x="6121" y="7501"/>
                      <a:pt x="6121" y="7573"/>
                    </a:cubicBezTo>
                    <a:cubicBezTo>
                      <a:pt x="6121" y="7656"/>
                      <a:pt x="6085" y="7716"/>
                      <a:pt x="6049" y="7775"/>
                    </a:cubicBezTo>
                    <a:lnTo>
                      <a:pt x="4228" y="9585"/>
                    </a:lnTo>
                    <a:cubicBezTo>
                      <a:pt x="4174" y="9639"/>
                      <a:pt x="4103" y="9665"/>
                      <a:pt x="4033" y="9665"/>
                    </a:cubicBezTo>
                    <a:cubicBezTo>
                      <a:pt x="3963" y="9665"/>
                      <a:pt x="3894" y="9639"/>
                      <a:pt x="3847" y="9585"/>
                    </a:cubicBezTo>
                    <a:lnTo>
                      <a:pt x="2989" y="8740"/>
                    </a:lnTo>
                    <a:cubicBezTo>
                      <a:pt x="2960" y="8710"/>
                      <a:pt x="2921" y="8695"/>
                      <a:pt x="2879" y="8695"/>
                    </a:cubicBezTo>
                    <a:cubicBezTo>
                      <a:pt x="2838" y="8695"/>
                      <a:pt x="2793" y="8710"/>
                      <a:pt x="2751" y="8740"/>
                    </a:cubicBezTo>
                    <a:cubicBezTo>
                      <a:pt x="2692" y="8799"/>
                      <a:pt x="2692" y="8906"/>
                      <a:pt x="2751" y="8978"/>
                    </a:cubicBezTo>
                    <a:lnTo>
                      <a:pt x="3608" y="9823"/>
                    </a:lnTo>
                    <a:cubicBezTo>
                      <a:pt x="3728" y="9942"/>
                      <a:pt x="3870" y="10002"/>
                      <a:pt x="4025" y="10002"/>
                    </a:cubicBezTo>
                    <a:cubicBezTo>
                      <a:pt x="4168" y="10002"/>
                      <a:pt x="4335" y="9942"/>
                      <a:pt x="4442" y="9823"/>
                    </a:cubicBezTo>
                    <a:lnTo>
                      <a:pt x="6252" y="8013"/>
                    </a:lnTo>
                    <a:cubicBezTo>
                      <a:pt x="6371" y="7894"/>
                      <a:pt x="6430" y="7740"/>
                      <a:pt x="6430" y="7597"/>
                    </a:cubicBezTo>
                    <a:cubicBezTo>
                      <a:pt x="6430" y="7430"/>
                      <a:pt x="6371" y="7275"/>
                      <a:pt x="6252" y="7180"/>
                    </a:cubicBezTo>
                    <a:lnTo>
                      <a:pt x="4109" y="4977"/>
                    </a:lnTo>
                    <a:lnTo>
                      <a:pt x="6252" y="2834"/>
                    </a:lnTo>
                    <a:cubicBezTo>
                      <a:pt x="6371" y="2715"/>
                      <a:pt x="6430" y="2560"/>
                      <a:pt x="6430" y="2417"/>
                    </a:cubicBezTo>
                    <a:cubicBezTo>
                      <a:pt x="6430" y="2251"/>
                      <a:pt x="6371" y="2096"/>
                      <a:pt x="6252" y="2001"/>
                    </a:cubicBezTo>
                    <a:lnTo>
                      <a:pt x="4442" y="179"/>
                    </a:lnTo>
                    <a:cubicBezTo>
                      <a:pt x="4323" y="60"/>
                      <a:pt x="4168" y="0"/>
                      <a:pt x="40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Google Shape;2458;p39"/>
              <p:cNvSpPr/>
              <p:nvPr/>
            </p:nvSpPr>
            <p:spPr>
              <a:xfrm>
                <a:off x="5779408" y="3699191"/>
                <a:ext cx="195134" cy="316883"/>
              </a:xfrm>
              <a:custGeom>
                <a:avLst/>
                <a:gdLst/>
                <a:ahLst/>
                <a:cxnLst/>
                <a:rect l="l" t="t" r="r" b="b"/>
                <a:pathLst>
                  <a:path w="6145" h="9979" extrusionOk="0">
                    <a:moveTo>
                      <a:pt x="2477" y="1"/>
                    </a:moveTo>
                    <a:cubicBezTo>
                      <a:pt x="2311" y="1"/>
                      <a:pt x="2156" y="60"/>
                      <a:pt x="2061" y="179"/>
                    </a:cubicBezTo>
                    <a:lnTo>
                      <a:pt x="239" y="2001"/>
                    </a:lnTo>
                    <a:cubicBezTo>
                      <a:pt x="1" y="2239"/>
                      <a:pt x="1" y="2608"/>
                      <a:pt x="239" y="2846"/>
                    </a:cubicBezTo>
                    <a:lnTo>
                      <a:pt x="2382" y="4989"/>
                    </a:lnTo>
                    <a:lnTo>
                      <a:pt x="239" y="7133"/>
                    </a:lnTo>
                    <a:cubicBezTo>
                      <a:pt x="1" y="7371"/>
                      <a:pt x="1" y="7752"/>
                      <a:pt x="239" y="7990"/>
                    </a:cubicBezTo>
                    <a:lnTo>
                      <a:pt x="2061" y="9800"/>
                    </a:lnTo>
                    <a:cubicBezTo>
                      <a:pt x="2180" y="9919"/>
                      <a:pt x="2323" y="9978"/>
                      <a:pt x="2477" y="9978"/>
                    </a:cubicBezTo>
                    <a:cubicBezTo>
                      <a:pt x="2620" y="9978"/>
                      <a:pt x="2787" y="9919"/>
                      <a:pt x="2882" y="9800"/>
                    </a:cubicBezTo>
                    <a:lnTo>
                      <a:pt x="5037" y="7656"/>
                    </a:lnTo>
                    <a:lnTo>
                      <a:pt x="5859" y="8490"/>
                    </a:lnTo>
                    <a:cubicBezTo>
                      <a:pt x="5895" y="8520"/>
                      <a:pt x="5936" y="8535"/>
                      <a:pt x="5978" y="8535"/>
                    </a:cubicBezTo>
                    <a:cubicBezTo>
                      <a:pt x="6020" y="8535"/>
                      <a:pt x="6061" y="8520"/>
                      <a:pt x="6097" y="8490"/>
                    </a:cubicBezTo>
                    <a:cubicBezTo>
                      <a:pt x="6145" y="8430"/>
                      <a:pt x="6145" y="8323"/>
                      <a:pt x="6085" y="8264"/>
                    </a:cubicBezTo>
                    <a:lnTo>
                      <a:pt x="5156" y="7335"/>
                    </a:lnTo>
                    <a:cubicBezTo>
                      <a:pt x="5121" y="7299"/>
                      <a:pt x="5073" y="7287"/>
                      <a:pt x="5037" y="7287"/>
                    </a:cubicBezTo>
                    <a:cubicBezTo>
                      <a:pt x="4990" y="7287"/>
                      <a:pt x="4942" y="7299"/>
                      <a:pt x="4918" y="7335"/>
                    </a:cubicBezTo>
                    <a:lnTo>
                      <a:pt x="2656" y="9597"/>
                    </a:lnTo>
                    <a:cubicBezTo>
                      <a:pt x="2608" y="9633"/>
                      <a:pt x="2537" y="9669"/>
                      <a:pt x="2454" y="9669"/>
                    </a:cubicBezTo>
                    <a:cubicBezTo>
                      <a:pt x="2382" y="9669"/>
                      <a:pt x="2323" y="9633"/>
                      <a:pt x="2263" y="9597"/>
                    </a:cubicBezTo>
                    <a:lnTo>
                      <a:pt x="453" y="7776"/>
                    </a:lnTo>
                    <a:cubicBezTo>
                      <a:pt x="346" y="7668"/>
                      <a:pt x="346" y="7490"/>
                      <a:pt x="453" y="7395"/>
                    </a:cubicBezTo>
                    <a:lnTo>
                      <a:pt x="2716" y="5132"/>
                    </a:lnTo>
                    <a:cubicBezTo>
                      <a:pt x="2739" y="5097"/>
                      <a:pt x="2751" y="5049"/>
                      <a:pt x="2751" y="5013"/>
                    </a:cubicBezTo>
                    <a:cubicBezTo>
                      <a:pt x="2751" y="4966"/>
                      <a:pt x="2739" y="4918"/>
                      <a:pt x="2716" y="4894"/>
                    </a:cubicBezTo>
                    <a:lnTo>
                      <a:pt x="453" y="2632"/>
                    </a:lnTo>
                    <a:cubicBezTo>
                      <a:pt x="346" y="2525"/>
                      <a:pt x="346" y="2346"/>
                      <a:pt x="453" y="2239"/>
                    </a:cubicBezTo>
                    <a:lnTo>
                      <a:pt x="2263" y="417"/>
                    </a:lnTo>
                    <a:cubicBezTo>
                      <a:pt x="2311" y="382"/>
                      <a:pt x="2382" y="346"/>
                      <a:pt x="2454" y="346"/>
                    </a:cubicBezTo>
                    <a:cubicBezTo>
                      <a:pt x="2537" y="346"/>
                      <a:pt x="2597" y="382"/>
                      <a:pt x="2656" y="417"/>
                    </a:cubicBezTo>
                    <a:lnTo>
                      <a:pt x="3168" y="941"/>
                    </a:lnTo>
                    <a:cubicBezTo>
                      <a:pt x="3198" y="971"/>
                      <a:pt x="3239" y="986"/>
                      <a:pt x="3283" y="986"/>
                    </a:cubicBezTo>
                    <a:cubicBezTo>
                      <a:pt x="3326" y="986"/>
                      <a:pt x="3370" y="971"/>
                      <a:pt x="3406" y="941"/>
                    </a:cubicBezTo>
                    <a:cubicBezTo>
                      <a:pt x="3466" y="882"/>
                      <a:pt x="3466" y="775"/>
                      <a:pt x="3406" y="703"/>
                    </a:cubicBezTo>
                    <a:lnTo>
                      <a:pt x="2882" y="179"/>
                    </a:lnTo>
                    <a:cubicBezTo>
                      <a:pt x="2775" y="60"/>
                      <a:pt x="2620" y="1"/>
                      <a:pt x="24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59" name="Google Shape;2459;p39"/>
            <p:cNvGrpSpPr/>
            <p:nvPr/>
          </p:nvGrpSpPr>
          <p:grpSpPr>
            <a:xfrm>
              <a:off x="7806981" y="1041332"/>
              <a:ext cx="209383" cy="366778"/>
              <a:chOff x="6275635" y="4089871"/>
              <a:chExt cx="209383" cy="366778"/>
            </a:xfrm>
          </p:grpSpPr>
          <p:sp>
            <p:nvSpPr>
              <p:cNvPr id="2460" name="Google Shape;2460;p39"/>
              <p:cNvSpPr/>
              <p:nvPr/>
            </p:nvSpPr>
            <p:spPr>
              <a:xfrm>
                <a:off x="6275635" y="4089871"/>
                <a:ext cx="89162" cy="366778"/>
              </a:xfrm>
              <a:custGeom>
                <a:avLst/>
                <a:gdLst/>
                <a:ahLst/>
                <a:cxnLst/>
                <a:rect l="l" t="t" r="r" b="b"/>
                <a:pathLst>
                  <a:path w="2799" h="11514" extrusionOk="0">
                    <a:moveTo>
                      <a:pt x="1382" y="1751"/>
                    </a:moveTo>
                    <a:cubicBezTo>
                      <a:pt x="1667" y="1917"/>
                      <a:pt x="1929" y="2084"/>
                      <a:pt x="2132" y="2275"/>
                    </a:cubicBezTo>
                    <a:lnTo>
                      <a:pt x="620" y="2275"/>
                    </a:lnTo>
                    <a:cubicBezTo>
                      <a:pt x="822" y="2084"/>
                      <a:pt x="1084" y="1917"/>
                      <a:pt x="1382" y="1751"/>
                    </a:cubicBezTo>
                    <a:close/>
                    <a:moveTo>
                      <a:pt x="2370" y="2620"/>
                    </a:moveTo>
                    <a:cubicBezTo>
                      <a:pt x="2465" y="2822"/>
                      <a:pt x="2489" y="3048"/>
                      <a:pt x="2382" y="3298"/>
                    </a:cubicBezTo>
                    <a:lnTo>
                      <a:pt x="381" y="3298"/>
                    </a:lnTo>
                    <a:cubicBezTo>
                      <a:pt x="298" y="3084"/>
                      <a:pt x="286" y="2858"/>
                      <a:pt x="381" y="2620"/>
                    </a:cubicBezTo>
                    <a:close/>
                    <a:moveTo>
                      <a:pt x="2144" y="3644"/>
                    </a:moveTo>
                    <a:cubicBezTo>
                      <a:pt x="1953" y="3834"/>
                      <a:pt x="1679" y="4001"/>
                      <a:pt x="1382" y="4168"/>
                    </a:cubicBezTo>
                    <a:cubicBezTo>
                      <a:pt x="1096" y="4001"/>
                      <a:pt x="822" y="3834"/>
                      <a:pt x="620" y="3644"/>
                    </a:cubicBezTo>
                    <a:close/>
                    <a:moveTo>
                      <a:pt x="2441" y="5918"/>
                    </a:moveTo>
                    <a:cubicBezTo>
                      <a:pt x="2334" y="6394"/>
                      <a:pt x="1893" y="6680"/>
                      <a:pt x="1382" y="6966"/>
                    </a:cubicBezTo>
                    <a:cubicBezTo>
                      <a:pt x="881" y="6680"/>
                      <a:pt x="429" y="6394"/>
                      <a:pt x="346" y="5918"/>
                    </a:cubicBezTo>
                    <a:close/>
                    <a:moveTo>
                      <a:pt x="1382" y="7347"/>
                    </a:moveTo>
                    <a:cubicBezTo>
                      <a:pt x="1679" y="7513"/>
                      <a:pt x="1953" y="7680"/>
                      <a:pt x="2144" y="7870"/>
                    </a:cubicBezTo>
                    <a:lnTo>
                      <a:pt x="620" y="7870"/>
                    </a:lnTo>
                    <a:cubicBezTo>
                      <a:pt x="822" y="7680"/>
                      <a:pt x="1096" y="7513"/>
                      <a:pt x="1382" y="7347"/>
                    </a:cubicBezTo>
                    <a:close/>
                    <a:moveTo>
                      <a:pt x="2394" y="8216"/>
                    </a:moveTo>
                    <a:cubicBezTo>
                      <a:pt x="2489" y="8454"/>
                      <a:pt x="2489" y="8680"/>
                      <a:pt x="2382" y="8894"/>
                    </a:cubicBezTo>
                    <a:lnTo>
                      <a:pt x="405" y="8894"/>
                    </a:lnTo>
                    <a:cubicBezTo>
                      <a:pt x="298" y="8656"/>
                      <a:pt x="298" y="8442"/>
                      <a:pt x="405" y="8216"/>
                    </a:cubicBezTo>
                    <a:close/>
                    <a:moveTo>
                      <a:pt x="2132" y="9240"/>
                    </a:moveTo>
                    <a:cubicBezTo>
                      <a:pt x="1929" y="9430"/>
                      <a:pt x="1667" y="9597"/>
                      <a:pt x="1382" y="9764"/>
                    </a:cubicBezTo>
                    <a:cubicBezTo>
                      <a:pt x="1096" y="9597"/>
                      <a:pt x="834" y="9430"/>
                      <a:pt x="620" y="9240"/>
                    </a:cubicBezTo>
                    <a:close/>
                    <a:moveTo>
                      <a:pt x="167" y="0"/>
                    </a:moveTo>
                    <a:cubicBezTo>
                      <a:pt x="72" y="0"/>
                      <a:pt x="0" y="72"/>
                      <a:pt x="0" y="167"/>
                    </a:cubicBezTo>
                    <a:cubicBezTo>
                      <a:pt x="0" y="846"/>
                      <a:pt x="524" y="1251"/>
                      <a:pt x="1072" y="1560"/>
                    </a:cubicBezTo>
                    <a:cubicBezTo>
                      <a:pt x="500" y="1894"/>
                      <a:pt x="0" y="2310"/>
                      <a:pt x="0" y="2965"/>
                    </a:cubicBezTo>
                    <a:cubicBezTo>
                      <a:pt x="0" y="3644"/>
                      <a:pt x="524" y="4049"/>
                      <a:pt x="1072" y="4358"/>
                    </a:cubicBezTo>
                    <a:cubicBezTo>
                      <a:pt x="524" y="4668"/>
                      <a:pt x="0" y="5072"/>
                      <a:pt x="0" y="5763"/>
                    </a:cubicBezTo>
                    <a:cubicBezTo>
                      <a:pt x="0" y="6442"/>
                      <a:pt x="524" y="6847"/>
                      <a:pt x="1072" y="7156"/>
                    </a:cubicBezTo>
                    <a:cubicBezTo>
                      <a:pt x="524" y="7466"/>
                      <a:pt x="0" y="7870"/>
                      <a:pt x="0" y="8549"/>
                    </a:cubicBezTo>
                    <a:cubicBezTo>
                      <a:pt x="0" y="8799"/>
                      <a:pt x="72" y="9002"/>
                      <a:pt x="179" y="9180"/>
                    </a:cubicBezTo>
                    <a:cubicBezTo>
                      <a:pt x="227" y="9240"/>
                      <a:pt x="322" y="9525"/>
                      <a:pt x="1072" y="9954"/>
                    </a:cubicBezTo>
                    <a:cubicBezTo>
                      <a:pt x="524" y="10264"/>
                      <a:pt x="0" y="10668"/>
                      <a:pt x="0" y="11359"/>
                    </a:cubicBezTo>
                    <a:cubicBezTo>
                      <a:pt x="0" y="11442"/>
                      <a:pt x="72" y="11514"/>
                      <a:pt x="167" y="11514"/>
                    </a:cubicBezTo>
                    <a:cubicBezTo>
                      <a:pt x="250" y="11514"/>
                      <a:pt x="322" y="11442"/>
                      <a:pt x="322" y="11359"/>
                    </a:cubicBezTo>
                    <a:cubicBezTo>
                      <a:pt x="322" y="10776"/>
                      <a:pt x="834" y="10466"/>
                      <a:pt x="1393" y="10145"/>
                    </a:cubicBezTo>
                    <a:cubicBezTo>
                      <a:pt x="1965" y="10466"/>
                      <a:pt x="2465" y="10776"/>
                      <a:pt x="2465" y="11359"/>
                    </a:cubicBezTo>
                    <a:cubicBezTo>
                      <a:pt x="2465" y="11442"/>
                      <a:pt x="2548" y="11514"/>
                      <a:pt x="2632" y="11514"/>
                    </a:cubicBezTo>
                    <a:cubicBezTo>
                      <a:pt x="2727" y="11514"/>
                      <a:pt x="2798" y="11442"/>
                      <a:pt x="2798" y="11359"/>
                    </a:cubicBezTo>
                    <a:cubicBezTo>
                      <a:pt x="2798" y="10668"/>
                      <a:pt x="2274" y="10264"/>
                      <a:pt x="1727" y="9954"/>
                    </a:cubicBezTo>
                    <a:cubicBezTo>
                      <a:pt x="2286" y="9633"/>
                      <a:pt x="2798" y="9216"/>
                      <a:pt x="2798" y="8561"/>
                    </a:cubicBezTo>
                    <a:cubicBezTo>
                      <a:pt x="2798" y="7870"/>
                      <a:pt x="2274" y="7466"/>
                      <a:pt x="1727" y="7156"/>
                    </a:cubicBezTo>
                    <a:cubicBezTo>
                      <a:pt x="2274" y="6847"/>
                      <a:pt x="2798" y="6442"/>
                      <a:pt x="2798" y="5763"/>
                    </a:cubicBezTo>
                    <a:cubicBezTo>
                      <a:pt x="2798" y="5608"/>
                      <a:pt x="2763" y="5465"/>
                      <a:pt x="2727" y="5346"/>
                    </a:cubicBezTo>
                    <a:cubicBezTo>
                      <a:pt x="2699" y="5273"/>
                      <a:pt x="2629" y="5227"/>
                      <a:pt x="2560" y="5227"/>
                    </a:cubicBezTo>
                    <a:cubicBezTo>
                      <a:pt x="2539" y="5227"/>
                      <a:pt x="2519" y="5231"/>
                      <a:pt x="2501" y="5239"/>
                    </a:cubicBezTo>
                    <a:cubicBezTo>
                      <a:pt x="2405" y="5263"/>
                      <a:pt x="2370" y="5370"/>
                      <a:pt x="2394" y="5465"/>
                    </a:cubicBezTo>
                    <a:cubicBezTo>
                      <a:pt x="2405" y="5501"/>
                      <a:pt x="2405" y="5549"/>
                      <a:pt x="2405" y="5596"/>
                    </a:cubicBezTo>
                    <a:lnTo>
                      <a:pt x="322" y="5596"/>
                    </a:lnTo>
                    <a:cubicBezTo>
                      <a:pt x="417" y="5132"/>
                      <a:pt x="881" y="4834"/>
                      <a:pt x="1370" y="4549"/>
                    </a:cubicBezTo>
                    <a:cubicBezTo>
                      <a:pt x="1560" y="4656"/>
                      <a:pt x="1774" y="4775"/>
                      <a:pt x="1929" y="4906"/>
                    </a:cubicBezTo>
                    <a:cubicBezTo>
                      <a:pt x="1960" y="4932"/>
                      <a:pt x="1998" y="4944"/>
                      <a:pt x="2035" y="4944"/>
                    </a:cubicBezTo>
                    <a:cubicBezTo>
                      <a:pt x="2084" y="4944"/>
                      <a:pt x="2134" y="4923"/>
                      <a:pt x="2167" y="4882"/>
                    </a:cubicBezTo>
                    <a:cubicBezTo>
                      <a:pt x="2227" y="4811"/>
                      <a:pt x="2215" y="4703"/>
                      <a:pt x="2144" y="4644"/>
                    </a:cubicBezTo>
                    <a:cubicBezTo>
                      <a:pt x="2001" y="4537"/>
                      <a:pt x="1858" y="4453"/>
                      <a:pt x="1703" y="4358"/>
                    </a:cubicBezTo>
                    <a:cubicBezTo>
                      <a:pt x="2263" y="4049"/>
                      <a:pt x="2775" y="3644"/>
                      <a:pt x="2775" y="2965"/>
                    </a:cubicBezTo>
                    <a:cubicBezTo>
                      <a:pt x="2775" y="2727"/>
                      <a:pt x="2703" y="2513"/>
                      <a:pt x="2596" y="2334"/>
                    </a:cubicBezTo>
                    <a:cubicBezTo>
                      <a:pt x="2560" y="2275"/>
                      <a:pt x="2441" y="1989"/>
                      <a:pt x="1703" y="1560"/>
                    </a:cubicBezTo>
                    <a:cubicBezTo>
                      <a:pt x="2263" y="1239"/>
                      <a:pt x="2798" y="846"/>
                      <a:pt x="2798" y="167"/>
                    </a:cubicBezTo>
                    <a:cubicBezTo>
                      <a:pt x="2798" y="72"/>
                      <a:pt x="2727" y="0"/>
                      <a:pt x="2632" y="0"/>
                    </a:cubicBezTo>
                    <a:cubicBezTo>
                      <a:pt x="2548" y="0"/>
                      <a:pt x="2465" y="72"/>
                      <a:pt x="2465" y="167"/>
                    </a:cubicBezTo>
                    <a:cubicBezTo>
                      <a:pt x="2465" y="739"/>
                      <a:pt x="1965" y="1060"/>
                      <a:pt x="1393" y="1370"/>
                    </a:cubicBezTo>
                    <a:cubicBezTo>
                      <a:pt x="834" y="1060"/>
                      <a:pt x="322" y="727"/>
                      <a:pt x="322" y="167"/>
                    </a:cubicBezTo>
                    <a:cubicBezTo>
                      <a:pt x="322" y="72"/>
                      <a:pt x="250" y="0"/>
                      <a:pt x="1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Google Shape;2461;p39"/>
              <p:cNvSpPr/>
              <p:nvPr/>
            </p:nvSpPr>
            <p:spPr>
              <a:xfrm>
                <a:off x="6395474" y="4089871"/>
                <a:ext cx="89544" cy="366778"/>
              </a:xfrm>
              <a:custGeom>
                <a:avLst/>
                <a:gdLst/>
                <a:ahLst/>
                <a:cxnLst/>
                <a:rect l="l" t="t" r="r" b="b"/>
                <a:pathLst>
                  <a:path w="2811" h="11514" extrusionOk="0">
                    <a:moveTo>
                      <a:pt x="2799" y="2906"/>
                    </a:moveTo>
                    <a:cubicBezTo>
                      <a:pt x="2799" y="2912"/>
                      <a:pt x="2802" y="2914"/>
                      <a:pt x="2803" y="2914"/>
                    </a:cubicBezTo>
                    <a:cubicBezTo>
                      <a:pt x="2805" y="2914"/>
                      <a:pt x="2805" y="2912"/>
                      <a:pt x="2799" y="2906"/>
                    </a:cubicBezTo>
                    <a:close/>
                    <a:moveTo>
                      <a:pt x="2453" y="3096"/>
                    </a:moveTo>
                    <a:cubicBezTo>
                      <a:pt x="2382" y="3584"/>
                      <a:pt x="1918" y="3870"/>
                      <a:pt x="1406" y="4168"/>
                    </a:cubicBezTo>
                    <a:cubicBezTo>
                      <a:pt x="882" y="3870"/>
                      <a:pt x="417" y="3584"/>
                      <a:pt x="346" y="3096"/>
                    </a:cubicBezTo>
                    <a:close/>
                    <a:moveTo>
                      <a:pt x="1394" y="4549"/>
                    </a:moveTo>
                    <a:cubicBezTo>
                      <a:pt x="1680" y="4715"/>
                      <a:pt x="1965" y="4882"/>
                      <a:pt x="2156" y="5072"/>
                    </a:cubicBezTo>
                    <a:lnTo>
                      <a:pt x="644" y="5072"/>
                    </a:lnTo>
                    <a:cubicBezTo>
                      <a:pt x="834" y="4882"/>
                      <a:pt x="1120" y="4715"/>
                      <a:pt x="1394" y="4549"/>
                    </a:cubicBezTo>
                    <a:close/>
                    <a:moveTo>
                      <a:pt x="2394" y="5418"/>
                    </a:moveTo>
                    <a:cubicBezTo>
                      <a:pt x="2501" y="5644"/>
                      <a:pt x="2501" y="5858"/>
                      <a:pt x="2394" y="6096"/>
                    </a:cubicBezTo>
                    <a:lnTo>
                      <a:pt x="406" y="6096"/>
                    </a:lnTo>
                    <a:cubicBezTo>
                      <a:pt x="298" y="5858"/>
                      <a:pt x="298" y="5644"/>
                      <a:pt x="406" y="5418"/>
                    </a:cubicBezTo>
                    <a:close/>
                    <a:moveTo>
                      <a:pt x="2156" y="6442"/>
                    </a:moveTo>
                    <a:cubicBezTo>
                      <a:pt x="1965" y="6632"/>
                      <a:pt x="1680" y="6799"/>
                      <a:pt x="1406" y="6966"/>
                    </a:cubicBezTo>
                    <a:cubicBezTo>
                      <a:pt x="1120" y="6799"/>
                      <a:pt x="846" y="6632"/>
                      <a:pt x="644" y="6442"/>
                    </a:cubicBezTo>
                    <a:close/>
                    <a:moveTo>
                      <a:pt x="1406" y="7347"/>
                    </a:moveTo>
                    <a:cubicBezTo>
                      <a:pt x="1906" y="7632"/>
                      <a:pt x="2358" y="7918"/>
                      <a:pt x="2453" y="8382"/>
                    </a:cubicBezTo>
                    <a:lnTo>
                      <a:pt x="358" y="8382"/>
                    </a:lnTo>
                    <a:cubicBezTo>
                      <a:pt x="453" y="7918"/>
                      <a:pt x="906" y="7632"/>
                      <a:pt x="1406" y="7347"/>
                    </a:cubicBezTo>
                    <a:close/>
                    <a:moveTo>
                      <a:pt x="2442" y="8716"/>
                    </a:moveTo>
                    <a:cubicBezTo>
                      <a:pt x="2370" y="9180"/>
                      <a:pt x="1906" y="9478"/>
                      <a:pt x="1406" y="9764"/>
                    </a:cubicBezTo>
                    <a:cubicBezTo>
                      <a:pt x="894" y="9478"/>
                      <a:pt x="429" y="9192"/>
                      <a:pt x="346" y="8716"/>
                    </a:cubicBezTo>
                    <a:close/>
                    <a:moveTo>
                      <a:pt x="179" y="0"/>
                    </a:moveTo>
                    <a:cubicBezTo>
                      <a:pt x="96" y="0"/>
                      <a:pt x="13" y="72"/>
                      <a:pt x="13" y="167"/>
                    </a:cubicBezTo>
                    <a:cubicBezTo>
                      <a:pt x="13" y="858"/>
                      <a:pt x="548" y="1251"/>
                      <a:pt x="1084" y="1560"/>
                    </a:cubicBezTo>
                    <a:cubicBezTo>
                      <a:pt x="953" y="1632"/>
                      <a:pt x="834" y="1715"/>
                      <a:pt x="715" y="1786"/>
                    </a:cubicBezTo>
                    <a:cubicBezTo>
                      <a:pt x="584" y="1870"/>
                      <a:pt x="656" y="2096"/>
                      <a:pt x="822" y="2096"/>
                    </a:cubicBezTo>
                    <a:cubicBezTo>
                      <a:pt x="906" y="2096"/>
                      <a:pt x="870" y="2072"/>
                      <a:pt x="1430" y="1751"/>
                    </a:cubicBezTo>
                    <a:cubicBezTo>
                      <a:pt x="1918" y="2036"/>
                      <a:pt x="2370" y="2310"/>
                      <a:pt x="2477" y="2751"/>
                    </a:cubicBezTo>
                    <a:lnTo>
                      <a:pt x="406" y="2751"/>
                    </a:lnTo>
                    <a:cubicBezTo>
                      <a:pt x="417" y="2703"/>
                      <a:pt x="417" y="2644"/>
                      <a:pt x="429" y="2608"/>
                    </a:cubicBezTo>
                    <a:cubicBezTo>
                      <a:pt x="477" y="2513"/>
                      <a:pt x="429" y="2429"/>
                      <a:pt x="346" y="2382"/>
                    </a:cubicBezTo>
                    <a:cubicBezTo>
                      <a:pt x="320" y="2369"/>
                      <a:pt x="295" y="2363"/>
                      <a:pt x="271" y="2363"/>
                    </a:cubicBezTo>
                    <a:cubicBezTo>
                      <a:pt x="208" y="2363"/>
                      <a:pt x="154" y="2404"/>
                      <a:pt x="120" y="2465"/>
                    </a:cubicBezTo>
                    <a:cubicBezTo>
                      <a:pt x="60" y="2608"/>
                      <a:pt x="36" y="2751"/>
                      <a:pt x="13" y="2917"/>
                    </a:cubicBezTo>
                    <a:lnTo>
                      <a:pt x="13" y="2929"/>
                    </a:lnTo>
                    <a:cubicBezTo>
                      <a:pt x="1" y="3620"/>
                      <a:pt x="489" y="4013"/>
                      <a:pt x="1084" y="4358"/>
                    </a:cubicBezTo>
                    <a:cubicBezTo>
                      <a:pt x="537" y="4668"/>
                      <a:pt x="13" y="5072"/>
                      <a:pt x="13" y="5763"/>
                    </a:cubicBezTo>
                    <a:cubicBezTo>
                      <a:pt x="13" y="6442"/>
                      <a:pt x="537" y="6847"/>
                      <a:pt x="1084" y="7156"/>
                    </a:cubicBezTo>
                    <a:cubicBezTo>
                      <a:pt x="513" y="7501"/>
                      <a:pt x="13" y="7882"/>
                      <a:pt x="13" y="8561"/>
                    </a:cubicBezTo>
                    <a:cubicBezTo>
                      <a:pt x="13" y="9240"/>
                      <a:pt x="537" y="9644"/>
                      <a:pt x="1084" y="9954"/>
                    </a:cubicBezTo>
                    <a:cubicBezTo>
                      <a:pt x="537" y="10264"/>
                      <a:pt x="13" y="10668"/>
                      <a:pt x="13" y="11359"/>
                    </a:cubicBezTo>
                    <a:cubicBezTo>
                      <a:pt x="13" y="11442"/>
                      <a:pt x="96" y="11514"/>
                      <a:pt x="179" y="11514"/>
                    </a:cubicBezTo>
                    <a:cubicBezTo>
                      <a:pt x="275" y="11514"/>
                      <a:pt x="346" y="11442"/>
                      <a:pt x="346" y="11359"/>
                    </a:cubicBezTo>
                    <a:cubicBezTo>
                      <a:pt x="346" y="10776"/>
                      <a:pt x="846" y="10466"/>
                      <a:pt x="1418" y="10145"/>
                    </a:cubicBezTo>
                    <a:cubicBezTo>
                      <a:pt x="1977" y="10466"/>
                      <a:pt x="2489" y="10776"/>
                      <a:pt x="2489" y="11359"/>
                    </a:cubicBezTo>
                    <a:cubicBezTo>
                      <a:pt x="2489" y="11442"/>
                      <a:pt x="2561" y="11514"/>
                      <a:pt x="2656" y="11514"/>
                    </a:cubicBezTo>
                    <a:cubicBezTo>
                      <a:pt x="2739" y="11514"/>
                      <a:pt x="2811" y="11442"/>
                      <a:pt x="2811" y="11359"/>
                    </a:cubicBezTo>
                    <a:cubicBezTo>
                      <a:pt x="2811" y="10668"/>
                      <a:pt x="2299" y="10264"/>
                      <a:pt x="1739" y="9954"/>
                    </a:cubicBezTo>
                    <a:cubicBezTo>
                      <a:pt x="2322" y="9609"/>
                      <a:pt x="2811" y="9228"/>
                      <a:pt x="2811" y="8537"/>
                    </a:cubicBezTo>
                    <a:cubicBezTo>
                      <a:pt x="2811" y="7859"/>
                      <a:pt x="2299" y="7466"/>
                      <a:pt x="1739" y="7144"/>
                    </a:cubicBezTo>
                    <a:cubicBezTo>
                      <a:pt x="2299" y="6835"/>
                      <a:pt x="2811" y="6430"/>
                      <a:pt x="2811" y="5739"/>
                    </a:cubicBezTo>
                    <a:cubicBezTo>
                      <a:pt x="2811" y="5061"/>
                      <a:pt x="2299" y="4656"/>
                      <a:pt x="1739" y="4346"/>
                    </a:cubicBezTo>
                    <a:cubicBezTo>
                      <a:pt x="2358" y="4001"/>
                      <a:pt x="2799" y="3632"/>
                      <a:pt x="2799" y="2906"/>
                    </a:cubicBezTo>
                    <a:cubicBezTo>
                      <a:pt x="2775" y="2251"/>
                      <a:pt x="2263" y="1870"/>
                      <a:pt x="1739" y="1560"/>
                    </a:cubicBezTo>
                    <a:cubicBezTo>
                      <a:pt x="2299" y="1251"/>
                      <a:pt x="2811" y="846"/>
                      <a:pt x="2811" y="167"/>
                    </a:cubicBezTo>
                    <a:cubicBezTo>
                      <a:pt x="2811" y="72"/>
                      <a:pt x="2739" y="0"/>
                      <a:pt x="2656" y="0"/>
                    </a:cubicBezTo>
                    <a:cubicBezTo>
                      <a:pt x="2561" y="0"/>
                      <a:pt x="2489" y="72"/>
                      <a:pt x="2489" y="167"/>
                    </a:cubicBezTo>
                    <a:cubicBezTo>
                      <a:pt x="2489" y="739"/>
                      <a:pt x="1977" y="1060"/>
                      <a:pt x="1418" y="1370"/>
                    </a:cubicBezTo>
                    <a:cubicBezTo>
                      <a:pt x="846" y="1060"/>
                      <a:pt x="346" y="727"/>
                      <a:pt x="346" y="167"/>
                    </a:cubicBezTo>
                    <a:cubicBezTo>
                      <a:pt x="346" y="72"/>
                      <a:pt x="275" y="0"/>
                      <a:pt x="17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62" name="Google Shape;2462;p39"/>
            <p:cNvGrpSpPr/>
            <p:nvPr/>
          </p:nvGrpSpPr>
          <p:grpSpPr>
            <a:xfrm>
              <a:off x="7731883" y="238543"/>
              <a:ext cx="359579" cy="355852"/>
              <a:chOff x="5309250" y="2903170"/>
              <a:chExt cx="359579" cy="355852"/>
            </a:xfrm>
          </p:grpSpPr>
          <p:sp>
            <p:nvSpPr>
              <p:cNvPr id="2463" name="Google Shape;2463;p39"/>
              <p:cNvSpPr/>
              <p:nvPr/>
            </p:nvSpPr>
            <p:spPr>
              <a:xfrm>
                <a:off x="5410517" y="3006317"/>
                <a:ext cx="77854" cy="76452"/>
              </a:xfrm>
              <a:custGeom>
                <a:avLst/>
                <a:gdLst/>
                <a:ahLst/>
                <a:cxnLst/>
                <a:rect l="l" t="t" r="r" b="b"/>
                <a:pathLst>
                  <a:path w="2444" h="2400" extrusionOk="0">
                    <a:moveTo>
                      <a:pt x="1345" y="315"/>
                    </a:moveTo>
                    <a:cubicBezTo>
                      <a:pt x="1450" y="315"/>
                      <a:pt x="1549" y="346"/>
                      <a:pt x="1631" y="420"/>
                    </a:cubicBezTo>
                    <a:cubicBezTo>
                      <a:pt x="1905" y="634"/>
                      <a:pt x="2060" y="1206"/>
                      <a:pt x="2096" y="1622"/>
                    </a:cubicBezTo>
                    <a:cubicBezTo>
                      <a:pt x="2104" y="1923"/>
                      <a:pt x="1755" y="2071"/>
                      <a:pt x="1406" y="2071"/>
                    </a:cubicBezTo>
                    <a:cubicBezTo>
                      <a:pt x="1257" y="2071"/>
                      <a:pt x="1109" y="2045"/>
                      <a:pt x="988" y="1991"/>
                    </a:cubicBezTo>
                    <a:cubicBezTo>
                      <a:pt x="560" y="1801"/>
                      <a:pt x="381" y="1313"/>
                      <a:pt x="560" y="872"/>
                    </a:cubicBezTo>
                    <a:cubicBezTo>
                      <a:pt x="693" y="580"/>
                      <a:pt x="1042" y="315"/>
                      <a:pt x="1345" y="315"/>
                    </a:cubicBezTo>
                    <a:close/>
                    <a:moveTo>
                      <a:pt x="1344" y="1"/>
                    </a:moveTo>
                    <a:cubicBezTo>
                      <a:pt x="906" y="1"/>
                      <a:pt x="447" y="320"/>
                      <a:pt x="262" y="741"/>
                    </a:cubicBezTo>
                    <a:cubicBezTo>
                      <a:pt x="0" y="1336"/>
                      <a:pt x="262" y="2027"/>
                      <a:pt x="857" y="2289"/>
                    </a:cubicBezTo>
                    <a:cubicBezTo>
                      <a:pt x="1022" y="2363"/>
                      <a:pt x="1214" y="2400"/>
                      <a:pt x="1407" y="2400"/>
                    </a:cubicBezTo>
                    <a:cubicBezTo>
                      <a:pt x="1925" y="2400"/>
                      <a:pt x="2443" y="2134"/>
                      <a:pt x="2417" y="1622"/>
                    </a:cubicBezTo>
                    <a:cubicBezTo>
                      <a:pt x="2405" y="1134"/>
                      <a:pt x="2203" y="479"/>
                      <a:pt x="1858" y="182"/>
                    </a:cubicBezTo>
                    <a:cubicBezTo>
                      <a:pt x="1704" y="56"/>
                      <a:pt x="1526" y="1"/>
                      <a:pt x="13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Google Shape;2464;p39"/>
              <p:cNvSpPr/>
              <p:nvPr/>
            </p:nvSpPr>
            <p:spPr>
              <a:xfrm>
                <a:off x="5309250" y="2903170"/>
                <a:ext cx="359579" cy="355852"/>
              </a:xfrm>
              <a:custGeom>
                <a:avLst/>
                <a:gdLst/>
                <a:ahLst/>
                <a:cxnLst/>
                <a:rect l="l" t="t" r="r" b="b"/>
                <a:pathLst>
                  <a:path w="11288" h="11171" extrusionOk="0">
                    <a:moveTo>
                      <a:pt x="3691" y="336"/>
                    </a:moveTo>
                    <a:cubicBezTo>
                      <a:pt x="3775" y="336"/>
                      <a:pt x="3846" y="383"/>
                      <a:pt x="3870" y="455"/>
                    </a:cubicBezTo>
                    <a:lnTo>
                      <a:pt x="4084" y="991"/>
                    </a:lnTo>
                    <a:cubicBezTo>
                      <a:pt x="3953" y="1003"/>
                      <a:pt x="3846" y="1050"/>
                      <a:pt x="3739" y="1122"/>
                    </a:cubicBezTo>
                    <a:lnTo>
                      <a:pt x="3536" y="586"/>
                    </a:lnTo>
                    <a:cubicBezTo>
                      <a:pt x="3489" y="455"/>
                      <a:pt x="3572" y="336"/>
                      <a:pt x="3691" y="336"/>
                    </a:cubicBezTo>
                    <a:close/>
                    <a:moveTo>
                      <a:pt x="7834" y="436"/>
                    </a:moveTo>
                    <a:cubicBezTo>
                      <a:pt x="7859" y="436"/>
                      <a:pt x="7883" y="442"/>
                      <a:pt x="7906" y="455"/>
                    </a:cubicBezTo>
                    <a:cubicBezTo>
                      <a:pt x="7989" y="503"/>
                      <a:pt x="8037" y="598"/>
                      <a:pt x="7989" y="693"/>
                    </a:cubicBezTo>
                    <a:lnTo>
                      <a:pt x="7763" y="1217"/>
                    </a:lnTo>
                    <a:cubicBezTo>
                      <a:pt x="7668" y="1134"/>
                      <a:pt x="7561" y="1086"/>
                      <a:pt x="7418" y="1062"/>
                    </a:cubicBezTo>
                    <a:lnTo>
                      <a:pt x="7668" y="538"/>
                    </a:lnTo>
                    <a:cubicBezTo>
                      <a:pt x="7702" y="478"/>
                      <a:pt x="7769" y="436"/>
                      <a:pt x="7834" y="436"/>
                    </a:cubicBezTo>
                    <a:close/>
                    <a:moveTo>
                      <a:pt x="698" y="3177"/>
                    </a:moveTo>
                    <a:cubicBezTo>
                      <a:pt x="775" y="3177"/>
                      <a:pt x="883" y="3247"/>
                      <a:pt x="1298" y="3431"/>
                    </a:cubicBezTo>
                    <a:cubicBezTo>
                      <a:pt x="1250" y="3479"/>
                      <a:pt x="1227" y="3539"/>
                      <a:pt x="1191" y="3586"/>
                    </a:cubicBezTo>
                    <a:cubicBezTo>
                      <a:pt x="1191" y="3586"/>
                      <a:pt x="1167" y="3658"/>
                      <a:pt x="1155" y="3765"/>
                    </a:cubicBezTo>
                    <a:lnTo>
                      <a:pt x="631" y="3527"/>
                    </a:lnTo>
                    <a:cubicBezTo>
                      <a:pt x="477" y="3479"/>
                      <a:pt x="477" y="3253"/>
                      <a:pt x="631" y="3193"/>
                    </a:cubicBezTo>
                    <a:cubicBezTo>
                      <a:pt x="655" y="3183"/>
                      <a:pt x="675" y="3177"/>
                      <a:pt x="698" y="3177"/>
                    </a:cubicBezTo>
                    <a:close/>
                    <a:moveTo>
                      <a:pt x="10679" y="3437"/>
                    </a:moveTo>
                    <a:cubicBezTo>
                      <a:pt x="10755" y="3437"/>
                      <a:pt x="10841" y="3482"/>
                      <a:pt x="10871" y="3551"/>
                    </a:cubicBezTo>
                    <a:cubicBezTo>
                      <a:pt x="10906" y="3646"/>
                      <a:pt x="10847" y="3765"/>
                      <a:pt x="10764" y="3789"/>
                    </a:cubicBezTo>
                    <a:lnTo>
                      <a:pt x="10228" y="4003"/>
                    </a:lnTo>
                    <a:cubicBezTo>
                      <a:pt x="10216" y="3848"/>
                      <a:pt x="10168" y="3741"/>
                      <a:pt x="10097" y="3658"/>
                    </a:cubicBezTo>
                    <a:lnTo>
                      <a:pt x="10633" y="3443"/>
                    </a:lnTo>
                    <a:cubicBezTo>
                      <a:pt x="10647" y="3439"/>
                      <a:pt x="10663" y="3437"/>
                      <a:pt x="10679" y="3437"/>
                    </a:cubicBezTo>
                    <a:close/>
                    <a:moveTo>
                      <a:pt x="1060" y="7134"/>
                    </a:moveTo>
                    <a:cubicBezTo>
                      <a:pt x="1072" y="7265"/>
                      <a:pt x="1119" y="7372"/>
                      <a:pt x="1191" y="7480"/>
                    </a:cubicBezTo>
                    <a:lnTo>
                      <a:pt x="655" y="7682"/>
                    </a:lnTo>
                    <a:cubicBezTo>
                      <a:pt x="635" y="7694"/>
                      <a:pt x="612" y="7699"/>
                      <a:pt x="589" y="7699"/>
                    </a:cubicBezTo>
                    <a:cubicBezTo>
                      <a:pt x="518" y="7699"/>
                      <a:pt x="444" y="7650"/>
                      <a:pt x="417" y="7587"/>
                    </a:cubicBezTo>
                    <a:cubicBezTo>
                      <a:pt x="381" y="7492"/>
                      <a:pt x="429" y="7372"/>
                      <a:pt x="524" y="7349"/>
                    </a:cubicBezTo>
                    <a:lnTo>
                      <a:pt x="1060" y="7134"/>
                    </a:lnTo>
                    <a:close/>
                    <a:moveTo>
                      <a:pt x="10144" y="7361"/>
                    </a:moveTo>
                    <a:lnTo>
                      <a:pt x="10656" y="7599"/>
                    </a:lnTo>
                    <a:cubicBezTo>
                      <a:pt x="10811" y="7658"/>
                      <a:pt x="10811" y="7884"/>
                      <a:pt x="10656" y="7944"/>
                    </a:cubicBezTo>
                    <a:cubicBezTo>
                      <a:pt x="10637" y="7950"/>
                      <a:pt x="10619" y="7953"/>
                      <a:pt x="10601" y="7953"/>
                    </a:cubicBezTo>
                    <a:cubicBezTo>
                      <a:pt x="10506" y="7953"/>
                      <a:pt x="10398" y="7875"/>
                      <a:pt x="9990" y="7706"/>
                    </a:cubicBezTo>
                    <a:cubicBezTo>
                      <a:pt x="10061" y="7611"/>
                      <a:pt x="10121" y="7515"/>
                      <a:pt x="10144" y="7361"/>
                    </a:cubicBezTo>
                    <a:close/>
                    <a:moveTo>
                      <a:pt x="3536" y="9920"/>
                    </a:moveTo>
                    <a:cubicBezTo>
                      <a:pt x="3620" y="9992"/>
                      <a:pt x="3727" y="10051"/>
                      <a:pt x="3870" y="10063"/>
                    </a:cubicBezTo>
                    <a:lnTo>
                      <a:pt x="3620" y="10587"/>
                    </a:lnTo>
                    <a:cubicBezTo>
                      <a:pt x="3584" y="10658"/>
                      <a:pt x="3522" y="10696"/>
                      <a:pt x="3454" y="10696"/>
                    </a:cubicBezTo>
                    <a:cubicBezTo>
                      <a:pt x="3430" y="10696"/>
                      <a:pt x="3406" y="10691"/>
                      <a:pt x="3382" y="10682"/>
                    </a:cubicBezTo>
                    <a:cubicBezTo>
                      <a:pt x="3298" y="10635"/>
                      <a:pt x="3251" y="10528"/>
                      <a:pt x="3298" y="10444"/>
                    </a:cubicBezTo>
                    <a:lnTo>
                      <a:pt x="3536" y="9920"/>
                    </a:lnTo>
                    <a:close/>
                    <a:moveTo>
                      <a:pt x="7549" y="10016"/>
                    </a:moveTo>
                    <a:cubicBezTo>
                      <a:pt x="7727" y="10528"/>
                      <a:pt x="7799" y="10575"/>
                      <a:pt x="7763" y="10694"/>
                    </a:cubicBezTo>
                    <a:cubicBezTo>
                      <a:pt x="7728" y="10770"/>
                      <a:pt x="7659" y="10809"/>
                      <a:pt x="7590" y="10809"/>
                    </a:cubicBezTo>
                    <a:cubicBezTo>
                      <a:pt x="7519" y="10809"/>
                      <a:pt x="7448" y="10767"/>
                      <a:pt x="7418" y="10682"/>
                    </a:cubicBezTo>
                    <a:lnTo>
                      <a:pt x="7204" y="10147"/>
                    </a:lnTo>
                    <a:cubicBezTo>
                      <a:pt x="7346" y="10123"/>
                      <a:pt x="7442" y="10087"/>
                      <a:pt x="7549" y="10016"/>
                    </a:cubicBezTo>
                    <a:close/>
                    <a:moveTo>
                      <a:pt x="3696" y="1"/>
                    </a:moveTo>
                    <a:cubicBezTo>
                      <a:pt x="3631" y="1"/>
                      <a:pt x="3565" y="13"/>
                      <a:pt x="3501" y="38"/>
                    </a:cubicBezTo>
                    <a:cubicBezTo>
                      <a:pt x="3239" y="145"/>
                      <a:pt x="3096" y="443"/>
                      <a:pt x="3203" y="705"/>
                    </a:cubicBezTo>
                    <a:lnTo>
                      <a:pt x="3477" y="1407"/>
                    </a:lnTo>
                    <a:cubicBezTo>
                      <a:pt x="3239" y="1753"/>
                      <a:pt x="3203" y="1765"/>
                      <a:pt x="2846" y="1824"/>
                    </a:cubicBezTo>
                    <a:cubicBezTo>
                      <a:pt x="2655" y="1848"/>
                      <a:pt x="2429" y="1896"/>
                      <a:pt x="2286" y="2050"/>
                    </a:cubicBezTo>
                    <a:cubicBezTo>
                      <a:pt x="2012" y="2300"/>
                      <a:pt x="2060" y="2741"/>
                      <a:pt x="1929" y="2955"/>
                    </a:cubicBezTo>
                    <a:cubicBezTo>
                      <a:pt x="1870" y="3027"/>
                      <a:pt x="1762" y="3098"/>
                      <a:pt x="1643" y="3181"/>
                    </a:cubicBezTo>
                    <a:cubicBezTo>
                      <a:pt x="1631" y="3193"/>
                      <a:pt x="1608" y="3205"/>
                      <a:pt x="1584" y="3217"/>
                    </a:cubicBezTo>
                    <a:lnTo>
                      <a:pt x="893" y="2920"/>
                    </a:lnTo>
                    <a:cubicBezTo>
                      <a:pt x="830" y="2888"/>
                      <a:pt x="761" y="2873"/>
                      <a:pt x="692" y="2873"/>
                    </a:cubicBezTo>
                    <a:cubicBezTo>
                      <a:pt x="630" y="2873"/>
                      <a:pt x="568" y="2885"/>
                      <a:pt x="512" y="2908"/>
                    </a:cubicBezTo>
                    <a:cubicBezTo>
                      <a:pt x="84" y="3074"/>
                      <a:pt x="60" y="3670"/>
                      <a:pt x="477" y="3860"/>
                    </a:cubicBezTo>
                    <a:lnTo>
                      <a:pt x="1167" y="4158"/>
                    </a:lnTo>
                    <a:cubicBezTo>
                      <a:pt x="1239" y="4563"/>
                      <a:pt x="1239" y="4586"/>
                      <a:pt x="1012" y="4920"/>
                    </a:cubicBezTo>
                    <a:cubicBezTo>
                      <a:pt x="893" y="5086"/>
                      <a:pt x="774" y="5265"/>
                      <a:pt x="774" y="5467"/>
                    </a:cubicBezTo>
                    <a:cubicBezTo>
                      <a:pt x="762" y="5825"/>
                      <a:pt x="1119" y="6122"/>
                      <a:pt x="1167" y="6360"/>
                    </a:cubicBezTo>
                    <a:cubicBezTo>
                      <a:pt x="1179" y="6479"/>
                      <a:pt x="1155" y="6646"/>
                      <a:pt x="1108" y="6777"/>
                    </a:cubicBezTo>
                    <a:lnTo>
                      <a:pt x="405" y="7051"/>
                    </a:lnTo>
                    <a:cubicBezTo>
                      <a:pt x="143" y="7146"/>
                      <a:pt x="0" y="7444"/>
                      <a:pt x="107" y="7718"/>
                    </a:cubicBezTo>
                    <a:cubicBezTo>
                      <a:pt x="190" y="7920"/>
                      <a:pt x="386" y="8051"/>
                      <a:pt x="592" y="8051"/>
                    </a:cubicBezTo>
                    <a:cubicBezTo>
                      <a:pt x="653" y="8051"/>
                      <a:pt x="714" y="8040"/>
                      <a:pt x="774" y="8015"/>
                    </a:cubicBezTo>
                    <a:lnTo>
                      <a:pt x="1477" y="7742"/>
                    </a:lnTo>
                    <a:cubicBezTo>
                      <a:pt x="1822" y="7980"/>
                      <a:pt x="1834" y="8015"/>
                      <a:pt x="1893" y="8373"/>
                    </a:cubicBezTo>
                    <a:cubicBezTo>
                      <a:pt x="1989" y="8932"/>
                      <a:pt x="2131" y="9075"/>
                      <a:pt x="2667" y="9194"/>
                    </a:cubicBezTo>
                    <a:cubicBezTo>
                      <a:pt x="3036" y="9277"/>
                      <a:pt x="3060" y="9289"/>
                      <a:pt x="3274" y="9647"/>
                    </a:cubicBezTo>
                    <a:lnTo>
                      <a:pt x="2977" y="10337"/>
                    </a:lnTo>
                    <a:cubicBezTo>
                      <a:pt x="2815" y="10691"/>
                      <a:pt x="3091" y="11053"/>
                      <a:pt x="3439" y="11053"/>
                    </a:cubicBezTo>
                    <a:cubicBezTo>
                      <a:pt x="3502" y="11053"/>
                      <a:pt x="3567" y="11041"/>
                      <a:pt x="3632" y="11016"/>
                    </a:cubicBezTo>
                    <a:cubicBezTo>
                      <a:pt x="3775" y="10980"/>
                      <a:pt x="3858" y="10873"/>
                      <a:pt x="3917" y="10754"/>
                    </a:cubicBezTo>
                    <a:lnTo>
                      <a:pt x="4215" y="10063"/>
                    </a:lnTo>
                    <a:cubicBezTo>
                      <a:pt x="4361" y="10038"/>
                      <a:pt x="4457" y="10021"/>
                      <a:pt x="4536" y="10021"/>
                    </a:cubicBezTo>
                    <a:cubicBezTo>
                      <a:pt x="4677" y="10021"/>
                      <a:pt x="4764" y="10073"/>
                      <a:pt x="4977" y="10218"/>
                    </a:cubicBezTo>
                    <a:cubicBezTo>
                      <a:pt x="5204" y="10377"/>
                      <a:pt x="5367" y="10458"/>
                      <a:pt x="5538" y="10458"/>
                    </a:cubicBezTo>
                    <a:cubicBezTo>
                      <a:pt x="5699" y="10458"/>
                      <a:pt x="5865" y="10386"/>
                      <a:pt x="6096" y="10242"/>
                    </a:cubicBezTo>
                    <a:cubicBezTo>
                      <a:pt x="6280" y="10126"/>
                      <a:pt x="6363" y="10080"/>
                      <a:pt x="6476" y="10080"/>
                    </a:cubicBezTo>
                    <a:cubicBezTo>
                      <a:pt x="6560" y="10080"/>
                      <a:pt x="6661" y="10106"/>
                      <a:pt x="6834" y="10147"/>
                    </a:cubicBezTo>
                    <a:lnTo>
                      <a:pt x="7108" y="10837"/>
                    </a:lnTo>
                    <a:cubicBezTo>
                      <a:pt x="7180" y="11051"/>
                      <a:pt x="7370" y="11171"/>
                      <a:pt x="7585" y="11171"/>
                    </a:cubicBezTo>
                    <a:cubicBezTo>
                      <a:pt x="7942" y="11171"/>
                      <a:pt x="8192" y="10813"/>
                      <a:pt x="8061" y="10468"/>
                    </a:cubicBezTo>
                    <a:lnTo>
                      <a:pt x="7787" y="9766"/>
                    </a:lnTo>
                    <a:cubicBezTo>
                      <a:pt x="8025" y="9432"/>
                      <a:pt x="8061" y="9408"/>
                      <a:pt x="8418" y="9349"/>
                    </a:cubicBezTo>
                    <a:cubicBezTo>
                      <a:pt x="8978" y="9266"/>
                      <a:pt x="9109" y="9111"/>
                      <a:pt x="9228" y="8575"/>
                    </a:cubicBezTo>
                    <a:cubicBezTo>
                      <a:pt x="9323" y="8206"/>
                      <a:pt x="9335" y="8194"/>
                      <a:pt x="9692" y="7968"/>
                    </a:cubicBezTo>
                    <a:cubicBezTo>
                      <a:pt x="10198" y="8180"/>
                      <a:pt x="10406" y="8313"/>
                      <a:pt x="10595" y="8313"/>
                    </a:cubicBezTo>
                    <a:cubicBezTo>
                      <a:pt x="10650" y="8313"/>
                      <a:pt x="10704" y="8302"/>
                      <a:pt x="10764" y="8277"/>
                    </a:cubicBezTo>
                    <a:cubicBezTo>
                      <a:pt x="11192" y="8075"/>
                      <a:pt x="11216" y="7480"/>
                      <a:pt x="10799" y="7301"/>
                    </a:cubicBezTo>
                    <a:lnTo>
                      <a:pt x="10109" y="7003"/>
                    </a:lnTo>
                    <a:cubicBezTo>
                      <a:pt x="10037" y="6599"/>
                      <a:pt x="10037" y="6575"/>
                      <a:pt x="10263" y="6241"/>
                    </a:cubicBezTo>
                    <a:cubicBezTo>
                      <a:pt x="10573" y="5801"/>
                      <a:pt x="10597" y="5622"/>
                      <a:pt x="10287" y="5134"/>
                    </a:cubicBezTo>
                    <a:cubicBezTo>
                      <a:pt x="10085" y="4801"/>
                      <a:pt x="10097" y="4789"/>
                      <a:pt x="10180" y="4384"/>
                    </a:cubicBezTo>
                    <a:lnTo>
                      <a:pt x="10883" y="4122"/>
                    </a:lnTo>
                    <a:cubicBezTo>
                      <a:pt x="11156" y="4015"/>
                      <a:pt x="11287" y="3717"/>
                      <a:pt x="11180" y="3443"/>
                    </a:cubicBezTo>
                    <a:cubicBezTo>
                      <a:pt x="11097" y="3239"/>
                      <a:pt x="10898" y="3115"/>
                      <a:pt x="10690" y="3115"/>
                    </a:cubicBezTo>
                    <a:cubicBezTo>
                      <a:pt x="10631" y="3115"/>
                      <a:pt x="10571" y="3125"/>
                      <a:pt x="10513" y="3146"/>
                    </a:cubicBezTo>
                    <a:lnTo>
                      <a:pt x="9811" y="3420"/>
                    </a:lnTo>
                    <a:cubicBezTo>
                      <a:pt x="9466" y="3181"/>
                      <a:pt x="9454" y="3146"/>
                      <a:pt x="9394" y="2789"/>
                    </a:cubicBezTo>
                    <a:cubicBezTo>
                      <a:pt x="9311" y="2229"/>
                      <a:pt x="9156" y="2086"/>
                      <a:pt x="8620" y="1979"/>
                    </a:cubicBezTo>
                    <a:cubicBezTo>
                      <a:pt x="8251" y="1884"/>
                      <a:pt x="8239" y="1872"/>
                      <a:pt x="8013" y="1515"/>
                    </a:cubicBezTo>
                    <a:lnTo>
                      <a:pt x="8311" y="824"/>
                    </a:lnTo>
                    <a:cubicBezTo>
                      <a:pt x="8430" y="574"/>
                      <a:pt x="8311" y="264"/>
                      <a:pt x="8037" y="157"/>
                    </a:cubicBezTo>
                    <a:cubicBezTo>
                      <a:pt x="7971" y="126"/>
                      <a:pt x="7901" y="111"/>
                      <a:pt x="7831" y="111"/>
                    </a:cubicBezTo>
                    <a:cubicBezTo>
                      <a:pt x="7638" y="111"/>
                      <a:pt x="7449" y="226"/>
                      <a:pt x="7370" y="419"/>
                    </a:cubicBezTo>
                    <a:lnTo>
                      <a:pt x="7073" y="1110"/>
                    </a:lnTo>
                    <a:cubicBezTo>
                      <a:pt x="6927" y="1135"/>
                      <a:pt x="6831" y="1152"/>
                      <a:pt x="6751" y="1152"/>
                    </a:cubicBezTo>
                    <a:cubicBezTo>
                      <a:pt x="6611" y="1152"/>
                      <a:pt x="6524" y="1100"/>
                      <a:pt x="6311" y="955"/>
                    </a:cubicBezTo>
                    <a:lnTo>
                      <a:pt x="6180" y="872"/>
                    </a:lnTo>
                    <a:cubicBezTo>
                      <a:pt x="6152" y="853"/>
                      <a:pt x="6119" y="844"/>
                      <a:pt x="6087" y="844"/>
                    </a:cubicBezTo>
                    <a:cubicBezTo>
                      <a:pt x="6034" y="844"/>
                      <a:pt x="5983" y="868"/>
                      <a:pt x="5953" y="919"/>
                    </a:cubicBezTo>
                    <a:cubicBezTo>
                      <a:pt x="5918" y="991"/>
                      <a:pt x="5930" y="1098"/>
                      <a:pt x="6001" y="1134"/>
                    </a:cubicBezTo>
                    <a:lnTo>
                      <a:pt x="6132" y="1229"/>
                    </a:lnTo>
                    <a:cubicBezTo>
                      <a:pt x="6389" y="1406"/>
                      <a:pt x="6533" y="1474"/>
                      <a:pt x="6731" y="1474"/>
                    </a:cubicBezTo>
                    <a:cubicBezTo>
                      <a:pt x="6826" y="1474"/>
                      <a:pt x="6933" y="1458"/>
                      <a:pt x="7073" y="1431"/>
                    </a:cubicBezTo>
                    <a:cubicBezTo>
                      <a:pt x="7189" y="1411"/>
                      <a:pt x="7278" y="1397"/>
                      <a:pt x="7350" y="1397"/>
                    </a:cubicBezTo>
                    <a:cubicBezTo>
                      <a:pt x="7531" y="1397"/>
                      <a:pt x="7614" y="1481"/>
                      <a:pt x="7775" y="1753"/>
                    </a:cubicBezTo>
                    <a:cubicBezTo>
                      <a:pt x="8013" y="2122"/>
                      <a:pt x="8120" y="2193"/>
                      <a:pt x="8561" y="2300"/>
                    </a:cubicBezTo>
                    <a:cubicBezTo>
                      <a:pt x="8966" y="2384"/>
                      <a:pt x="9013" y="2419"/>
                      <a:pt x="9085" y="2848"/>
                    </a:cubicBezTo>
                    <a:cubicBezTo>
                      <a:pt x="9109" y="3015"/>
                      <a:pt x="9144" y="3181"/>
                      <a:pt x="9228" y="3324"/>
                    </a:cubicBezTo>
                    <a:cubicBezTo>
                      <a:pt x="9370" y="3551"/>
                      <a:pt x="9621" y="3658"/>
                      <a:pt x="9799" y="3812"/>
                    </a:cubicBezTo>
                    <a:cubicBezTo>
                      <a:pt x="9882" y="3908"/>
                      <a:pt x="9906" y="3932"/>
                      <a:pt x="9906" y="3955"/>
                    </a:cubicBezTo>
                    <a:cubicBezTo>
                      <a:pt x="9906" y="3955"/>
                      <a:pt x="9930" y="4015"/>
                      <a:pt x="9906" y="4193"/>
                    </a:cubicBezTo>
                    <a:cubicBezTo>
                      <a:pt x="9859" y="4444"/>
                      <a:pt x="9787" y="4634"/>
                      <a:pt x="9823" y="4860"/>
                    </a:cubicBezTo>
                    <a:cubicBezTo>
                      <a:pt x="9882" y="5194"/>
                      <a:pt x="10216" y="5467"/>
                      <a:pt x="10204" y="5694"/>
                    </a:cubicBezTo>
                    <a:cubicBezTo>
                      <a:pt x="10204" y="5920"/>
                      <a:pt x="9859" y="6170"/>
                      <a:pt x="9787" y="6515"/>
                    </a:cubicBezTo>
                    <a:cubicBezTo>
                      <a:pt x="9704" y="6813"/>
                      <a:pt x="9906" y="7241"/>
                      <a:pt x="9811" y="7420"/>
                    </a:cubicBezTo>
                    <a:cubicBezTo>
                      <a:pt x="9728" y="7611"/>
                      <a:pt x="9275" y="7777"/>
                      <a:pt x="9109" y="8015"/>
                    </a:cubicBezTo>
                    <a:cubicBezTo>
                      <a:pt x="8918" y="8277"/>
                      <a:pt x="8954" y="8718"/>
                      <a:pt x="8787" y="8873"/>
                    </a:cubicBezTo>
                    <a:cubicBezTo>
                      <a:pt x="8620" y="9027"/>
                      <a:pt x="8192" y="8980"/>
                      <a:pt x="7906" y="9158"/>
                    </a:cubicBezTo>
                    <a:cubicBezTo>
                      <a:pt x="7644" y="9325"/>
                      <a:pt x="7477" y="9754"/>
                      <a:pt x="7287" y="9825"/>
                    </a:cubicBezTo>
                    <a:cubicBezTo>
                      <a:pt x="7254" y="9840"/>
                      <a:pt x="7210" y="9846"/>
                      <a:pt x="7163" y="9846"/>
                    </a:cubicBezTo>
                    <a:cubicBezTo>
                      <a:pt x="7058" y="9846"/>
                      <a:pt x="6936" y="9818"/>
                      <a:pt x="6870" y="9801"/>
                    </a:cubicBezTo>
                    <a:cubicBezTo>
                      <a:pt x="6712" y="9764"/>
                      <a:pt x="6595" y="9744"/>
                      <a:pt x="6493" y="9744"/>
                    </a:cubicBezTo>
                    <a:cubicBezTo>
                      <a:pt x="6304" y="9744"/>
                      <a:pt x="6170" y="9813"/>
                      <a:pt x="5930" y="9968"/>
                    </a:cubicBezTo>
                    <a:cubicBezTo>
                      <a:pt x="5756" y="10072"/>
                      <a:pt x="5655" y="10126"/>
                      <a:pt x="5557" y="10126"/>
                    </a:cubicBezTo>
                    <a:cubicBezTo>
                      <a:pt x="5453" y="10126"/>
                      <a:pt x="5351" y="10066"/>
                      <a:pt x="5168" y="9944"/>
                    </a:cubicBezTo>
                    <a:cubicBezTo>
                      <a:pt x="4918" y="9767"/>
                      <a:pt x="4777" y="9704"/>
                      <a:pt x="4576" y="9704"/>
                    </a:cubicBezTo>
                    <a:cubicBezTo>
                      <a:pt x="4480" y="9704"/>
                      <a:pt x="4370" y="9719"/>
                      <a:pt x="4227" y="9742"/>
                    </a:cubicBezTo>
                    <a:cubicBezTo>
                      <a:pt x="4095" y="9764"/>
                      <a:pt x="4008" y="9771"/>
                      <a:pt x="3947" y="9771"/>
                    </a:cubicBezTo>
                    <a:cubicBezTo>
                      <a:pt x="3843" y="9771"/>
                      <a:pt x="3821" y="9749"/>
                      <a:pt x="3798" y="9742"/>
                    </a:cubicBezTo>
                    <a:cubicBezTo>
                      <a:pt x="3608" y="9647"/>
                      <a:pt x="3453" y="9218"/>
                      <a:pt x="3203" y="9039"/>
                    </a:cubicBezTo>
                    <a:cubicBezTo>
                      <a:pt x="2941" y="8849"/>
                      <a:pt x="2501" y="8873"/>
                      <a:pt x="2346" y="8718"/>
                    </a:cubicBezTo>
                    <a:cubicBezTo>
                      <a:pt x="2191" y="8551"/>
                      <a:pt x="2239" y="8123"/>
                      <a:pt x="2060" y="7837"/>
                    </a:cubicBezTo>
                    <a:cubicBezTo>
                      <a:pt x="1941" y="7646"/>
                      <a:pt x="1750" y="7551"/>
                      <a:pt x="1548" y="7384"/>
                    </a:cubicBezTo>
                    <a:cubicBezTo>
                      <a:pt x="1417" y="7265"/>
                      <a:pt x="1393" y="7206"/>
                      <a:pt x="1393" y="7206"/>
                    </a:cubicBezTo>
                    <a:cubicBezTo>
                      <a:pt x="1310" y="7015"/>
                      <a:pt x="1524" y="6599"/>
                      <a:pt x="1465" y="6301"/>
                    </a:cubicBezTo>
                    <a:cubicBezTo>
                      <a:pt x="1405" y="5979"/>
                      <a:pt x="1072" y="5694"/>
                      <a:pt x="1096" y="5467"/>
                    </a:cubicBezTo>
                    <a:cubicBezTo>
                      <a:pt x="1096" y="5241"/>
                      <a:pt x="1429" y="4991"/>
                      <a:pt x="1512" y="4646"/>
                    </a:cubicBezTo>
                    <a:cubicBezTo>
                      <a:pt x="1584" y="4336"/>
                      <a:pt x="1393" y="3932"/>
                      <a:pt x="1477" y="3741"/>
                    </a:cubicBezTo>
                    <a:cubicBezTo>
                      <a:pt x="1572" y="3551"/>
                      <a:pt x="2001" y="3396"/>
                      <a:pt x="2179" y="3146"/>
                    </a:cubicBezTo>
                    <a:cubicBezTo>
                      <a:pt x="2370" y="2884"/>
                      <a:pt x="2346" y="2443"/>
                      <a:pt x="2501" y="2288"/>
                    </a:cubicBezTo>
                    <a:cubicBezTo>
                      <a:pt x="2667" y="2134"/>
                      <a:pt x="3096" y="2181"/>
                      <a:pt x="3382" y="2003"/>
                    </a:cubicBezTo>
                    <a:cubicBezTo>
                      <a:pt x="3608" y="1872"/>
                      <a:pt x="3715" y="1610"/>
                      <a:pt x="3870" y="1431"/>
                    </a:cubicBezTo>
                    <a:cubicBezTo>
                      <a:pt x="3944" y="1357"/>
                      <a:pt x="3995" y="1320"/>
                      <a:pt x="4116" y="1320"/>
                    </a:cubicBezTo>
                    <a:cubicBezTo>
                      <a:pt x="4189" y="1320"/>
                      <a:pt x="4287" y="1333"/>
                      <a:pt x="4429" y="1360"/>
                    </a:cubicBezTo>
                    <a:cubicBezTo>
                      <a:pt x="4543" y="1395"/>
                      <a:pt x="4662" y="1417"/>
                      <a:pt x="4784" y="1417"/>
                    </a:cubicBezTo>
                    <a:cubicBezTo>
                      <a:pt x="4828" y="1417"/>
                      <a:pt x="4873" y="1414"/>
                      <a:pt x="4918" y="1407"/>
                    </a:cubicBezTo>
                    <a:cubicBezTo>
                      <a:pt x="5144" y="1360"/>
                      <a:pt x="5322" y="1217"/>
                      <a:pt x="5513" y="1110"/>
                    </a:cubicBezTo>
                    <a:cubicBezTo>
                      <a:pt x="5584" y="1062"/>
                      <a:pt x="5620" y="955"/>
                      <a:pt x="5572" y="884"/>
                    </a:cubicBezTo>
                    <a:cubicBezTo>
                      <a:pt x="5540" y="835"/>
                      <a:pt x="5479" y="802"/>
                      <a:pt x="5421" y="802"/>
                    </a:cubicBezTo>
                    <a:cubicBezTo>
                      <a:pt x="5395" y="802"/>
                      <a:pt x="5369" y="809"/>
                      <a:pt x="5346" y="824"/>
                    </a:cubicBezTo>
                    <a:cubicBezTo>
                      <a:pt x="5023" y="1010"/>
                      <a:pt x="4963" y="1086"/>
                      <a:pt x="4794" y="1086"/>
                    </a:cubicBezTo>
                    <a:cubicBezTo>
                      <a:pt x="4714" y="1086"/>
                      <a:pt x="4610" y="1069"/>
                      <a:pt x="4441" y="1038"/>
                    </a:cubicBezTo>
                    <a:lnTo>
                      <a:pt x="4167" y="336"/>
                    </a:lnTo>
                    <a:cubicBezTo>
                      <a:pt x="4095" y="127"/>
                      <a:pt x="3904" y="1"/>
                      <a:pt x="36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Google Shape;2465;p39"/>
              <p:cNvSpPr/>
              <p:nvPr/>
            </p:nvSpPr>
            <p:spPr>
              <a:xfrm>
                <a:off x="5466263" y="3032979"/>
                <a:ext cx="127101" cy="146214"/>
              </a:xfrm>
              <a:custGeom>
                <a:avLst/>
                <a:gdLst/>
                <a:ahLst/>
                <a:cxnLst/>
                <a:rect l="l" t="t" r="r" b="b"/>
                <a:pathLst>
                  <a:path w="3990" h="4590" extrusionOk="0">
                    <a:moveTo>
                      <a:pt x="2681" y="1"/>
                    </a:moveTo>
                    <a:cubicBezTo>
                      <a:pt x="2422" y="1"/>
                      <a:pt x="2181" y="137"/>
                      <a:pt x="2120" y="428"/>
                    </a:cubicBezTo>
                    <a:cubicBezTo>
                      <a:pt x="2036" y="773"/>
                      <a:pt x="1941" y="1095"/>
                      <a:pt x="1786" y="1392"/>
                    </a:cubicBezTo>
                    <a:cubicBezTo>
                      <a:pt x="1739" y="1476"/>
                      <a:pt x="1786" y="1571"/>
                      <a:pt x="1858" y="1619"/>
                    </a:cubicBezTo>
                    <a:cubicBezTo>
                      <a:pt x="1881" y="1632"/>
                      <a:pt x="1905" y="1638"/>
                      <a:pt x="1929" y="1638"/>
                    </a:cubicBezTo>
                    <a:cubicBezTo>
                      <a:pt x="1991" y="1638"/>
                      <a:pt x="2050" y="1599"/>
                      <a:pt x="2084" y="1547"/>
                    </a:cubicBezTo>
                    <a:cubicBezTo>
                      <a:pt x="2251" y="1214"/>
                      <a:pt x="2358" y="880"/>
                      <a:pt x="2441" y="499"/>
                    </a:cubicBezTo>
                    <a:cubicBezTo>
                      <a:pt x="2466" y="387"/>
                      <a:pt x="2563" y="336"/>
                      <a:pt x="2676" y="336"/>
                    </a:cubicBezTo>
                    <a:cubicBezTo>
                      <a:pt x="2836" y="336"/>
                      <a:pt x="3028" y="439"/>
                      <a:pt x="3084" y="607"/>
                    </a:cubicBezTo>
                    <a:cubicBezTo>
                      <a:pt x="3287" y="1214"/>
                      <a:pt x="3632" y="2214"/>
                      <a:pt x="3072" y="3095"/>
                    </a:cubicBezTo>
                    <a:cubicBezTo>
                      <a:pt x="2512" y="3947"/>
                      <a:pt x="1615" y="4265"/>
                      <a:pt x="1007" y="4265"/>
                    </a:cubicBezTo>
                    <a:cubicBezTo>
                      <a:pt x="672" y="4265"/>
                      <a:pt x="425" y="4168"/>
                      <a:pt x="370" y="4012"/>
                    </a:cubicBezTo>
                    <a:cubicBezTo>
                      <a:pt x="334" y="3881"/>
                      <a:pt x="417" y="3678"/>
                      <a:pt x="643" y="3440"/>
                    </a:cubicBezTo>
                    <a:cubicBezTo>
                      <a:pt x="1060" y="2964"/>
                      <a:pt x="1405" y="2583"/>
                      <a:pt x="1679" y="2190"/>
                    </a:cubicBezTo>
                    <a:cubicBezTo>
                      <a:pt x="1739" y="2107"/>
                      <a:pt x="1715" y="2012"/>
                      <a:pt x="1644" y="1964"/>
                    </a:cubicBezTo>
                    <a:cubicBezTo>
                      <a:pt x="1611" y="1946"/>
                      <a:pt x="1576" y="1936"/>
                      <a:pt x="1542" y="1936"/>
                    </a:cubicBezTo>
                    <a:cubicBezTo>
                      <a:pt x="1488" y="1936"/>
                      <a:pt x="1439" y="1960"/>
                      <a:pt x="1417" y="2012"/>
                    </a:cubicBezTo>
                    <a:cubicBezTo>
                      <a:pt x="1143" y="2393"/>
                      <a:pt x="810" y="2762"/>
                      <a:pt x="405" y="3202"/>
                    </a:cubicBezTo>
                    <a:cubicBezTo>
                      <a:pt x="0" y="3607"/>
                      <a:pt x="0" y="3928"/>
                      <a:pt x="60" y="4119"/>
                    </a:cubicBezTo>
                    <a:cubicBezTo>
                      <a:pt x="171" y="4424"/>
                      <a:pt x="546" y="4589"/>
                      <a:pt x="1019" y="4589"/>
                    </a:cubicBezTo>
                    <a:cubicBezTo>
                      <a:pt x="1763" y="4589"/>
                      <a:pt x="2752" y="4179"/>
                      <a:pt x="3334" y="3262"/>
                    </a:cubicBezTo>
                    <a:cubicBezTo>
                      <a:pt x="3989" y="2250"/>
                      <a:pt x="3608" y="1095"/>
                      <a:pt x="3394" y="488"/>
                    </a:cubicBezTo>
                    <a:cubicBezTo>
                      <a:pt x="3287" y="172"/>
                      <a:pt x="2973" y="1"/>
                      <a:pt x="268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8" name="Google Shape;2578;p44"/>
          <p:cNvSpPr txBox="1">
            <a:spLocks noGrp="1"/>
          </p:cNvSpPr>
          <p:nvPr>
            <p:ph type="title"/>
          </p:nvPr>
        </p:nvSpPr>
        <p:spPr>
          <a:xfrm>
            <a:off x="713250" y="539500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/>
              <a:t>Uvod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2C6EED-9412-F965-17C1-CF5093FA1EB8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713250" y="1447115"/>
            <a:ext cx="528161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sr-Latn-RS" altLang="sr-Latn-R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 Agent – softverski inteligentni agent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sr-Latn-RS" altLang="sr-Latn-RS" sz="1400" dirty="0">
                <a:solidFill>
                  <a:schemeClr val="tx1"/>
                </a:solidFill>
                <a:latin typeface="Arial" panose="020B0604020202020204" pitchFamily="34" charset="0"/>
              </a:rPr>
              <a:t>Predikcija bolesti na osnovu simptoma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sr-Latn-RS" altLang="sr-Latn-R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 – based učenje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sr-Latn-RS" altLang="sr-Latn-RS" sz="1400" dirty="0">
                <a:solidFill>
                  <a:schemeClr val="tx1"/>
                </a:solidFill>
                <a:latin typeface="Arial" panose="020B0604020202020204" pitchFamily="34" charset="0"/>
              </a:rPr>
              <a:t>Sense       Think        Act        Learn</a:t>
            </a:r>
            <a:endParaRPr kumimoji="0" lang="sr-Latn-RS" altLang="sr-Latn-R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Graphic 3" descr="Arrow: Straight with solid fill">
            <a:extLst>
              <a:ext uri="{FF2B5EF4-FFF2-40B4-BE49-F238E27FC236}">
                <a16:creationId xmlns:a16="http://schemas.microsoft.com/office/drawing/2014/main" id="{242F54E3-A90D-7DBD-3DC3-03E8FEBE2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624012" y="2905125"/>
            <a:ext cx="280988" cy="280988"/>
          </a:xfrm>
          <a:prstGeom prst="rect">
            <a:avLst/>
          </a:prstGeom>
        </p:spPr>
      </p:pic>
      <p:pic>
        <p:nvPicPr>
          <p:cNvPr id="5" name="Graphic 4" descr="Arrow: Straight with solid fill">
            <a:extLst>
              <a:ext uri="{FF2B5EF4-FFF2-40B4-BE49-F238E27FC236}">
                <a16:creationId xmlns:a16="http://schemas.microsoft.com/office/drawing/2014/main" id="{E8BE038F-CA82-E89D-C95B-D9565D990A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2414587" y="2905126"/>
            <a:ext cx="280988" cy="280988"/>
          </a:xfrm>
          <a:prstGeom prst="rect">
            <a:avLst/>
          </a:prstGeom>
        </p:spPr>
      </p:pic>
      <p:pic>
        <p:nvPicPr>
          <p:cNvPr id="6" name="Graphic 5" descr="Arrow: Straight with solid fill">
            <a:extLst>
              <a:ext uri="{FF2B5EF4-FFF2-40B4-BE49-F238E27FC236}">
                <a16:creationId xmlns:a16="http://schemas.microsoft.com/office/drawing/2014/main" id="{853FF6B8-5488-45AB-59E0-866117588B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3076704" y="2905126"/>
            <a:ext cx="280988" cy="2809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5" name="Google Shape;2585;p45"/>
          <p:cNvSpPr txBox="1">
            <a:spLocks noGrp="1"/>
          </p:cNvSpPr>
          <p:nvPr>
            <p:ph type="title"/>
          </p:nvPr>
        </p:nvSpPr>
        <p:spPr>
          <a:xfrm>
            <a:off x="713225" y="632189"/>
            <a:ext cx="481955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s-Latn-BA" dirty="0"/>
              <a:t>KLJUČNE FUNKCIONALNOSTI AGENTA</a:t>
            </a:r>
            <a:endParaRPr dirty="0"/>
          </a:p>
        </p:txBody>
      </p:sp>
      <p:grpSp>
        <p:nvGrpSpPr>
          <p:cNvPr id="2587" name="Google Shape;2587;p45"/>
          <p:cNvGrpSpPr/>
          <p:nvPr/>
        </p:nvGrpSpPr>
        <p:grpSpPr>
          <a:xfrm>
            <a:off x="5532775" y="757489"/>
            <a:ext cx="3611225" cy="3628521"/>
            <a:chOff x="5925679" y="757488"/>
            <a:chExt cx="3611225" cy="3628521"/>
          </a:xfrm>
        </p:grpSpPr>
        <p:sp>
          <p:nvSpPr>
            <p:cNvPr id="2588" name="Google Shape;2588;p45"/>
            <p:cNvSpPr/>
            <p:nvPr/>
          </p:nvSpPr>
          <p:spPr>
            <a:xfrm>
              <a:off x="7571479" y="1588888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89" name="Google Shape;2589;p45"/>
            <p:cNvSpPr/>
            <p:nvPr/>
          </p:nvSpPr>
          <p:spPr>
            <a:xfrm>
              <a:off x="7160029" y="1996746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90" name="Google Shape;2590;p45"/>
            <p:cNvSpPr/>
            <p:nvPr/>
          </p:nvSpPr>
          <p:spPr>
            <a:xfrm>
              <a:off x="6748579" y="1588888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91" name="Google Shape;2591;p45"/>
            <p:cNvSpPr/>
            <p:nvPr/>
          </p:nvSpPr>
          <p:spPr>
            <a:xfrm>
              <a:off x="5925679" y="1588888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92" name="Google Shape;2592;p45"/>
            <p:cNvSpPr/>
            <p:nvPr/>
          </p:nvSpPr>
          <p:spPr>
            <a:xfrm>
              <a:off x="6748579" y="757488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93" name="Google Shape;2593;p45"/>
            <p:cNvSpPr/>
            <p:nvPr/>
          </p:nvSpPr>
          <p:spPr>
            <a:xfrm>
              <a:off x="8394379" y="1588888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94" name="Google Shape;2594;p45"/>
            <p:cNvSpPr/>
            <p:nvPr/>
          </p:nvSpPr>
          <p:spPr>
            <a:xfrm>
              <a:off x="7982929" y="1996746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95" name="Google Shape;2595;p45"/>
            <p:cNvSpPr/>
            <p:nvPr/>
          </p:nvSpPr>
          <p:spPr>
            <a:xfrm rot="10800000" flipH="1">
              <a:off x="7982604" y="2823208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96" name="Google Shape;2596;p45"/>
            <p:cNvSpPr/>
            <p:nvPr/>
          </p:nvSpPr>
          <p:spPr>
            <a:xfrm rot="10800000" flipH="1">
              <a:off x="7159704" y="2823208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97" name="Google Shape;2597;p45"/>
            <p:cNvSpPr/>
            <p:nvPr/>
          </p:nvSpPr>
          <p:spPr>
            <a:xfrm rot="10800000" flipH="1">
              <a:off x="6748254" y="2415350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98" name="Google Shape;2598;p45"/>
            <p:cNvSpPr/>
            <p:nvPr/>
          </p:nvSpPr>
          <p:spPr>
            <a:xfrm rot="10800000" flipH="1">
              <a:off x="6336804" y="2823208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99" name="Google Shape;2599;p45"/>
            <p:cNvSpPr/>
            <p:nvPr/>
          </p:nvSpPr>
          <p:spPr>
            <a:xfrm rot="10800000" flipH="1">
              <a:off x="7159704" y="3654608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600" name="Google Shape;2600;p45"/>
            <p:cNvSpPr/>
            <p:nvPr/>
          </p:nvSpPr>
          <p:spPr>
            <a:xfrm rot="10800000" flipH="1">
              <a:off x="8805504" y="2823208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601" name="Google Shape;2601;p45"/>
            <p:cNvSpPr/>
            <p:nvPr/>
          </p:nvSpPr>
          <p:spPr>
            <a:xfrm rot="10800000" flipH="1">
              <a:off x="8394054" y="2415350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602" name="Google Shape;2602;p45"/>
            <p:cNvSpPr/>
            <p:nvPr/>
          </p:nvSpPr>
          <p:spPr>
            <a:xfrm>
              <a:off x="6922410" y="2673962"/>
              <a:ext cx="383088" cy="286472"/>
            </a:xfrm>
            <a:custGeom>
              <a:avLst/>
              <a:gdLst/>
              <a:ahLst/>
              <a:cxnLst/>
              <a:rect l="l" t="t" r="r" b="b"/>
              <a:pathLst>
                <a:path w="12026" h="8993" extrusionOk="0">
                  <a:moveTo>
                    <a:pt x="3929" y="0"/>
                  </a:moveTo>
                  <a:cubicBezTo>
                    <a:pt x="1691" y="0"/>
                    <a:pt x="0" y="2322"/>
                    <a:pt x="1167" y="4763"/>
                  </a:cubicBezTo>
                  <a:lnTo>
                    <a:pt x="453" y="4763"/>
                  </a:lnTo>
                  <a:cubicBezTo>
                    <a:pt x="369" y="4763"/>
                    <a:pt x="298" y="4834"/>
                    <a:pt x="298" y="4929"/>
                  </a:cubicBezTo>
                  <a:cubicBezTo>
                    <a:pt x="298" y="5013"/>
                    <a:pt x="369" y="5096"/>
                    <a:pt x="453" y="5096"/>
                  </a:cubicBezTo>
                  <a:lnTo>
                    <a:pt x="1346" y="5096"/>
                  </a:lnTo>
                  <a:cubicBezTo>
                    <a:pt x="2334" y="6727"/>
                    <a:pt x="4382" y="7918"/>
                    <a:pt x="5977" y="8965"/>
                  </a:cubicBezTo>
                  <a:cubicBezTo>
                    <a:pt x="6007" y="8983"/>
                    <a:pt x="6040" y="8992"/>
                    <a:pt x="6071" y="8992"/>
                  </a:cubicBezTo>
                  <a:cubicBezTo>
                    <a:pt x="6102" y="8992"/>
                    <a:pt x="6132" y="8983"/>
                    <a:pt x="6156" y="8965"/>
                  </a:cubicBezTo>
                  <a:cubicBezTo>
                    <a:pt x="7751" y="7930"/>
                    <a:pt x="9799" y="6739"/>
                    <a:pt x="10787" y="5096"/>
                  </a:cubicBezTo>
                  <a:lnTo>
                    <a:pt x="11680" y="5096"/>
                  </a:lnTo>
                  <a:cubicBezTo>
                    <a:pt x="11764" y="5096"/>
                    <a:pt x="11847" y="5013"/>
                    <a:pt x="11847" y="4929"/>
                  </a:cubicBezTo>
                  <a:cubicBezTo>
                    <a:pt x="11883" y="4774"/>
                    <a:pt x="11811" y="4703"/>
                    <a:pt x="11704" y="4703"/>
                  </a:cubicBezTo>
                  <a:lnTo>
                    <a:pt x="10990" y="4703"/>
                  </a:lnTo>
                  <a:cubicBezTo>
                    <a:pt x="12025" y="2572"/>
                    <a:pt x="10859" y="452"/>
                    <a:pt x="8930" y="12"/>
                  </a:cubicBezTo>
                  <a:cubicBezTo>
                    <a:pt x="8922" y="11"/>
                    <a:pt x="8914" y="10"/>
                    <a:pt x="8906" y="10"/>
                  </a:cubicBezTo>
                  <a:cubicBezTo>
                    <a:pt x="8821" y="10"/>
                    <a:pt x="8748" y="68"/>
                    <a:pt x="8716" y="155"/>
                  </a:cubicBezTo>
                  <a:cubicBezTo>
                    <a:pt x="8704" y="238"/>
                    <a:pt x="8763" y="333"/>
                    <a:pt x="8847" y="357"/>
                  </a:cubicBezTo>
                  <a:cubicBezTo>
                    <a:pt x="10609" y="762"/>
                    <a:pt x="11668" y="2738"/>
                    <a:pt x="10621" y="4715"/>
                  </a:cubicBezTo>
                  <a:lnTo>
                    <a:pt x="10001" y="4715"/>
                  </a:lnTo>
                  <a:lnTo>
                    <a:pt x="9418" y="3548"/>
                  </a:lnTo>
                  <a:cubicBezTo>
                    <a:pt x="9385" y="3483"/>
                    <a:pt x="9325" y="3452"/>
                    <a:pt x="9266" y="3452"/>
                  </a:cubicBezTo>
                  <a:cubicBezTo>
                    <a:pt x="9196" y="3452"/>
                    <a:pt x="9128" y="3495"/>
                    <a:pt x="9108" y="3572"/>
                  </a:cubicBezTo>
                  <a:lnTo>
                    <a:pt x="8573" y="5251"/>
                  </a:lnTo>
                  <a:lnTo>
                    <a:pt x="7954" y="3870"/>
                  </a:lnTo>
                  <a:cubicBezTo>
                    <a:pt x="7927" y="3808"/>
                    <a:pt x="7868" y="3772"/>
                    <a:pt x="7806" y="3772"/>
                  </a:cubicBezTo>
                  <a:cubicBezTo>
                    <a:pt x="7784" y="3772"/>
                    <a:pt x="7761" y="3777"/>
                    <a:pt x="7739" y="3786"/>
                  </a:cubicBezTo>
                  <a:cubicBezTo>
                    <a:pt x="7644" y="3822"/>
                    <a:pt x="7620" y="3917"/>
                    <a:pt x="7644" y="4001"/>
                  </a:cubicBezTo>
                  <a:lnTo>
                    <a:pt x="8430" y="5810"/>
                  </a:lnTo>
                  <a:cubicBezTo>
                    <a:pt x="8458" y="5877"/>
                    <a:pt x="8520" y="5910"/>
                    <a:pt x="8583" y="5910"/>
                  </a:cubicBezTo>
                  <a:cubicBezTo>
                    <a:pt x="8654" y="5910"/>
                    <a:pt x="8726" y="5869"/>
                    <a:pt x="8751" y="5786"/>
                  </a:cubicBezTo>
                  <a:lnTo>
                    <a:pt x="9299" y="4084"/>
                  </a:lnTo>
                  <a:lnTo>
                    <a:pt x="9739" y="4989"/>
                  </a:lnTo>
                  <a:cubicBezTo>
                    <a:pt x="9775" y="5048"/>
                    <a:pt x="9835" y="5072"/>
                    <a:pt x="9894" y="5072"/>
                  </a:cubicBezTo>
                  <a:lnTo>
                    <a:pt x="10418" y="5072"/>
                  </a:lnTo>
                  <a:cubicBezTo>
                    <a:pt x="9323" y="6715"/>
                    <a:pt x="6989" y="7965"/>
                    <a:pt x="6084" y="8584"/>
                  </a:cubicBezTo>
                  <a:cubicBezTo>
                    <a:pt x="4644" y="7656"/>
                    <a:pt x="2715" y="6537"/>
                    <a:pt x="1750" y="5072"/>
                  </a:cubicBezTo>
                  <a:lnTo>
                    <a:pt x="2572" y="5072"/>
                  </a:lnTo>
                  <a:cubicBezTo>
                    <a:pt x="2631" y="5072"/>
                    <a:pt x="2691" y="5036"/>
                    <a:pt x="2715" y="4989"/>
                  </a:cubicBezTo>
                  <a:lnTo>
                    <a:pt x="3453" y="3500"/>
                  </a:lnTo>
                  <a:lnTo>
                    <a:pt x="4358" y="6167"/>
                  </a:lnTo>
                  <a:cubicBezTo>
                    <a:pt x="4387" y="6243"/>
                    <a:pt x="4456" y="6279"/>
                    <a:pt x="4523" y="6279"/>
                  </a:cubicBezTo>
                  <a:cubicBezTo>
                    <a:pt x="4593" y="6279"/>
                    <a:pt x="4661" y="6240"/>
                    <a:pt x="4679" y="6167"/>
                  </a:cubicBezTo>
                  <a:lnTo>
                    <a:pt x="5394" y="3739"/>
                  </a:lnTo>
                  <a:lnTo>
                    <a:pt x="6049" y="4822"/>
                  </a:lnTo>
                  <a:cubicBezTo>
                    <a:pt x="6087" y="4877"/>
                    <a:pt x="6146" y="4904"/>
                    <a:pt x="6202" y="4904"/>
                  </a:cubicBezTo>
                  <a:cubicBezTo>
                    <a:pt x="6267" y="4904"/>
                    <a:pt x="6327" y="4868"/>
                    <a:pt x="6346" y="4798"/>
                  </a:cubicBezTo>
                  <a:lnTo>
                    <a:pt x="7120" y="2893"/>
                  </a:lnTo>
                  <a:lnTo>
                    <a:pt x="7358" y="3429"/>
                  </a:lnTo>
                  <a:cubicBezTo>
                    <a:pt x="7393" y="3491"/>
                    <a:pt x="7455" y="3526"/>
                    <a:pt x="7518" y="3526"/>
                  </a:cubicBezTo>
                  <a:cubicBezTo>
                    <a:pt x="7540" y="3526"/>
                    <a:pt x="7563" y="3522"/>
                    <a:pt x="7584" y="3512"/>
                  </a:cubicBezTo>
                  <a:cubicBezTo>
                    <a:pt x="7680" y="3465"/>
                    <a:pt x="7704" y="3381"/>
                    <a:pt x="7680" y="3286"/>
                  </a:cubicBezTo>
                  <a:lnTo>
                    <a:pt x="7287" y="2393"/>
                  </a:lnTo>
                  <a:cubicBezTo>
                    <a:pt x="7257" y="2328"/>
                    <a:pt x="7195" y="2295"/>
                    <a:pt x="7132" y="2295"/>
                  </a:cubicBezTo>
                  <a:cubicBezTo>
                    <a:pt x="7070" y="2295"/>
                    <a:pt x="7007" y="2328"/>
                    <a:pt x="6977" y="2393"/>
                  </a:cubicBezTo>
                  <a:lnTo>
                    <a:pt x="6168" y="4358"/>
                  </a:lnTo>
                  <a:lnTo>
                    <a:pt x="5501" y="3227"/>
                  </a:lnTo>
                  <a:cubicBezTo>
                    <a:pt x="5470" y="3171"/>
                    <a:pt x="5419" y="3145"/>
                    <a:pt x="5365" y="3145"/>
                  </a:cubicBezTo>
                  <a:cubicBezTo>
                    <a:pt x="5293" y="3145"/>
                    <a:pt x="5219" y="3192"/>
                    <a:pt x="5191" y="3274"/>
                  </a:cubicBezTo>
                  <a:lnTo>
                    <a:pt x="4501" y="5572"/>
                  </a:lnTo>
                  <a:lnTo>
                    <a:pt x="3643" y="3024"/>
                  </a:lnTo>
                  <a:cubicBezTo>
                    <a:pt x="3618" y="2942"/>
                    <a:pt x="3550" y="2900"/>
                    <a:pt x="3482" y="2900"/>
                  </a:cubicBezTo>
                  <a:cubicBezTo>
                    <a:pt x="3421" y="2900"/>
                    <a:pt x="3362" y="2933"/>
                    <a:pt x="3334" y="3000"/>
                  </a:cubicBezTo>
                  <a:lnTo>
                    <a:pt x="2465" y="4774"/>
                  </a:lnTo>
                  <a:lnTo>
                    <a:pt x="1548" y="4774"/>
                  </a:lnTo>
                  <a:cubicBezTo>
                    <a:pt x="357" y="2548"/>
                    <a:pt x="1869" y="345"/>
                    <a:pt x="3929" y="345"/>
                  </a:cubicBezTo>
                  <a:cubicBezTo>
                    <a:pt x="4703" y="345"/>
                    <a:pt x="5418" y="655"/>
                    <a:pt x="5953" y="1203"/>
                  </a:cubicBezTo>
                  <a:cubicBezTo>
                    <a:pt x="5989" y="1238"/>
                    <a:pt x="6034" y="1256"/>
                    <a:pt x="6078" y="1256"/>
                  </a:cubicBezTo>
                  <a:cubicBezTo>
                    <a:pt x="6123" y="1256"/>
                    <a:pt x="6168" y="1238"/>
                    <a:pt x="6203" y="1203"/>
                  </a:cubicBezTo>
                  <a:cubicBezTo>
                    <a:pt x="6668" y="714"/>
                    <a:pt x="7287" y="417"/>
                    <a:pt x="7954" y="357"/>
                  </a:cubicBezTo>
                  <a:cubicBezTo>
                    <a:pt x="8049" y="345"/>
                    <a:pt x="8120" y="262"/>
                    <a:pt x="8108" y="167"/>
                  </a:cubicBezTo>
                  <a:cubicBezTo>
                    <a:pt x="8097" y="78"/>
                    <a:pt x="8025" y="11"/>
                    <a:pt x="7939" y="11"/>
                  </a:cubicBezTo>
                  <a:cubicBezTo>
                    <a:pt x="7932" y="11"/>
                    <a:pt x="7925" y="11"/>
                    <a:pt x="7918" y="12"/>
                  </a:cubicBezTo>
                  <a:cubicBezTo>
                    <a:pt x="7215" y="83"/>
                    <a:pt x="6572" y="369"/>
                    <a:pt x="6072" y="845"/>
                  </a:cubicBezTo>
                  <a:cubicBezTo>
                    <a:pt x="5489" y="298"/>
                    <a:pt x="4727" y="0"/>
                    <a:pt x="39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03" name="Google Shape;2603;p45"/>
            <p:cNvGrpSpPr/>
            <p:nvPr/>
          </p:nvGrpSpPr>
          <p:grpSpPr>
            <a:xfrm>
              <a:off x="8161478" y="2178487"/>
              <a:ext cx="373627" cy="367925"/>
              <a:chOff x="7964906" y="2434073"/>
              <a:chExt cx="373627" cy="367925"/>
            </a:xfrm>
          </p:grpSpPr>
          <p:sp>
            <p:nvSpPr>
              <p:cNvPr id="2604" name="Google Shape;2604;p45"/>
              <p:cNvSpPr/>
              <p:nvPr/>
            </p:nvSpPr>
            <p:spPr>
              <a:xfrm>
                <a:off x="8252397" y="2622942"/>
                <a:ext cx="46699" cy="46317"/>
              </a:xfrm>
              <a:custGeom>
                <a:avLst/>
                <a:gdLst/>
                <a:ahLst/>
                <a:cxnLst/>
                <a:rect l="l" t="t" r="r" b="b"/>
                <a:pathLst>
                  <a:path w="1466" h="1454" extrusionOk="0">
                    <a:moveTo>
                      <a:pt x="715" y="334"/>
                    </a:moveTo>
                    <a:cubicBezTo>
                      <a:pt x="941" y="358"/>
                      <a:pt x="1108" y="513"/>
                      <a:pt x="1108" y="727"/>
                    </a:cubicBezTo>
                    <a:cubicBezTo>
                      <a:pt x="1108" y="929"/>
                      <a:pt x="929" y="1108"/>
                      <a:pt x="715" y="1108"/>
                    </a:cubicBezTo>
                    <a:cubicBezTo>
                      <a:pt x="513" y="1108"/>
                      <a:pt x="334" y="929"/>
                      <a:pt x="334" y="727"/>
                    </a:cubicBezTo>
                    <a:cubicBezTo>
                      <a:pt x="334" y="513"/>
                      <a:pt x="513" y="334"/>
                      <a:pt x="715" y="334"/>
                    </a:cubicBezTo>
                    <a:close/>
                    <a:moveTo>
                      <a:pt x="739" y="1"/>
                    </a:moveTo>
                    <a:cubicBezTo>
                      <a:pt x="334" y="13"/>
                      <a:pt x="1" y="334"/>
                      <a:pt x="1" y="727"/>
                    </a:cubicBezTo>
                    <a:cubicBezTo>
                      <a:pt x="1" y="1132"/>
                      <a:pt x="334" y="1453"/>
                      <a:pt x="739" y="1453"/>
                    </a:cubicBezTo>
                    <a:cubicBezTo>
                      <a:pt x="1132" y="1453"/>
                      <a:pt x="1465" y="1132"/>
                      <a:pt x="1465" y="727"/>
                    </a:cubicBezTo>
                    <a:cubicBezTo>
                      <a:pt x="1465" y="322"/>
                      <a:pt x="1132" y="1"/>
                      <a:pt x="7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Google Shape;2605;p45"/>
              <p:cNvSpPr/>
              <p:nvPr/>
            </p:nvSpPr>
            <p:spPr>
              <a:xfrm>
                <a:off x="7964906" y="2434073"/>
                <a:ext cx="373627" cy="367925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1550" extrusionOk="0">
                    <a:moveTo>
                      <a:pt x="2525" y="358"/>
                    </a:moveTo>
                    <a:cubicBezTo>
                      <a:pt x="2835" y="358"/>
                      <a:pt x="3096" y="608"/>
                      <a:pt x="3096" y="929"/>
                    </a:cubicBezTo>
                    <a:lnTo>
                      <a:pt x="3096" y="941"/>
                    </a:lnTo>
                    <a:cubicBezTo>
                      <a:pt x="3096" y="1251"/>
                      <a:pt x="2835" y="1501"/>
                      <a:pt x="2525" y="1501"/>
                    </a:cubicBezTo>
                    <a:lnTo>
                      <a:pt x="2299" y="1501"/>
                    </a:lnTo>
                    <a:cubicBezTo>
                      <a:pt x="2227" y="1501"/>
                      <a:pt x="2168" y="1441"/>
                      <a:pt x="2168" y="1370"/>
                    </a:cubicBezTo>
                    <a:lnTo>
                      <a:pt x="2168" y="489"/>
                    </a:lnTo>
                    <a:cubicBezTo>
                      <a:pt x="2168" y="417"/>
                      <a:pt x="2227" y="358"/>
                      <a:pt x="2299" y="358"/>
                    </a:cubicBezTo>
                    <a:close/>
                    <a:moveTo>
                      <a:pt x="5704" y="358"/>
                    </a:moveTo>
                    <a:cubicBezTo>
                      <a:pt x="5787" y="358"/>
                      <a:pt x="5847" y="417"/>
                      <a:pt x="5847" y="512"/>
                    </a:cubicBezTo>
                    <a:lnTo>
                      <a:pt x="5847" y="1358"/>
                    </a:lnTo>
                    <a:cubicBezTo>
                      <a:pt x="5847" y="1429"/>
                      <a:pt x="5787" y="1501"/>
                      <a:pt x="5704" y="1501"/>
                    </a:cubicBezTo>
                    <a:lnTo>
                      <a:pt x="5490" y="1501"/>
                    </a:lnTo>
                    <a:cubicBezTo>
                      <a:pt x="5180" y="1501"/>
                      <a:pt x="4918" y="1251"/>
                      <a:pt x="4918" y="941"/>
                    </a:cubicBezTo>
                    <a:lnTo>
                      <a:pt x="4918" y="929"/>
                    </a:lnTo>
                    <a:cubicBezTo>
                      <a:pt x="4918" y="608"/>
                      <a:pt x="5180" y="358"/>
                      <a:pt x="5490" y="358"/>
                    </a:cubicBezTo>
                    <a:close/>
                    <a:moveTo>
                      <a:pt x="5478" y="0"/>
                    </a:moveTo>
                    <a:cubicBezTo>
                      <a:pt x="4966" y="0"/>
                      <a:pt x="4561" y="405"/>
                      <a:pt x="4561" y="905"/>
                    </a:cubicBezTo>
                    <a:lnTo>
                      <a:pt x="4561" y="929"/>
                    </a:lnTo>
                    <a:cubicBezTo>
                      <a:pt x="4561" y="1429"/>
                      <a:pt x="4966" y="1834"/>
                      <a:pt x="5478" y="1834"/>
                    </a:cubicBezTo>
                    <a:lnTo>
                      <a:pt x="5692" y="1834"/>
                    </a:lnTo>
                    <a:cubicBezTo>
                      <a:pt x="5966" y="1834"/>
                      <a:pt x="6168" y="1620"/>
                      <a:pt x="6168" y="1358"/>
                    </a:cubicBezTo>
                    <a:lnTo>
                      <a:pt x="6168" y="1084"/>
                    </a:lnTo>
                    <a:lnTo>
                      <a:pt x="6561" y="1084"/>
                    </a:lnTo>
                    <a:cubicBezTo>
                      <a:pt x="6930" y="1084"/>
                      <a:pt x="7228" y="1382"/>
                      <a:pt x="7228" y="1763"/>
                    </a:cubicBezTo>
                    <a:lnTo>
                      <a:pt x="7228" y="2667"/>
                    </a:lnTo>
                    <a:cubicBezTo>
                      <a:pt x="6966" y="2715"/>
                      <a:pt x="6740" y="2918"/>
                      <a:pt x="6692" y="3215"/>
                    </a:cubicBezTo>
                    <a:lnTo>
                      <a:pt x="6466" y="4953"/>
                    </a:lnTo>
                    <a:cubicBezTo>
                      <a:pt x="6383" y="5668"/>
                      <a:pt x="5775" y="6204"/>
                      <a:pt x="5061" y="6204"/>
                    </a:cubicBezTo>
                    <a:lnTo>
                      <a:pt x="4323" y="6204"/>
                    </a:lnTo>
                    <a:cubicBezTo>
                      <a:pt x="4239" y="6204"/>
                      <a:pt x="4168" y="6287"/>
                      <a:pt x="4168" y="6370"/>
                    </a:cubicBezTo>
                    <a:cubicBezTo>
                      <a:pt x="4168" y="6466"/>
                      <a:pt x="4239" y="6537"/>
                      <a:pt x="4323" y="6537"/>
                    </a:cubicBezTo>
                    <a:lnTo>
                      <a:pt x="5061" y="6537"/>
                    </a:lnTo>
                    <a:cubicBezTo>
                      <a:pt x="5954" y="6537"/>
                      <a:pt x="6704" y="5870"/>
                      <a:pt x="6811" y="4989"/>
                    </a:cubicBezTo>
                    <a:lnTo>
                      <a:pt x="7037" y="3251"/>
                    </a:lnTo>
                    <a:cubicBezTo>
                      <a:pt x="7049" y="3093"/>
                      <a:pt x="7189" y="2988"/>
                      <a:pt x="7335" y="2988"/>
                    </a:cubicBezTo>
                    <a:cubicBezTo>
                      <a:pt x="7343" y="2988"/>
                      <a:pt x="7351" y="2988"/>
                      <a:pt x="7359" y="2989"/>
                    </a:cubicBezTo>
                    <a:cubicBezTo>
                      <a:pt x="7526" y="3013"/>
                      <a:pt x="7633" y="3156"/>
                      <a:pt x="7621" y="3322"/>
                    </a:cubicBezTo>
                    <a:lnTo>
                      <a:pt x="7395" y="5061"/>
                    </a:lnTo>
                    <a:cubicBezTo>
                      <a:pt x="7240" y="6239"/>
                      <a:pt x="6252" y="7120"/>
                      <a:pt x="5061" y="7120"/>
                    </a:cubicBezTo>
                    <a:lnTo>
                      <a:pt x="4442" y="7120"/>
                    </a:lnTo>
                    <a:cubicBezTo>
                      <a:pt x="4359" y="7120"/>
                      <a:pt x="4287" y="7192"/>
                      <a:pt x="4287" y="7275"/>
                    </a:cubicBezTo>
                    <a:lnTo>
                      <a:pt x="4287" y="8156"/>
                    </a:lnTo>
                    <a:cubicBezTo>
                      <a:pt x="4287" y="8323"/>
                      <a:pt x="4144" y="8454"/>
                      <a:pt x="3989" y="8454"/>
                    </a:cubicBezTo>
                    <a:cubicBezTo>
                      <a:pt x="3823" y="8454"/>
                      <a:pt x="3692" y="8323"/>
                      <a:pt x="3692" y="8156"/>
                    </a:cubicBezTo>
                    <a:lnTo>
                      <a:pt x="3692" y="7275"/>
                    </a:lnTo>
                    <a:cubicBezTo>
                      <a:pt x="3692" y="7192"/>
                      <a:pt x="3608" y="7120"/>
                      <a:pt x="3525" y="7120"/>
                    </a:cubicBezTo>
                    <a:lnTo>
                      <a:pt x="2918" y="7120"/>
                    </a:lnTo>
                    <a:cubicBezTo>
                      <a:pt x="1727" y="7120"/>
                      <a:pt x="727" y="6227"/>
                      <a:pt x="572" y="5061"/>
                    </a:cubicBezTo>
                    <a:lnTo>
                      <a:pt x="358" y="3322"/>
                    </a:lnTo>
                    <a:cubicBezTo>
                      <a:pt x="334" y="3156"/>
                      <a:pt x="441" y="3013"/>
                      <a:pt x="608" y="2989"/>
                    </a:cubicBezTo>
                    <a:cubicBezTo>
                      <a:pt x="616" y="2988"/>
                      <a:pt x="625" y="2988"/>
                      <a:pt x="633" y="2988"/>
                    </a:cubicBezTo>
                    <a:cubicBezTo>
                      <a:pt x="789" y="2988"/>
                      <a:pt x="918" y="3093"/>
                      <a:pt x="930" y="3251"/>
                    </a:cubicBezTo>
                    <a:lnTo>
                      <a:pt x="1156" y="4989"/>
                    </a:lnTo>
                    <a:cubicBezTo>
                      <a:pt x="1263" y="5882"/>
                      <a:pt x="2025" y="6537"/>
                      <a:pt x="2918" y="6537"/>
                    </a:cubicBezTo>
                    <a:lnTo>
                      <a:pt x="3644" y="6537"/>
                    </a:lnTo>
                    <a:cubicBezTo>
                      <a:pt x="3727" y="6537"/>
                      <a:pt x="3811" y="6466"/>
                      <a:pt x="3811" y="6370"/>
                    </a:cubicBezTo>
                    <a:cubicBezTo>
                      <a:pt x="3811" y="6287"/>
                      <a:pt x="3727" y="6204"/>
                      <a:pt x="3644" y="6204"/>
                    </a:cubicBezTo>
                    <a:lnTo>
                      <a:pt x="2918" y="6204"/>
                    </a:lnTo>
                    <a:cubicBezTo>
                      <a:pt x="2203" y="6204"/>
                      <a:pt x="1584" y="5668"/>
                      <a:pt x="1501" y="4953"/>
                    </a:cubicBezTo>
                    <a:lnTo>
                      <a:pt x="1275" y="3215"/>
                    </a:lnTo>
                    <a:cubicBezTo>
                      <a:pt x="1251" y="2929"/>
                      <a:pt x="1025" y="2727"/>
                      <a:pt x="775" y="2679"/>
                    </a:cubicBezTo>
                    <a:lnTo>
                      <a:pt x="775" y="1775"/>
                    </a:lnTo>
                    <a:cubicBezTo>
                      <a:pt x="775" y="1405"/>
                      <a:pt x="1072" y="1108"/>
                      <a:pt x="1441" y="1108"/>
                    </a:cubicBezTo>
                    <a:lnTo>
                      <a:pt x="1822" y="1108"/>
                    </a:lnTo>
                    <a:lnTo>
                      <a:pt x="1822" y="1370"/>
                    </a:lnTo>
                    <a:cubicBezTo>
                      <a:pt x="1822" y="1644"/>
                      <a:pt x="2037" y="1846"/>
                      <a:pt x="2299" y="1846"/>
                    </a:cubicBezTo>
                    <a:lnTo>
                      <a:pt x="2525" y="1846"/>
                    </a:lnTo>
                    <a:cubicBezTo>
                      <a:pt x="3037" y="1846"/>
                      <a:pt x="3430" y="1441"/>
                      <a:pt x="3430" y="941"/>
                    </a:cubicBezTo>
                    <a:lnTo>
                      <a:pt x="3430" y="929"/>
                    </a:lnTo>
                    <a:cubicBezTo>
                      <a:pt x="3430" y="417"/>
                      <a:pt x="3037" y="12"/>
                      <a:pt x="2525" y="12"/>
                    </a:cubicBezTo>
                    <a:lnTo>
                      <a:pt x="2299" y="12"/>
                    </a:lnTo>
                    <a:cubicBezTo>
                      <a:pt x="2037" y="12"/>
                      <a:pt x="1822" y="227"/>
                      <a:pt x="1822" y="489"/>
                    </a:cubicBezTo>
                    <a:lnTo>
                      <a:pt x="1822" y="762"/>
                    </a:lnTo>
                    <a:lnTo>
                      <a:pt x="1441" y="762"/>
                    </a:lnTo>
                    <a:cubicBezTo>
                      <a:pt x="870" y="762"/>
                      <a:pt x="429" y="1227"/>
                      <a:pt x="429" y="1775"/>
                    </a:cubicBezTo>
                    <a:lnTo>
                      <a:pt x="429" y="2715"/>
                    </a:lnTo>
                    <a:cubicBezTo>
                      <a:pt x="156" y="2810"/>
                      <a:pt x="1" y="3084"/>
                      <a:pt x="25" y="3382"/>
                    </a:cubicBezTo>
                    <a:lnTo>
                      <a:pt x="251" y="5120"/>
                    </a:lnTo>
                    <a:cubicBezTo>
                      <a:pt x="418" y="6466"/>
                      <a:pt x="1561" y="7478"/>
                      <a:pt x="2918" y="7478"/>
                    </a:cubicBezTo>
                    <a:lnTo>
                      <a:pt x="3358" y="7478"/>
                    </a:lnTo>
                    <a:lnTo>
                      <a:pt x="3358" y="8192"/>
                    </a:lnTo>
                    <a:cubicBezTo>
                      <a:pt x="3358" y="8466"/>
                      <a:pt x="3549" y="8728"/>
                      <a:pt x="3823" y="8799"/>
                    </a:cubicBezTo>
                    <a:lnTo>
                      <a:pt x="3823" y="9418"/>
                    </a:lnTo>
                    <a:cubicBezTo>
                      <a:pt x="3823" y="10597"/>
                      <a:pt x="4775" y="11550"/>
                      <a:pt x="5954" y="11550"/>
                    </a:cubicBezTo>
                    <a:lnTo>
                      <a:pt x="7799" y="11550"/>
                    </a:lnTo>
                    <a:cubicBezTo>
                      <a:pt x="8966" y="11550"/>
                      <a:pt x="9919" y="10597"/>
                      <a:pt x="9919" y="9418"/>
                    </a:cubicBezTo>
                    <a:lnTo>
                      <a:pt x="9919" y="8454"/>
                    </a:lnTo>
                    <a:cubicBezTo>
                      <a:pt x="10335" y="8430"/>
                      <a:pt x="10740" y="8252"/>
                      <a:pt x="11038" y="7930"/>
                    </a:cubicBezTo>
                    <a:cubicBezTo>
                      <a:pt x="11633" y="7335"/>
                      <a:pt x="11728" y="6382"/>
                      <a:pt x="11264" y="5668"/>
                    </a:cubicBezTo>
                    <a:cubicBezTo>
                      <a:pt x="11235" y="5624"/>
                      <a:pt x="11184" y="5598"/>
                      <a:pt x="11129" y="5598"/>
                    </a:cubicBezTo>
                    <a:cubicBezTo>
                      <a:pt x="11095" y="5598"/>
                      <a:pt x="11058" y="5609"/>
                      <a:pt x="11026" y="5632"/>
                    </a:cubicBezTo>
                    <a:cubicBezTo>
                      <a:pt x="10955" y="5668"/>
                      <a:pt x="10919" y="5775"/>
                      <a:pt x="10978" y="5870"/>
                    </a:cubicBezTo>
                    <a:cubicBezTo>
                      <a:pt x="11609" y="6799"/>
                      <a:pt x="10966" y="8109"/>
                      <a:pt x="9740" y="8109"/>
                    </a:cubicBezTo>
                    <a:cubicBezTo>
                      <a:pt x="8478" y="8109"/>
                      <a:pt x="7823" y="6549"/>
                      <a:pt x="8728" y="5632"/>
                    </a:cubicBezTo>
                    <a:cubicBezTo>
                      <a:pt x="9013" y="5347"/>
                      <a:pt x="9379" y="5201"/>
                      <a:pt x="9749" y="5201"/>
                    </a:cubicBezTo>
                    <a:cubicBezTo>
                      <a:pt x="10029" y="5201"/>
                      <a:pt x="10311" y="5285"/>
                      <a:pt x="10562" y="5454"/>
                    </a:cubicBezTo>
                    <a:cubicBezTo>
                      <a:pt x="10587" y="5466"/>
                      <a:pt x="10618" y="5473"/>
                      <a:pt x="10649" y="5473"/>
                    </a:cubicBezTo>
                    <a:cubicBezTo>
                      <a:pt x="10704" y="5473"/>
                      <a:pt x="10762" y="5452"/>
                      <a:pt x="10800" y="5406"/>
                    </a:cubicBezTo>
                    <a:cubicBezTo>
                      <a:pt x="10847" y="5334"/>
                      <a:pt x="10836" y="5227"/>
                      <a:pt x="10752" y="5168"/>
                    </a:cubicBezTo>
                    <a:cubicBezTo>
                      <a:pt x="10439" y="4961"/>
                      <a:pt x="10099" y="4867"/>
                      <a:pt x="9768" y="4867"/>
                    </a:cubicBezTo>
                    <a:cubicBezTo>
                      <a:pt x="8839" y="4867"/>
                      <a:pt x="7978" y="5606"/>
                      <a:pt x="7978" y="6668"/>
                    </a:cubicBezTo>
                    <a:cubicBezTo>
                      <a:pt x="7978" y="7609"/>
                      <a:pt x="8692" y="8371"/>
                      <a:pt x="9585" y="8454"/>
                    </a:cubicBezTo>
                    <a:lnTo>
                      <a:pt x="9585" y="9406"/>
                    </a:lnTo>
                    <a:cubicBezTo>
                      <a:pt x="9585" y="10395"/>
                      <a:pt x="8776" y="11192"/>
                      <a:pt x="7799" y="11192"/>
                    </a:cubicBezTo>
                    <a:lnTo>
                      <a:pt x="5954" y="11192"/>
                    </a:lnTo>
                    <a:cubicBezTo>
                      <a:pt x="4966" y="11192"/>
                      <a:pt x="4168" y="10395"/>
                      <a:pt x="4168" y="9406"/>
                    </a:cubicBezTo>
                    <a:lnTo>
                      <a:pt x="4168" y="8787"/>
                    </a:lnTo>
                    <a:cubicBezTo>
                      <a:pt x="4430" y="8704"/>
                      <a:pt x="4620" y="8466"/>
                      <a:pt x="4620" y="8168"/>
                    </a:cubicBezTo>
                    <a:lnTo>
                      <a:pt x="4620" y="7478"/>
                    </a:lnTo>
                    <a:lnTo>
                      <a:pt x="5073" y="7478"/>
                    </a:lnTo>
                    <a:cubicBezTo>
                      <a:pt x="6418" y="7478"/>
                      <a:pt x="7573" y="6466"/>
                      <a:pt x="7740" y="5120"/>
                    </a:cubicBezTo>
                    <a:lnTo>
                      <a:pt x="7954" y="3382"/>
                    </a:lnTo>
                    <a:cubicBezTo>
                      <a:pt x="7990" y="3096"/>
                      <a:pt x="7823" y="2834"/>
                      <a:pt x="7573" y="2727"/>
                    </a:cubicBezTo>
                    <a:lnTo>
                      <a:pt x="7573" y="1763"/>
                    </a:lnTo>
                    <a:cubicBezTo>
                      <a:pt x="7573" y="1191"/>
                      <a:pt x="7109" y="751"/>
                      <a:pt x="6561" y="751"/>
                    </a:cubicBezTo>
                    <a:lnTo>
                      <a:pt x="6168" y="751"/>
                    </a:lnTo>
                    <a:lnTo>
                      <a:pt x="6168" y="477"/>
                    </a:lnTo>
                    <a:cubicBezTo>
                      <a:pt x="6168" y="215"/>
                      <a:pt x="5966" y="0"/>
                      <a:pt x="56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6" name="Google Shape;2606;p45"/>
            <p:cNvGrpSpPr/>
            <p:nvPr/>
          </p:nvGrpSpPr>
          <p:grpSpPr>
            <a:xfrm>
              <a:off x="7382794" y="3842503"/>
              <a:ext cx="285230" cy="355597"/>
              <a:chOff x="8007400" y="2902278"/>
              <a:chExt cx="285230" cy="355597"/>
            </a:xfrm>
          </p:grpSpPr>
          <p:sp>
            <p:nvSpPr>
              <p:cNvPr id="2607" name="Google Shape;2607;p45"/>
              <p:cNvSpPr/>
              <p:nvPr/>
            </p:nvSpPr>
            <p:spPr>
              <a:xfrm>
                <a:off x="8134820" y="3165305"/>
                <a:ext cx="39851" cy="39851"/>
              </a:xfrm>
              <a:custGeom>
                <a:avLst/>
                <a:gdLst/>
                <a:ahLst/>
                <a:cxnLst/>
                <a:rect l="l" t="t" r="r" b="b"/>
                <a:pathLst>
                  <a:path w="1251" h="1251" extrusionOk="0">
                    <a:moveTo>
                      <a:pt x="632" y="310"/>
                    </a:moveTo>
                    <a:cubicBezTo>
                      <a:pt x="799" y="310"/>
                      <a:pt x="930" y="441"/>
                      <a:pt x="930" y="608"/>
                    </a:cubicBezTo>
                    <a:cubicBezTo>
                      <a:pt x="930" y="775"/>
                      <a:pt x="799" y="906"/>
                      <a:pt x="632" y="906"/>
                    </a:cubicBezTo>
                    <a:cubicBezTo>
                      <a:pt x="465" y="906"/>
                      <a:pt x="334" y="775"/>
                      <a:pt x="334" y="608"/>
                    </a:cubicBezTo>
                    <a:cubicBezTo>
                      <a:pt x="334" y="441"/>
                      <a:pt x="465" y="310"/>
                      <a:pt x="632" y="310"/>
                    </a:cubicBezTo>
                    <a:close/>
                    <a:moveTo>
                      <a:pt x="632" y="1"/>
                    </a:moveTo>
                    <a:cubicBezTo>
                      <a:pt x="287" y="1"/>
                      <a:pt x="1" y="275"/>
                      <a:pt x="1" y="620"/>
                    </a:cubicBezTo>
                    <a:cubicBezTo>
                      <a:pt x="1" y="965"/>
                      <a:pt x="287" y="1251"/>
                      <a:pt x="632" y="1251"/>
                    </a:cubicBezTo>
                    <a:cubicBezTo>
                      <a:pt x="977" y="1251"/>
                      <a:pt x="1251" y="965"/>
                      <a:pt x="1251" y="620"/>
                    </a:cubicBezTo>
                    <a:cubicBezTo>
                      <a:pt x="1251" y="275"/>
                      <a:pt x="977" y="1"/>
                      <a:pt x="6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Google Shape;2608;p45"/>
              <p:cNvSpPr/>
              <p:nvPr/>
            </p:nvSpPr>
            <p:spPr>
              <a:xfrm>
                <a:off x="8007400" y="2902278"/>
                <a:ext cx="285230" cy="355597"/>
              </a:xfrm>
              <a:custGeom>
                <a:avLst/>
                <a:gdLst/>
                <a:ahLst/>
                <a:cxnLst/>
                <a:rect l="l" t="t" r="r" b="b"/>
                <a:pathLst>
                  <a:path w="8954" h="11163" extrusionOk="0">
                    <a:moveTo>
                      <a:pt x="6528" y="337"/>
                    </a:moveTo>
                    <a:cubicBezTo>
                      <a:pt x="6549" y="337"/>
                      <a:pt x="6573" y="346"/>
                      <a:pt x="6596" y="364"/>
                    </a:cubicBezTo>
                    <a:lnTo>
                      <a:pt x="7632" y="1412"/>
                    </a:lnTo>
                    <a:cubicBezTo>
                      <a:pt x="7668" y="1435"/>
                      <a:pt x="7668" y="1483"/>
                      <a:pt x="7632" y="1519"/>
                    </a:cubicBezTo>
                    <a:lnTo>
                      <a:pt x="7489" y="1674"/>
                    </a:lnTo>
                    <a:cubicBezTo>
                      <a:pt x="7472" y="1691"/>
                      <a:pt x="7454" y="1700"/>
                      <a:pt x="7434" y="1700"/>
                    </a:cubicBezTo>
                    <a:cubicBezTo>
                      <a:pt x="7415" y="1700"/>
                      <a:pt x="7394" y="1691"/>
                      <a:pt x="7370" y="1674"/>
                    </a:cubicBezTo>
                    <a:lnTo>
                      <a:pt x="6323" y="626"/>
                    </a:lnTo>
                    <a:cubicBezTo>
                      <a:pt x="6299" y="590"/>
                      <a:pt x="6299" y="542"/>
                      <a:pt x="6323" y="519"/>
                    </a:cubicBezTo>
                    <a:lnTo>
                      <a:pt x="6477" y="364"/>
                    </a:lnTo>
                    <a:cubicBezTo>
                      <a:pt x="6489" y="346"/>
                      <a:pt x="6507" y="337"/>
                      <a:pt x="6528" y="337"/>
                    </a:cubicBezTo>
                    <a:close/>
                    <a:moveTo>
                      <a:pt x="6299" y="1066"/>
                    </a:moveTo>
                    <a:lnTo>
                      <a:pt x="7001" y="1769"/>
                    </a:lnTo>
                    <a:lnTo>
                      <a:pt x="6346" y="2424"/>
                    </a:lnTo>
                    <a:lnTo>
                      <a:pt x="5644" y="1721"/>
                    </a:lnTo>
                    <a:lnTo>
                      <a:pt x="6299" y="1066"/>
                    </a:lnTo>
                    <a:close/>
                    <a:moveTo>
                      <a:pt x="2155" y="4698"/>
                    </a:moveTo>
                    <a:lnTo>
                      <a:pt x="2453" y="4995"/>
                    </a:lnTo>
                    <a:lnTo>
                      <a:pt x="2215" y="5198"/>
                    </a:lnTo>
                    <a:cubicBezTo>
                      <a:pt x="2203" y="5216"/>
                      <a:pt x="2182" y="5225"/>
                      <a:pt x="2160" y="5225"/>
                    </a:cubicBezTo>
                    <a:cubicBezTo>
                      <a:pt x="2137" y="5225"/>
                      <a:pt x="2114" y="5216"/>
                      <a:pt x="2096" y="5198"/>
                    </a:cubicBezTo>
                    <a:lnTo>
                      <a:pt x="1941" y="5031"/>
                    </a:lnTo>
                    <a:cubicBezTo>
                      <a:pt x="1905" y="5007"/>
                      <a:pt x="1905" y="4948"/>
                      <a:pt x="1941" y="4924"/>
                    </a:cubicBezTo>
                    <a:lnTo>
                      <a:pt x="2155" y="4698"/>
                    </a:lnTo>
                    <a:close/>
                    <a:moveTo>
                      <a:pt x="2408" y="3865"/>
                    </a:moveTo>
                    <a:cubicBezTo>
                      <a:pt x="2416" y="3865"/>
                      <a:pt x="2422" y="3869"/>
                      <a:pt x="2429" y="3876"/>
                    </a:cubicBezTo>
                    <a:lnTo>
                      <a:pt x="2572" y="4031"/>
                    </a:lnTo>
                    <a:cubicBezTo>
                      <a:pt x="4203" y="5662"/>
                      <a:pt x="4144" y="5579"/>
                      <a:pt x="4108" y="5603"/>
                    </a:cubicBezTo>
                    <a:lnTo>
                      <a:pt x="3846" y="5876"/>
                    </a:lnTo>
                    <a:cubicBezTo>
                      <a:pt x="3842" y="5879"/>
                      <a:pt x="3839" y="5883"/>
                      <a:pt x="3835" y="5883"/>
                    </a:cubicBezTo>
                    <a:cubicBezTo>
                      <a:pt x="3804" y="5883"/>
                      <a:pt x="3678" y="5722"/>
                      <a:pt x="2120" y="4174"/>
                    </a:cubicBezTo>
                    <a:cubicBezTo>
                      <a:pt x="2096" y="4162"/>
                      <a:pt x="2096" y="4138"/>
                      <a:pt x="2120" y="4138"/>
                    </a:cubicBezTo>
                    <a:cubicBezTo>
                      <a:pt x="2328" y="3930"/>
                      <a:pt x="2378" y="3865"/>
                      <a:pt x="2408" y="3865"/>
                    </a:cubicBezTo>
                    <a:close/>
                    <a:moveTo>
                      <a:pt x="3025" y="5579"/>
                    </a:moveTo>
                    <a:lnTo>
                      <a:pt x="3322" y="5876"/>
                    </a:lnTo>
                    <a:lnTo>
                      <a:pt x="3084" y="6079"/>
                    </a:lnTo>
                    <a:cubicBezTo>
                      <a:pt x="3066" y="6097"/>
                      <a:pt x="3042" y="6106"/>
                      <a:pt x="3020" y="6106"/>
                    </a:cubicBezTo>
                    <a:cubicBezTo>
                      <a:pt x="2998" y="6106"/>
                      <a:pt x="2977" y="6097"/>
                      <a:pt x="2965" y="6079"/>
                    </a:cubicBezTo>
                    <a:lnTo>
                      <a:pt x="2798" y="5912"/>
                    </a:lnTo>
                    <a:cubicBezTo>
                      <a:pt x="2774" y="5888"/>
                      <a:pt x="2774" y="5829"/>
                      <a:pt x="2798" y="5793"/>
                    </a:cubicBezTo>
                    <a:lnTo>
                      <a:pt x="3025" y="5579"/>
                    </a:lnTo>
                    <a:close/>
                    <a:moveTo>
                      <a:pt x="3025" y="6936"/>
                    </a:moveTo>
                    <a:cubicBezTo>
                      <a:pt x="3072" y="6936"/>
                      <a:pt x="3096" y="6972"/>
                      <a:pt x="3096" y="7019"/>
                    </a:cubicBezTo>
                    <a:lnTo>
                      <a:pt x="3096" y="7269"/>
                    </a:lnTo>
                    <a:cubicBezTo>
                      <a:pt x="3096" y="7317"/>
                      <a:pt x="3072" y="7341"/>
                      <a:pt x="3025" y="7341"/>
                    </a:cubicBezTo>
                    <a:lnTo>
                      <a:pt x="405" y="7341"/>
                    </a:lnTo>
                    <a:cubicBezTo>
                      <a:pt x="369" y="7341"/>
                      <a:pt x="334" y="7305"/>
                      <a:pt x="334" y="7269"/>
                    </a:cubicBezTo>
                    <a:lnTo>
                      <a:pt x="334" y="7019"/>
                    </a:lnTo>
                    <a:cubicBezTo>
                      <a:pt x="334" y="6972"/>
                      <a:pt x="358" y="6936"/>
                      <a:pt x="405" y="6936"/>
                    </a:cubicBezTo>
                    <a:close/>
                    <a:moveTo>
                      <a:pt x="1834" y="7674"/>
                    </a:moveTo>
                    <a:cubicBezTo>
                      <a:pt x="2060" y="7960"/>
                      <a:pt x="2322" y="8210"/>
                      <a:pt x="2632" y="8401"/>
                    </a:cubicBezTo>
                    <a:cubicBezTo>
                      <a:pt x="2608" y="8448"/>
                      <a:pt x="2572" y="8496"/>
                      <a:pt x="2548" y="8520"/>
                    </a:cubicBezTo>
                    <a:cubicBezTo>
                      <a:pt x="2489" y="8591"/>
                      <a:pt x="2441" y="8663"/>
                      <a:pt x="2393" y="8746"/>
                    </a:cubicBezTo>
                    <a:cubicBezTo>
                      <a:pt x="2382" y="8770"/>
                      <a:pt x="2334" y="8805"/>
                      <a:pt x="2322" y="8853"/>
                    </a:cubicBezTo>
                    <a:cubicBezTo>
                      <a:pt x="1846" y="8555"/>
                      <a:pt x="1465" y="8151"/>
                      <a:pt x="1167" y="7674"/>
                    </a:cubicBezTo>
                    <a:close/>
                    <a:moveTo>
                      <a:pt x="4632" y="7793"/>
                    </a:moveTo>
                    <a:cubicBezTo>
                      <a:pt x="5870" y="7793"/>
                      <a:pt x="6846" y="8793"/>
                      <a:pt x="6918" y="9936"/>
                    </a:cubicBezTo>
                    <a:lnTo>
                      <a:pt x="2334" y="9936"/>
                    </a:lnTo>
                    <a:cubicBezTo>
                      <a:pt x="2417" y="8770"/>
                      <a:pt x="3406" y="7793"/>
                      <a:pt x="4632" y="7793"/>
                    </a:cubicBezTo>
                    <a:close/>
                    <a:moveTo>
                      <a:pt x="6525" y="1"/>
                    </a:moveTo>
                    <a:cubicBezTo>
                      <a:pt x="6421" y="1"/>
                      <a:pt x="6317" y="42"/>
                      <a:pt x="6239" y="126"/>
                    </a:cubicBezTo>
                    <a:lnTo>
                      <a:pt x="6084" y="269"/>
                    </a:lnTo>
                    <a:cubicBezTo>
                      <a:pt x="5942" y="423"/>
                      <a:pt x="5942" y="662"/>
                      <a:pt x="6073" y="804"/>
                    </a:cubicBezTo>
                    <a:lnTo>
                      <a:pt x="5406" y="1483"/>
                    </a:lnTo>
                    <a:lnTo>
                      <a:pt x="5251" y="1328"/>
                    </a:lnTo>
                    <a:cubicBezTo>
                      <a:pt x="5221" y="1299"/>
                      <a:pt x="5180" y="1284"/>
                      <a:pt x="5136" y="1284"/>
                    </a:cubicBezTo>
                    <a:cubicBezTo>
                      <a:pt x="5093" y="1284"/>
                      <a:pt x="5049" y="1299"/>
                      <a:pt x="5013" y="1328"/>
                    </a:cubicBezTo>
                    <a:lnTo>
                      <a:pt x="3977" y="2376"/>
                    </a:lnTo>
                    <a:cubicBezTo>
                      <a:pt x="3917" y="2436"/>
                      <a:pt x="3917" y="2531"/>
                      <a:pt x="3977" y="2614"/>
                    </a:cubicBezTo>
                    <a:cubicBezTo>
                      <a:pt x="4007" y="2644"/>
                      <a:pt x="4045" y="2659"/>
                      <a:pt x="4087" y="2659"/>
                    </a:cubicBezTo>
                    <a:cubicBezTo>
                      <a:pt x="4129" y="2659"/>
                      <a:pt x="4173" y="2644"/>
                      <a:pt x="4215" y="2614"/>
                    </a:cubicBezTo>
                    <a:lnTo>
                      <a:pt x="5132" y="1685"/>
                    </a:lnTo>
                    <a:lnTo>
                      <a:pt x="6299" y="2852"/>
                    </a:lnTo>
                    <a:lnTo>
                      <a:pt x="4060" y="5079"/>
                    </a:lnTo>
                    <a:lnTo>
                      <a:pt x="2905" y="3924"/>
                    </a:lnTo>
                    <a:lnTo>
                      <a:pt x="3739" y="3090"/>
                    </a:lnTo>
                    <a:cubicBezTo>
                      <a:pt x="3798" y="3031"/>
                      <a:pt x="3798" y="2924"/>
                      <a:pt x="3739" y="2864"/>
                    </a:cubicBezTo>
                    <a:cubicBezTo>
                      <a:pt x="3709" y="2834"/>
                      <a:pt x="3667" y="2820"/>
                      <a:pt x="3624" y="2820"/>
                    </a:cubicBezTo>
                    <a:cubicBezTo>
                      <a:pt x="3581" y="2820"/>
                      <a:pt x="3536" y="2834"/>
                      <a:pt x="3501" y="2864"/>
                    </a:cubicBezTo>
                    <a:lnTo>
                      <a:pt x="2667" y="3698"/>
                    </a:lnTo>
                    <a:lnTo>
                      <a:pt x="2632" y="3662"/>
                    </a:lnTo>
                    <a:cubicBezTo>
                      <a:pt x="2566" y="3596"/>
                      <a:pt x="2477" y="3564"/>
                      <a:pt x="2388" y="3564"/>
                    </a:cubicBezTo>
                    <a:cubicBezTo>
                      <a:pt x="2298" y="3564"/>
                      <a:pt x="2209" y="3596"/>
                      <a:pt x="2143" y="3662"/>
                    </a:cubicBezTo>
                    <a:lnTo>
                      <a:pt x="1870" y="3936"/>
                    </a:lnTo>
                    <a:cubicBezTo>
                      <a:pt x="1739" y="4067"/>
                      <a:pt x="1739" y="4293"/>
                      <a:pt x="1870" y="4424"/>
                    </a:cubicBezTo>
                    <a:lnTo>
                      <a:pt x="1905" y="4460"/>
                    </a:lnTo>
                    <a:cubicBezTo>
                      <a:pt x="1751" y="4638"/>
                      <a:pt x="1548" y="4722"/>
                      <a:pt x="1548" y="4972"/>
                    </a:cubicBezTo>
                    <a:cubicBezTo>
                      <a:pt x="1548" y="5079"/>
                      <a:pt x="1596" y="5186"/>
                      <a:pt x="1667" y="5269"/>
                    </a:cubicBezTo>
                    <a:cubicBezTo>
                      <a:pt x="1786" y="5376"/>
                      <a:pt x="1870" y="5555"/>
                      <a:pt x="2132" y="5555"/>
                    </a:cubicBezTo>
                    <a:cubicBezTo>
                      <a:pt x="2382" y="5555"/>
                      <a:pt x="2465" y="5353"/>
                      <a:pt x="2644" y="5198"/>
                    </a:cubicBezTo>
                    <a:lnTo>
                      <a:pt x="2763" y="5317"/>
                    </a:lnTo>
                    <a:cubicBezTo>
                      <a:pt x="2620" y="5495"/>
                      <a:pt x="2405" y="5591"/>
                      <a:pt x="2405" y="5841"/>
                    </a:cubicBezTo>
                    <a:cubicBezTo>
                      <a:pt x="2405" y="6079"/>
                      <a:pt x="2608" y="6186"/>
                      <a:pt x="2691" y="6305"/>
                    </a:cubicBezTo>
                    <a:cubicBezTo>
                      <a:pt x="2763" y="6377"/>
                      <a:pt x="2870" y="6424"/>
                      <a:pt x="2989" y="6424"/>
                    </a:cubicBezTo>
                    <a:cubicBezTo>
                      <a:pt x="3239" y="6424"/>
                      <a:pt x="3334" y="6210"/>
                      <a:pt x="3513" y="6067"/>
                    </a:cubicBezTo>
                    <a:cubicBezTo>
                      <a:pt x="3525" y="6079"/>
                      <a:pt x="3620" y="6198"/>
                      <a:pt x="3798" y="6198"/>
                    </a:cubicBezTo>
                    <a:cubicBezTo>
                      <a:pt x="3882" y="6198"/>
                      <a:pt x="3977" y="6162"/>
                      <a:pt x="4048" y="6091"/>
                    </a:cubicBezTo>
                    <a:lnTo>
                      <a:pt x="4310" y="5829"/>
                    </a:lnTo>
                    <a:cubicBezTo>
                      <a:pt x="4453" y="5686"/>
                      <a:pt x="4453" y="5472"/>
                      <a:pt x="4310" y="5329"/>
                    </a:cubicBezTo>
                    <a:lnTo>
                      <a:pt x="4287" y="5305"/>
                    </a:lnTo>
                    <a:lnTo>
                      <a:pt x="6239" y="3352"/>
                    </a:lnTo>
                    <a:cubicBezTo>
                      <a:pt x="6930" y="3924"/>
                      <a:pt x="7335" y="4733"/>
                      <a:pt x="7335" y="5626"/>
                    </a:cubicBezTo>
                    <a:cubicBezTo>
                      <a:pt x="7335" y="6555"/>
                      <a:pt x="6906" y="7412"/>
                      <a:pt x="6156" y="7984"/>
                    </a:cubicBezTo>
                    <a:cubicBezTo>
                      <a:pt x="5690" y="7638"/>
                      <a:pt x="5153" y="7470"/>
                      <a:pt x="4619" y="7470"/>
                    </a:cubicBezTo>
                    <a:cubicBezTo>
                      <a:pt x="3993" y="7470"/>
                      <a:pt x="3371" y="7701"/>
                      <a:pt x="2870" y="8151"/>
                    </a:cubicBezTo>
                    <a:cubicBezTo>
                      <a:pt x="2644" y="8008"/>
                      <a:pt x="2453" y="7853"/>
                      <a:pt x="2274" y="7650"/>
                    </a:cubicBezTo>
                    <a:lnTo>
                      <a:pt x="3025" y="7650"/>
                    </a:lnTo>
                    <a:cubicBezTo>
                      <a:pt x="3239" y="7650"/>
                      <a:pt x="3417" y="7472"/>
                      <a:pt x="3417" y="7258"/>
                    </a:cubicBezTo>
                    <a:lnTo>
                      <a:pt x="3417" y="6996"/>
                    </a:lnTo>
                    <a:cubicBezTo>
                      <a:pt x="3417" y="6781"/>
                      <a:pt x="3239" y="6603"/>
                      <a:pt x="3025" y="6603"/>
                    </a:cubicBezTo>
                    <a:lnTo>
                      <a:pt x="405" y="6603"/>
                    </a:lnTo>
                    <a:cubicBezTo>
                      <a:pt x="179" y="6603"/>
                      <a:pt x="0" y="6781"/>
                      <a:pt x="0" y="6996"/>
                    </a:cubicBezTo>
                    <a:lnTo>
                      <a:pt x="0" y="7258"/>
                    </a:lnTo>
                    <a:cubicBezTo>
                      <a:pt x="0" y="7472"/>
                      <a:pt x="179" y="7650"/>
                      <a:pt x="405" y="7650"/>
                    </a:cubicBezTo>
                    <a:lnTo>
                      <a:pt x="774" y="7650"/>
                    </a:lnTo>
                    <a:cubicBezTo>
                      <a:pt x="1036" y="8162"/>
                      <a:pt x="1548" y="8722"/>
                      <a:pt x="2191" y="9127"/>
                    </a:cubicBezTo>
                    <a:cubicBezTo>
                      <a:pt x="2084" y="9377"/>
                      <a:pt x="2036" y="9651"/>
                      <a:pt x="2012" y="9936"/>
                    </a:cubicBezTo>
                    <a:lnTo>
                      <a:pt x="846" y="9936"/>
                    </a:lnTo>
                    <a:cubicBezTo>
                      <a:pt x="774" y="9936"/>
                      <a:pt x="715" y="9972"/>
                      <a:pt x="703" y="10032"/>
                    </a:cubicBezTo>
                    <a:lnTo>
                      <a:pt x="346" y="10948"/>
                    </a:lnTo>
                    <a:cubicBezTo>
                      <a:pt x="298" y="11044"/>
                      <a:pt x="381" y="11163"/>
                      <a:pt x="488" y="11163"/>
                    </a:cubicBezTo>
                    <a:lnTo>
                      <a:pt x="1393" y="11163"/>
                    </a:lnTo>
                    <a:cubicBezTo>
                      <a:pt x="1489" y="11163"/>
                      <a:pt x="1560" y="11091"/>
                      <a:pt x="1560" y="11008"/>
                    </a:cubicBezTo>
                    <a:cubicBezTo>
                      <a:pt x="1560" y="10913"/>
                      <a:pt x="1489" y="10841"/>
                      <a:pt x="1393" y="10841"/>
                    </a:cubicBezTo>
                    <a:lnTo>
                      <a:pt x="739" y="10841"/>
                    </a:lnTo>
                    <a:lnTo>
                      <a:pt x="965" y="10258"/>
                    </a:lnTo>
                    <a:lnTo>
                      <a:pt x="8299" y="10258"/>
                    </a:lnTo>
                    <a:lnTo>
                      <a:pt x="8525" y="10841"/>
                    </a:lnTo>
                    <a:lnTo>
                      <a:pt x="2167" y="10841"/>
                    </a:lnTo>
                    <a:cubicBezTo>
                      <a:pt x="2084" y="10841"/>
                      <a:pt x="2012" y="10913"/>
                      <a:pt x="2012" y="11008"/>
                    </a:cubicBezTo>
                    <a:cubicBezTo>
                      <a:pt x="2012" y="11091"/>
                      <a:pt x="2084" y="11163"/>
                      <a:pt x="2167" y="11163"/>
                    </a:cubicBezTo>
                    <a:lnTo>
                      <a:pt x="8763" y="11163"/>
                    </a:lnTo>
                    <a:cubicBezTo>
                      <a:pt x="8882" y="11163"/>
                      <a:pt x="8954" y="11044"/>
                      <a:pt x="8918" y="10948"/>
                    </a:cubicBezTo>
                    <a:lnTo>
                      <a:pt x="8561" y="10044"/>
                    </a:lnTo>
                    <a:cubicBezTo>
                      <a:pt x="8525" y="9984"/>
                      <a:pt x="8466" y="9936"/>
                      <a:pt x="8406" y="9936"/>
                    </a:cubicBezTo>
                    <a:lnTo>
                      <a:pt x="7251" y="9936"/>
                    </a:lnTo>
                    <a:cubicBezTo>
                      <a:pt x="7216" y="9555"/>
                      <a:pt x="7132" y="9198"/>
                      <a:pt x="6965" y="8889"/>
                    </a:cubicBezTo>
                    <a:cubicBezTo>
                      <a:pt x="7847" y="8210"/>
                      <a:pt x="8430" y="7174"/>
                      <a:pt x="8525" y="6067"/>
                    </a:cubicBezTo>
                    <a:cubicBezTo>
                      <a:pt x="8537" y="5972"/>
                      <a:pt x="8466" y="5900"/>
                      <a:pt x="8382" y="5888"/>
                    </a:cubicBezTo>
                    <a:cubicBezTo>
                      <a:pt x="8371" y="5886"/>
                      <a:pt x="8360" y="5884"/>
                      <a:pt x="8350" y="5884"/>
                    </a:cubicBezTo>
                    <a:cubicBezTo>
                      <a:pt x="8271" y="5884"/>
                      <a:pt x="8214" y="5958"/>
                      <a:pt x="8204" y="6031"/>
                    </a:cubicBezTo>
                    <a:cubicBezTo>
                      <a:pt x="8097" y="7043"/>
                      <a:pt x="7597" y="7972"/>
                      <a:pt x="6799" y="8603"/>
                    </a:cubicBezTo>
                    <a:cubicBezTo>
                      <a:pt x="6751" y="8543"/>
                      <a:pt x="6715" y="8508"/>
                      <a:pt x="6668" y="8460"/>
                    </a:cubicBezTo>
                    <a:cubicBezTo>
                      <a:pt x="6608" y="8389"/>
                      <a:pt x="6537" y="8293"/>
                      <a:pt x="6454" y="8222"/>
                    </a:cubicBezTo>
                    <a:lnTo>
                      <a:pt x="6430" y="8186"/>
                    </a:lnTo>
                    <a:cubicBezTo>
                      <a:pt x="8037" y="6912"/>
                      <a:pt x="8097" y="4460"/>
                      <a:pt x="6477" y="3114"/>
                    </a:cubicBezTo>
                    <a:lnTo>
                      <a:pt x="6632" y="2948"/>
                    </a:lnTo>
                    <a:cubicBezTo>
                      <a:pt x="6692" y="2888"/>
                      <a:pt x="6692" y="2793"/>
                      <a:pt x="6632" y="2733"/>
                    </a:cubicBezTo>
                    <a:lnTo>
                      <a:pt x="6561" y="2650"/>
                    </a:lnTo>
                    <a:lnTo>
                      <a:pt x="6656" y="2567"/>
                    </a:lnTo>
                    <a:cubicBezTo>
                      <a:pt x="7013" y="2793"/>
                      <a:pt x="7489" y="3305"/>
                      <a:pt x="7799" y="3900"/>
                    </a:cubicBezTo>
                    <a:cubicBezTo>
                      <a:pt x="8037" y="4352"/>
                      <a:pt x="8168" y="4876"/>
                      <a:pt x="8216" y="5376"/>
                    </a:cubicBezTo>
                    <a:cubicBezTo>
                      <a:pt x="8216" y="5465"/>
                      <a:pt x="8287" y="5532"/>
                      <a:pt x="8373" y="5532"/>
                    </a:cubicBezTo>
                    <a:cubicBezTo>
                      <a:pt x="8380" y="5532"/>
                      <a:pt x="8387" y="5532"/>
                      <a:pt x="8394" y="5531"/>
                    </a:cubicBezTo>
                    <a:cubicBezTo>
                      <a:pt x="8478" y="5531"/>
                      <a:pt x="8561" y="5436"/>
                      <a:pt x="8537" y="5353"/>
                    </a:cubicBezTo>
                    <a:cubicBezTo>
                      <a:pt x="8454" y="4138"/>
                      <a:pt x="7858" y="3055"/>
                      <a:pt x="6894" y="2328"/>
                    </a:cubicBezTo>
                    <a:lnTo>
                      <a:pt x="7251" y="1971"/>
                    </a:lnTo>
                    <a:cubicBezTo>
                      <a:pt x="7317" y="2002"/>
                      <a:pt x="7384" y="2017"/>
                      <a:pt x="7446" y="2017"/>
                    </a:cubicBezTo>
                    <a:cubicBezTo>
                      <a:pt x="7551" y="2017"/>
                      <a:pt x="7644" y="1975"/>
                      <a:pt x="7704" y="1900"/>
                    </a:cubicBezTo>
                    <a:lnTo>
                      <a:pt x="7858" y="1745"/>
                    </a:lnTo>
                    <a:cubicBezTo>
                      <a:pt x="8025" y="1578"/>
                      <a:pt x="8025" y="1328"/>
                      <a:pt x="7858" y="1162"/>
                    </a:cubicBezTo>
                    <a:lnTo>
                      <a:pt x="6811" y="126"/>
                    </a:lnTo>
                    <a:cubicBezTo>
                      <a:pt x="6733" y="42"/>
                      <a:pt x="6629" y="1"/>
                      <a:pt x="652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9" name="Google Shape;2609;p45"/>
            <p:cNvGrpSpPr/>
            <p:nvPr/>
          </p:nvGrpSpPr>
          <p:grpSpPr>
            <a:xfrm rot="2700000">
              <a:off x="6132558" y="1795211"/>
              <a:ext cx="317642" cy="318754"/>
              <a:chOff x="5779408" y="3699191"/>
              <a:chExt cx="317645" cy="318757"/>
            </a:xfrm>
          </p:grpSpPr>
          <p:sp>
            <p:nvSpPr>
              <p:cNvPr id="2610" name="Google Shape;2610;p45"/>
              <p:cNvSpPr/>
              <p:nvPr/>
            </p:nvSpPr>
            <p:spPr>
              <a:xfrm>
                <a:off x="5892837" y="3700334"/>
                <a:ext cx="204216" cy="317614"/>
              </a:xfrm>
              <a:custGeom>
                <a:avLst/>
                <a:gdLst/>
                <a:ahLst/>
                <a:cxnLst/>
                <a:rect l="l" t="t" r="r" b="b"/>
                <a:pathLst>
                  <a:path w="6431" h="10002" extrusionOk="0">
                    <a:moveTo>
                      <a:pt x="4025" y="0"/>
                    </a:moveTo>
                    <a:cubicBezTo>
                      <a:pt x="3870" y="0"/>
                      <a:pt x="3704" y="60"/>
                      <a:pt x="3608" y="179"/>
                    </a:cubicBezTo>
                    <a:lnTo>
                      <a:pt x="1465" y="2322"/>
                    </a:lnTo>
                    <a:lnTo>
                      <a:pt x="299" y="1167"/>
                    </a:lnTo>
                    <a:cubicBezTo>
                      <a:pt x="269" y="1138"/>
                      <a:pt x="227" y="1123"/>
                      <a:pt x="184" y="1123"/>
                    </a:cubicBezTo>
                    <a:cubicBezTo>
                      <a:pt x="141" y="1123"/>
                      <a:pt x="96" y="1138"/>
                      <a:pt x="60" y="1167"/>
                    </a:cubicBezTo>
                    <a:cubicBezTo>
                      <a:pt x="1" y="1227"/>
                      <a:pt x="1" y="1322"/>
                      <a:pt x="60" y="1405"/>
                    </a:cubicBezTo>
                    <a:lnTo>
                      <a:pt x="1346" y="2679"/>
                    </a:lnTo>
                    <a:cubicBezTo>
                      <a:pt x="1370" y="2715"/>
                      <a:pt x="1418" y="2727"/>
                      <a:pt x="1465" y="2727"/>
                    </a:cubicBezTo>
                    <a:cubicBezTo>
                      <a:pt x="1501" y="2727"/>
                      <a:pt x="1549" y="2715"/>
                      <a:pt x="1584" y="2679"/>
                    </a:cubicBezTo>
                    <a:lnTo>
                      <a:pt x="3847" y="417"/>
                    </a:lnTo>
                    <a:cubicBezTo>
                      <a:pt x="3882" y="370"/>
                      <a:pt x="3966" y="346"/>
                      <a:pt x="4037" y="346"/>
                    </a:cubicBezTo>
                    <a:cubicBezTo>
                      <a:pt x="4109" y="346"/>
                      <a:pt x="4168" y="370"/>
                      <a:pt x="4228" y="417"/>
                    </a:cubicBezTo>
                    <a:lnTo>
                      <a:pt x="6049" y="2239"/>
                    </a:lnTo>
                    <a:cubicBezTo>
                      <a:pt x="6085" y="2275"/>
                      <a:pt x="6121" y="2358"/>
                      <a:pt x="6121" y="2429"/>
                    </a:cubicBezTo>
                    <a:cubicBezTo>
                      <a:pt x="6121" y="2501"/>
                      <a:pt x="6085" y="2560"/>
                      <a:pt x="6049" y="2620"/>
                    </a:cubicBezTo>
                    <a:lnTo>
                      <a:pt x="3775" y="4882"/>
                    </a:lnTo>
                    <a:cubicBezTo>
                      <a:pt x="3716" y="4942"/>
                      <a:pt x="3716" y="5049"/>
                      <a:pt x="3775" y="5120"/>
                    </a:cubicBezTo>
                    <a:lnTo>
                      <a:pt x="6049" y="7382"/>
                    </a:lnTo>
                    <a:cubicBezTo>
                      <a:pt x="6085" y="7430"/>
                      <a:pt x="6121" y="7501"/>
                      <a:pt x="6121" y="7573"/>
                    </a:cubicBezTo>
                    <a:cubicBezTo>
                      <a:pt x="6121" y="7656"/>
                      <a:pt x="6085" y="7716"/>
                      <a:pt x="6049" y="7775"/>
                    </a:cubicBezTo>
                    <a:lnTo>
                      <a:pt x="4228" y="9585"/>
                    </a:lnTo>
                    <a:cubicBezTo>
                      <a:pt x="4174" y="9639"/>
                      <a:pt x="4103" y="9665"/>
                      <a:pt x="4033" y="9665"/>
                    </a:cubicBezTo>
                    <a:cubicBezTo>
                      <a:pt x="3963" y="9665"/>
                      <a:pt x="3894" y="9639"/>
                      <a:pt x="3847" y="9585"/>
                    </a:cubicBezTo>
                    <a:lnTo>
                      <a:pt x="2989" y="8740"/>
                    </a:lnTo>
                    <a:cubicBezTo>
                      <a:pt x="2960" y="8710"/>
                      <a:pt x="2921" y="8695"/>
                      <a:pt x="2879" y="8695"/>
                    </a:cubicBezTo>
                    <a:cubicBezTo>
                      <a:pt x="2838" y="8695"/>
                      <a:pt x="2793" y="8710"/>
                      <a:pt x="2751" y="8740"/>
                    </a:cubicBezTo>
                    <a:cubicBezTo>
                      <a:pt x="2692" y="8799"/>
                      <a:pt x="2692" y="8906"/>
                      <a:pt x="2751" y="8978"/>
                    </a:cubicBezTo>
                    <a:lnTo>
                      <a:pt x="3608" y="9823"/>
                    </a:lnTo>
                    <a:cubicBezTo>
                      <a:pt x="3728" y="9942"/>
                      <a:pt x="3870" y="10002"/>
                      <a:pt x="4025" y="10002"/>
                    </a:cubicBezTo>
                    <a:cubicBezTo>
                      <a:pt x="4168" y="10002"/>
                      <a:pt x="4335" y="9942"/>
                      <a:pt x="4442" y="9823"/>
                    </a:cubicBezTo>
                    <a:lnTo>
                      <a:pt x="6252" y="8013"/>
                    </a:lnTo>
                    <a:cubicBezTo>
                      <a:pt x="6371" y="7894"/>
                      <a:pt x="6430" y="7740"/>
                      <a:pt x="6430" y="7597"/>
                    </a:cubicBezTo>
                    <a:cubicBezTo>
                      <a:pt x="6430" y="7430"/>
                      <a:pt x="6371" y="7275"/>
                      <a:pt x="6252" y="7180"/>
                    </a:cubicBezTo>
                    <a:lnTo>
                      <a:pt x="4109" y="4977"/>
                    </a:lnTo>
                    <a:lnTo>
                      <a:pt x="6252" y="2834"/>
                    </a:lnTo>
                    <a:cubicBezTo>
                      <a:pt x="6371" y="2715"/>
                      <a:pt x="6430" y="2560"/>
                      <a:pt x="6430" y="2417"/>
                    </a:cubicBezTo>
                    <a:cubicBezTo>
                      <a:pt x="6430" y="2251"/>
                      <a:pt x="6371" y="2096"/>
                      <a:pt x="6252" y="2001"/>
                    </a:cubicBezTo>
                    <a:lnTo>
                      <a:pt x="4442" y="179"/>
                    </a:lnTo>
                    <a:cubicBezTo>
                      <a:pt x="4323" y="60"/>
                      <a:pt x="4168" y="0"/>
                      <a:pt x="40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Google Shape;2611;p45"/>
              <p:cNvSpPr/>
              <p:nvPr/>
            </p:nvSpPr>
            <p:spPr>
              <a:xfrm>
                <a:off x="5779408" y="3699191"/>
                <a:ext cx="195134" cy="316883"/>
              </a:xfrm>
              <a:custGeom>
                <a:avLst/>
                <a:gdLst/>
                <a:ahLst/>
                <a:cxnLst/>
                <a:rect l="l" t="t" r="r" b="b"/>
                <a:pathLst>
                  <a:path w="6145" h="9979" extrusionOk="0">
                    <a:moveTo>
                      <a:pt x="2477" y="1"/>
                    </a:moveTo>
                    <a:cubicBezTo>
                      <a:pt x="2311" y="1"/>
                      <a:pt x="2156" y="60"/>
                      <a:pt x="2061" y="179"/>
                    </a:cubicBezTo>
                    <a:lnTo>
                      <a:pt x="239" y="2001"/>
                    </a:lnTo>
                    <a:cubicBezTo>
                      <a:pt x="1" y="2239"/>
                      <a:pt x="1" y="2608"/>
                      <a:pt x="239" y="2846"/>
                    </a:cubicBezTo>
                    <a:lnTo>
                      <a:pt x="2382" y="4989"/>
                    </a:lnTo>
                    <a:lnTo>
                      <a:pt x="239" y="7133"/>
                    </a:lnTo>
                    <a:cubicBezTo>
                      <a:pt x="1" y="7371"/>
                      <a:pt x="1" y="7752"/>
                      <a:pt x="239" y="7990"/>
                    </a:cubicBezTo>
                    <a:lnTo>
                      <a:pt x="2061" y="9800"/>
                    </a:lnTo>
                    <a:cubicBezTo>
                      <a:pt x="2180" y="9919"/>
                      <a:pt x="2323" y="9978"/>
                      <a:pt x="2477" y="9978"/>
                    </a:cubicBezTo>
                    <a:cubicBezTo>
                      <a:pt x="2620" y="9978"/>
                      <a:pt x="2787" y="9919"/>
                      <a:pt x="2882" y="9800"/>
                    </a:cubicBezTo>
                    <a:lnTo>
                      <a:pt x="5037" y="7656"/>
                    </a:lnTo>
                    <a:lnTo>
                      <a:pt x="5859" y="8490"/>
                    </a:lnTo>
                    <a:cubicBezTo>
                      <a:pt x="5895" y="8520"/>
                      <a:pt x="5936" y="8535"/>
                      <a:pt x="5978" y="8535"/>
                    </a:cubicBezTo>
                    <a:cubicBezTo>
                      <a:pt x="6020" y="8535"/>
                      <a:pt x="6061" y="8520"/>
                      <a:pt x="6097" y="8490"/>
                    </a:cubicBezTo>
                    <a:cubicBezTo>
                      <a:pt x="6145" y="8430"/>
                      <a:pt x="6145" y="8323"/>
                      <a:pt x="6085" y="8264"/>
                    </a:cubicBezTo>
                    <a:lnTo>
                      <a:pt x="5156" y="7335"/>
                    </a:lnTo>
                    <a:cubicBezTo>
                      <a:pt x="5121" y="7299"/>
                      <a:pt x="5073" y="7287"/>
                      <a:pt x="5037" y="7287"/>
                    </a:cubicBezTo>
                    <a:cubicBezTo>
                      <a:pt x="4990" y="7287"/>
                      <a:pt x="4942" y="7299"/>
                      <a:pt x="4918" y="7335"/>
                    </a:cubicBezTo>
                    <a:lnTo>
                      <a:pt x="2656" y="9597"/>
                    </a:lnTo>
                    <a:cubicBezTo>
                      <a:pt x="2608" y="9633"/>
                      <a:pt x="2537" y="9669"/>
                      <a:pt x="2454" y="9669"/>
                    </a:cubicBezTo>
                    <a:cubicBezTo>
                      <a:pt x="2382" y="9669"/>
                      <a:pt x="2323" y="9633"/>
                      <a:pt x="2263" y="9597"/>
                    </a:cubicBezTo>
                    <a:lnTo>
                      <a:pt x="453" y="7776"/>
                    </a:lnTo>
                    <a:cubicBezTo>
                      <a:pt x="346" y="7668"/>
                      <a:pt x="346" y="7490"/>
                      <a:pt x="453" y="7395"/>
                    </a:cubicBezTo>
                    <a:lnTo>
                      <a:pt x="2716" y="5132"/>
                    </a:lnTo>
                    <a:cubicBezTo>
                      <a:pt x="2739" y="5097"/>
                      <a:pt x="2751" y="5049"/>
                      <a:pt x="2751" y="5013"/>
                    </a:cubicBezTo>
                    <a:cubicBezTo>
                      <a:pt x="2751" y="4966"/>
                      <a:pt x="2739" y="4918"/>
                      <a:pt x="2716" y="4894"/>
                    </a:cubicBezTo>
                    <a:lnTo>
                      <a:pt x="453" y="2632"/>
                    </a:lnTo>
                    <a:cubicBezTo>
                      <a:pt x="346" y="2525"/>
                      <a:pt x="346" y="2346"/>
                      <a:pt x="453" y="2239"/>
                    </a:cubicBezTo>
                    <a:lnTo>
                      <a:pt x="2263" y="417"/>
                    </a:lnTo>
                    <a:cubicBezTo>
                      <a:pt x="2311" y="382"/>
                      <a:pt x="2382" y="346"/>
                      <a:pt x="2454" y="346"/>
                    </a:cubicBezTo>
                    <a:cubicBezTo>
                      <a:pt x="2537" y="346"/>
                      <a:pt x="2597" y="382"/>
                      <a:pt x="2656" y="417"/>
                    </a:cubicBezTo>
                    <a:lnTo>
                      <a:pt x="3168" y="941"/>
                    </a:lnTo>
                    <a:cubicBezTo>
                      <a:pt x="3198" y="971"/>
                      <a:pt x="3239" y="986"/>
                      <a:pt x="3283" y="986"/>
                    </a:cubicBezTo>
                    <a:cubicBezTo>
                      <a:pt x="3326" y="986"/>
                      <a:pt x="3370" y="971"/>
                      <a:pt x="3406" y="941"/>
                    </a:cubicBezTo>
                    <a:cubicBezTo>
                      <a:pt x="3466" y="882"/>
                      <a:pt x="3466" y="775"/>
                      <a:pt x="3406" y="703"/>
                    </a:cubicBezTo>
                    <a:lnTo>
                      <a:pt x="2882" y="179"/>
                    </a:lnTo>
                    <a:cubicBezTo>
                      <a:pt x="2775" y="60"/>
                      <a:pt x="2620" y="1"/>
                      <a:pt x="24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23D25BCE-5971-0B62-F08F-2CFD14B1B60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50060" y="2362447"/>
            <a:ext cx="351570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sr-Latn-RS" altLang="sr-Latn-R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Unos medicinskog slučaja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sr-Latn-RS" altLang="sr-Latn-R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TOP-N predikcija bolesti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sr-Latn-RS" altLang="sr-Latn-RS" sz="1600" dirty="0">
                <a:solidFill>
                  <a:schemeClr val="tx1"/>
                </a:solidFill>
                <a:latin typeface="Arial" panose="020B0604020202020204" pitchFamily="34" charset="0"/>
              </a:rPr>
              <a:t>Confidence vrijednosti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sr-Latn-RS" altLang="sr-Latn-R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Prihvatanje dijagnoze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sr-Latn-RS" altLang="sr-Latn-RS" sz="1600" dirty="0">
                <a:solidFill>
                  <a:schemeClr val="tx1"/>
                </a:solidFill>
                <a:latin typeface="Arial" panose="020B0604020202020204" pitchFamily="34" charset="0"/>
              </a:rPr>
              <a:t>Promjena ponašanja kroz vrijeme</a:t>
            </a:r>
            <a:endParaRPr kumimoji="0" lang="sr-Latn-RS" altLang="sr-Latn-R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1">
          <a:extLst>
            <a:ext uri="{FF2B5EF4-FFF2-40B4-BE49-F238E27FC236}">
              <a16:creationId xmlns:a16="http://schemas.microsoft.com/office/drawing/2014/main" id="{1EE5AE02-A487-3059-FFD9-6C30A10AD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" name="Google Shape;2672;p49">
            <a:extLst>
              <a:ext uri="{FF2B5EF4-FFF2-40B4-BE49-F238E27FC236}">
                <a16:creationId xmlns:a16="http://schemas.microsoft.com/office/drawing/2014/main" id="{2A4EDFAE-8F5C-51A6-41F4-F4A7EB5984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50" y="242600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s-Latn-BA" dirty="0"/>
              <a:t>Komponente AI agenta</a:t>
            </a:r>
            <a:endParaRPr dirty="0"/>
          </a:p>
        </p:txBody>
      </p:sp>
      <p:graphicFrame>
        <p:nvGraphicFramePr>
          <p:cNvPr id="29" name="Diagram 28">
            <a:extLst>
              <a:ext uri="{FF2B5EF4-FFF2-40B4-BE49-F238E27FC236}">
                <a16:creationId xmlns:a16="http://schemas.microsoft.com/office/drawing/2014/main" id="{CE0FC5B4-8FD0-093C-3A80-27047F5170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908770"/>
              </p:ext>
            </p:extLst>
          </p:nvPr>
        </p:nvGraphicFramePr>
        <p:xfrm>
          <a:off x="1194093" y="1112226"/>
          <a:ext cx="6755814" cy="3415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1" name="Arrow: Bent 30">
            <a:extLst>
              <a:ext uri="{FF2B5EF4-FFF2-40B4-BE49-F238E27FC236}">
                <a16:creationId xmlns:a16="http://schemas.microsoft.com/office/drawing/2014/main" id="{E6193DE5-CF81-9713-F0A6-C9D5C4644BA7}"/>
              </a:ext>
            </a:extLst>
          </p:cNvPr>
          <p:cNvSpPr/>
          <p:nvPr/>
        </p:nvSpPr>
        <p:spPr>
          <a:xfrm rot="5400000">
            <a:off x="4700143" y="2462173"/>
            <a:ext cx="219810" cy="219154"/>
          </a:xfrm>
          <a:prstGeom prst="bentArrow">
            <a:avLst/>
          </a:pr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300000" contourW="19050" prstMaterial="metal">
            <a:bevelT w="88900" h="203200"/>
            <a:bevelB w="165100" h="254000"/>
          </a:sp3d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bs-Latn-BA"/>
          </a:p>
        </p:txBody>
      </p:sp>
      <p:sp>
        <p:nvSpPr>
          <p:cNvPr id="32" name="Arrow: Bent 31">
            <a:extLst>
              <a:ext uri="{FF2B5EF4-FFF2-40B4-BE49-F238E27FC236}">
                <a16:creationId xmlns:a16="http://schemas.microsoft.com/office/drawing/2014/main" id="{ADFD7239-2FAF-5F2B-D7B4-E4E16994531A}"/>
              </a:ext>
            </a:extLst>
          </p:cNvPr>
          <p:cNvSpPr/>
          <p:nvPr/>
        </p:nvSpPr>
        <p:spPr>
          <a:xfrm rot="10800000">
            <a:off x="4699815" y="2956981"/>
            <a:ext cx="219810" cy="219154"/>
          </a:xfrm>
          <a:prstGeom prst="bentArrow">
            <a:avLst/>
          </a:pr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300000" contourW="19050" prstMaterial="metal">
            <a:bevelT w="88900" h="203200"/>
            <a:bevelB w="165100" h="254000"/>
          </a:sp3d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813501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7">
          <a:extLst>
            <a:ext uri="{FF2B5EF4-FFF2-40B4-BE49-F238E27FC236}">
              <a16:creationId xmlns:a16="http://schemas.microsoft.com/office/drawing/2014/main" id="{F6FC2A71-DC77-B1BF-505A-DD5372288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8" name="Google Shape;2578;p44">
            <a:extLst>
              <a:ext uri="{FF2B5EF4-FFF2-40B4-BE49-F238E27FC236}">
                <a16:creationId xmlns:a16="http://schemas.microsoft.com/office/drawing/2014/main" id="{323C52C3-2E2F-1303-FE7F-1135CEC2E2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50" y="336300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/>
              <a:t>Detalji treniranja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51F8FD-F287-1F7D-3B39-A6438F957E31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956138" y="1448365"/>
            <a:ext cx="528161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sr-Latn-RS" altLang="sr-Latn-RS" sz="1400" dirty="0">
                <a:solidFill>
                  <a:schemeClr val="tx1"/>
                </a:solidFill>
                <a:latin typeface="Arial" panose="020B0604020202020204" pitchFamily="34" charset="0"/>
              </a:rPr>
              <a:t>Seed medicinski dataset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sr-Latn-RS" altLang="sr-Latn-RS" sz="1400" dirty="0">
                <a:solidFill>
                  <a:schemeClr val="tx1"/>
                </a:solidFill>
                <a:latin typeface="Arial" panose="020B0604020202020204" pitchFamily="34" charset="0"/>
              </a:rPr>
              <a:t>Symptom -&gt; Disease mapiranje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sr-Latn-RS" altLang="sr-Latn-RS" sz="1400" dirty="0">
                <a:solidFill>
                  <a:schemeClr val="tx1"/>
                </a:solidFill>
                <a:latin typeface="Arial" panose="020B0604020202020204" pitchFamily="34" charset="0"/>
              </a:rPr>
              <a:t>Frequency / matching scoring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sr-Latn-RS" altLang="sr-Latn-RS" sz="1400" dirty="0">
                <a:solidFill>
                  <a:schemeClr val="tx1"/>
                </a:solidFill>
                <a:latin typeface="Arial" panose="020B0604020202020204" pitchFamily="34" charset="0"/>
              </a:rPr>
              <a:t>Feedback – based korekcija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sr-Latn-RS" altLang="sr-Latn-R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14017E-DCE4-ED69-E742-F86A47A8A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280" y="1230478"/>
            <a:ext cx="2382520" cy="26692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BB91E8-691D-34C5-1447-F0559BC5A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230478"/>
            <a:ext cx="2382520" cy="268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66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1" name="Google Shape;3111;p72"/>
          <p:cNvPicPr preferRelativeResize="0"/>
          <p:nvPr/>
        </p:nvPicPr>
        <p:blipFill>
          <a:blip r:embed="rId3">
            <a:alphaModFix/>
          </a:blip>
          <a:srcRect l="1509" r="1509"/>
          <a:stretch/>
        </p:blipFill>
        <p:spPr>
          <a:xfrm>
            <a:off x="938546" y="1726979"/>
            <a:ext cx="869134" cy="84477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112" name="Google Shape;3112;p7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s-Latn-BA" dirty="0"/>
              <a:t>Korištene tehnologije</a:t>
            </a:r>
            <a:endParaRPr dirty="0"/>
          </a:p>
        </p:txBody>
      </p:sp>
      <p:pic>
        <p:nvPicPr>
          <p:cNvPr id="2" name="Google Shape;3111;p72">
            <a:extLst>
              <a:ext uri="{FF2B5EF4-FFF2-40B4-BE49-F238E27FC236}">
                <a16:creationId xmlns:a16="http://schemas.microsoft.com/office/drawing/2014/main" id="{CD5248C8-F9F0-A449-95EB-0D4368755BE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rcRect t="1979" b="1979"/>
          <a:stretch/>
        </p:blipFill>
        <p:spPr>
          <a:xfrm>
            <a:off x="2527521" y="1726980"/>
            <a:ext cx="926879" cy="84477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" name="Picture 7" descr="A blue logo with a feather&#10;&#10;AI-generated content may be incorrect.">
            <a:extLst>
              <a:ext uri="{FF2B5EF4-FFF2-40B4-BE49-F238E27FC236}">
                <a16:creationId xmlns:a16="http://schemas.microsoft.com/office/drawing/2014/main" id="{E5A0691D-B0ED-AB88-99B3-4554384837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4241" y="1997151"/>
            <a:ext cx="1207344" cy="571130"/>
          </a:xfrm>
          <a:prstGeom prst="rect">
            <a:avLst/>
          </a:prstGeom>
        </p:spPr>
      </p:pic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47CB3AC8-E083-2B2B-7616-169B2F7BFE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1426" y="1726979"/>
            <a:ext cx="1961788" cy="841302"/>
          </a:xfrm>
          <a:prstGeom prst="rect">
            <a:avLst/>
          </a:prstGeom>
        </p:spPr>
      </p:pic>
      <p:sp>
        <p:nvSpPr>
          <p:cNvPr id="21" name="Rectangle 2">
            <a:extLst>
              <a:ext uri="{FF2B5EF4-FFF2-40B4-BE49-F238E27FC236}">
                <a16:creationId xmlns:a16="http://schemas.microsoft.com/office/drawing/2014/main" id="{54A73DA9-D5DB-BBEB-F4C6-3CBDDFCD6937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713225" y="2730002"/>
            <a:ext cx="140005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sr-Latn-RS" altLang="sr-Latn-R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sr-Latn-RS" altLang="sr-Latn-R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backend i AI logika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1ED4DA61-02D7-E9B6-FFE8-EAD204A9C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0933" y="2730002"/>
            <a:ext cx="14000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sv-SE" sz="900" b="1" dirty="0"/>
              <a:t>FastAPI</a:t>
            </a:r>
            <a:r>
              <a:rPr lang="sv-SE" sz="900" dirty="0"/>
              <a:t> – REST API i Swagger</a:t>
            </a:r>
            <a:endParaRPr lang="sr-Latn-RS" altLang="sr-Latn-R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9D756CAD-CE98-FC0A-4240-540DE7F704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7886" y="2730002"/>
            <a:ext cx="14000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bs-Latn-BA" sz="900" b="1" dirty="0" err="1"/>
              <a:t>SQLite</a:t>
            </a:r>
            <a:r>
              <a:rPr lang="bs-Latn-BA" sz="900" dirty="0"/>
              <a:t> – pohrana podataka</a:t>
            </a:r>
            <a:endParaRPr lang="sr-Latn-RS" altLang="sr-Latn-R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0A0CBB5B-F9F3-C3B5-6B28-8506C6D48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1426" y="2730002"/>
            <a:ext cx="19617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900" b="1" dirty="0"/>
              <a:t>React + Tailwind CSS</a:t>
            </a:r>
            <a:r>
              <a:rPr lang="en-US" sz="900" dirty="0"/>
              <a:t> – frontend </a:t>
            </a:r>
            <a:r>
              <a:rPr lang="en-US" sz="900" dirty="0" err="1"/>
              <a:t>aplikacija</a:t>
            </a:r>
            <a:endParaRPr lang="sr-Latn-RS" altLang="sr-Latn-RS" sz="9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0" name="Google Shape;2470;p40"/>
          <p:cNvSpPr txBox="1">
            <a:spLocks noGrp="1"/>
          </p:cNvSpPr>
          <p:nvPr>
            <p:ph type="title"/>
          </p:nvPr>
        </p:nvSpPr>
        <p:spPr>
          <a:xfrm>
            <a:off x="713250" y="120400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/>
              <a:t>Struktura baze podataka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E8F831-794C-23BC-7388-A66C19A95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2528"/>
            <a:ext cx="9144000" cy="1177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169DCD-940E-39A2-331D-A486C3E7E2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872"/>
          <a:stretch>
            <a:fillRect/>
          </a:stretch>
        </p:blipFill>
        <p:spPr>
          <a:xfrm>
            <a:off x="0" y="2703047"/>
            <a:ext cx="9144000" cy="1347925"/>
          </a:xfrm>
          <a:prstGeom prst="rect">
            <a:avLst/>
          </a:prstGeom>
        </p:spPr>
      </p:pic>
      <p:sp>
        <p:nvSpPr>
          <p:cNvPr id="14" name="Google Shape;2470;p40">
            <a:extLst>
              <a:ext uri="{FF2B5EF4-FFF2-40B4-BE49-F238E27FC236}">
                <a16:creationId xmlns:a16="http://schemas.microsoft.com/office/drawing/2014/main" id="{33BE9DF5-0FD7-6993-0558-FC25C7A27CDC}"/>
              </a:ext>
            </a:extLst>
          </p:cNvPr>
          <p:cNvSpPr txBox="1">
            <a:spLocks/>
          </p:cNvSpPr>
          <p:nvPr/>
        </p:nvSpPr>
        <p:spPr>
          <a:xfrm>
            <a:off x="-157162" y="773274"/>
            <a:ext cx="3738563" cy="638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s-Latn-BA" sz="1050" dirty="0" err="1"/>
              <a:t>medical_cases</a:t>
            </a:r>
            <a:r>
              <a:rPr lang="bs-Latn-BA" sz="1050" dirty="0"/>
              <a:t> - dugoročna memorija odluke</a:t>
            </a:r>
          </a:p>
        </p:txBody>
      </p:sp>
      <p:sp>
        <p:nvSpPr>
          <p:cNvPr id="15" name="Google Shape;2470;p40">
            <a:extLst>
              <a:ext uri="{FF2B5EF4-FFF2-40B4-BE49-F238E27FC236}">
                <a16:creationId xmlns:a16="http://schemas.microsoft.com/office/drawing/2014/main" id="{B1F1C27E-B8AC-DE13-FE0B-A93546F10708}"/>
              </a:ext>
            </a:extLst>
          </p:cNvPr>
          <p:cNvSpPr txBox="1">
            <a:spLocks/>
          </p:cNvSpPr>
          <p:nvPr/>
        </p:nvSpPr>
        <p:spPr>
          <a:xfrm>
            <a:off x="-623888" y="2383793"/>
            <a:ext cx="5048251" cy="638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bs-Latn-BA" sz="1050" dirty="0" err="1"/>
              <a:t>feedback</a:t>
            </a:r>
            <a:r>
              <a:rPr lang="bs-Latn-BA" sz="1050" dirty="0"/>
              <a:t> – utiče na buduće </a:t>
            </a:r>
            <a:r>
              <a:rPr lang="bs-Latn-BA" sz="1050" dirty="0" err="1"/>
              <a:t>confidence</a:t>
            </a:r>
            <a:r>
              <a:rPr lang="bs-Latn-BA" sz="1050" dirty="0"/>
              <a:t> vrijednosti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9" name="Google Shape;2479;p41"/>
          <p:cNvGrpSpPr/>
          <p:nvPr/>
        </p:nvGrpSpPr>
        <p:grpSpPr>
          <a:xfrm>
            <a:off x="6320774" y="3094081"/>
            <a:ext cx="3200100" cy="2417000"/>
            <a:chOff x="6320774" y="3094081"/>
            <a:chExt cx="3200100" cy="2417000"/>
          </a:xfrm>
        </p:grpSpPr>
        <p:sp>
          <p:nvSpPr>
            <p:cNvPr id="2480" name="Google Shape;2480;p41"/>
            <p:cNvSpPr/>
            <p:nvPr/>
          </p:nvSpPr>
          <p:spPr>
            <a:xfrm flipH="1">
              <a:off x="7143674" y="4371823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481" name="Google Shape;2481;p41"/>
            <p:cNvSpPr/>
            <p:nvPr/>
          </p:nvSpPr>
          <p:spPr>
            <a:xfrm flipH="1">
              <a:off x="7555124" y="4779681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482" name="Google Shape;2482;p41"/>
            <p:cNvSpPr/>
            <p:nvPr/>
          </p:nvSpPr>
          <p:spPr>
            <a:xfrm flipH="1">
              <a:off x="7966574" y="4371823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483" name="Google Shape;2483;p41"/>
            <p:cNvSpPr/>
            <p:nvPr/>
          </p:nvSpPr>
          <p:spPr>
            <a:xfrm flipH="1">
              <a:off x="8378024" y="4779681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484" name="Google Shape;2484;p41"/>
            <p:cNvSpPr/>
            <p:nvPr/>
          </p:nvSpPr>
          <p:spPr>
            <a:xfrm flipH="1">
              <a:off x="8789474" y="4371823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485" name="Google Shape;2485;p41"/>
            <p:cNvSpPr/>
            <p:nvPr/>
          </p:nvSpPr>
          <p:spPr>
            <a:xfrm flipH="1">
              <a:off x="7966574" y="3540423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486" name="Google Shape;2486;p41"/>
            <p:cNvSpPr/>
            <p:nvPr/>
          </p:nvSpPr>
          <p:spPr>
            <a:xfrm flipH="1">
              <a:off x="6320774" y="4371823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487" name="Google Shape;2487;p41"/>
            <p:cNvSpPr/>
            <p:nvPr/>
          </p:nvSpPr>
          <p:spPr>
            <a:xfrm flipH="1">
              <a:off x="6732224" y="4779681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488" name="Google Shape;2488;p41"/>
            <p:cNvSpPr/>
            <p:nvPr/>
          </p:nvSpPr>
          <p:spPr>
            <a:xfrm flipH="1">
              <a:off x="8378024" y="3956131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489" name="Google Shape;2489;p41"/>
            <p:cNvSpPr/>
            <p:nvPr/>
          </p:nvSpPr>
          <p:spPr>
            <a:xfrm flipH="1">
              <a:off x="8789474" y="3509773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490" name="Google Shape;2490;p41"/>
            <p:cNvSpPr/>
            <p:nvPr/>
          </p:nvSpPr>
          <p:spPr>
            <a:xfrm flipH="1">
              <a:off x="8378024" y="3094081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2491" name="Google Shape;2491;p41"/>
            <p:cNvGrpSpPr/>
            <p:nvPr/>
          </p:nvGrpSpPr>
          <p:grpSpPr>
            <a:xfrm rot="2700000">
              <a:off x="8173451" y="3746743"/>
              <a:ext cx="317642" cy="318754"/>
              <a:chOff x="5779408" y="3699191"/>
              <a:chExt cx="317645" cy="318757"/>
            </a:xfrm>
          </p:grpSpPr>
          <p:sp>
            <p:nvSpPr>
              <p:cNvPr id="2492" name="Google Shape;2492;p41"/>
              <p:cNvSpPr/>
              <p:nvPr/>
            </p:nvSpPr>
            <p:spPr>
              <a:xfrm>
                <a:off x="5892837" y="3700334"/>
                <a:ext cx="204216" cy="317614"/>
              </a:xfrm>
              <a:custGeom>
                <a:avLst/>
                <a:gdLst/>
                <a:ahLst/>
                <a:cxnLst/>
                <a:rect l="l" t="t" r="r" b="b"/>
                <a:pathLst>
                  <a:path w="6431" h="10002" extrusionOk="0">
                    <a:moveTo>
                      <a:pt x="4025" y="0"/>
                    </a:moveTo>
                    <a:cubicBezTo>
                      <a:pt x="3870" y="0"/>
                      <a:pt x="3704" y="60"/>
                      <a:pt x="3608" y="179"/>
                    </a:cubicBezTo>
                    <a:lnTo>
                      <a:pt x="1465" y="2322"/>
                    </a:lnTo>
                    <a:lnTo>
                      <a:pt x="299" y="1167"/>
                    </a:lnTo>
                    <a:cubicBezTo>
                      <a:pt x="269" y="1138"/>
                      <a:pt x="227" y="1123"/>
                      <a:pt x="184" y="1123"/>
                    </a:cubicBezTo>
                    <a:cubicBezTo>
                      <a:pt x="141" y="1123"/>
                      <a:pt x="96" y="1138"/>
                      <a:pt x="60" y="1167"/>
                    </a:cubicBezTo>
                    <a:cubicBezTo>
                      <a:pt x="1" y="1227"/>
                      <a:pt x="1" y="1322"/>
                      <a:pt x="60" y="1405"/>
                    </a:cubicBezTo>
                    <a:lnTo>
                      <a:pt x="1346" y="2679"/>
                    </a:lnTo>
                    <a:cubicBezTo>
                      <a:pt x="1370" y="2715"/>
                      <a:pt x="1418" y="2727"/>
                      <a:pt x="1465" y="2727"/>
                    </a:cubicBezTo>
                    <a:cubicBezTo>
                      <a:pt x="1501" y="2727"/>
                      <a:pt x="1549" y="2715"/>
                      <a:pt x="1584" y="2679"/>
                    </a:cubicBezTo>
                    <a:lnTo>
                      <a:pt x="3847" y="417"/>
                    </a:lnTo>
                    <a:cubicBezTo>
                      <a:pt x="3882" y="370"/>
                      <a:pt x="3966" y="346"/>
                      <a:pt x="4037" y="346"/>
                    </a:cubicBezTo>
                    <a:cubicBezTo>
                      <a:pt x="4109" y="346"/>
                      <a:pt x="4168" y="370"/>
                      <a:pt x="4228" y="417"/>
                    </a:cubicBezTo>
                    <a:lnTo>
                      <a:pt x="6049" y="2239"/>
                    </a:lnTo>
                    <a:cubicBezTo>
                      <a:pt x="6085" y="2275"/>
                      <a:pt x="6121" y="2358"/>
                      <a:pt x="6121" y="2429"/>
                    </a:cubicBezTo>
                    <a:cubicBezTo>
                      <a:pt x="6121" y="2501"/>
                      <a:pt x="6085" y="2560"/>
                      <a:pt x="6049" y="2620"/>
                    </a:cubicBezTo>
                    <a:lnTo>
                      <a:pt x="3775" y="4882"/>
                    </a:lnTo>
                    <a:cubicBezTo>
                      <a:pt x="3716" y="4942"/>
                      <a:pt x="3716" y="5049"/>
                      <a:pt x="3775" y="5120"/>
                    </a:cubicBezTo>
                    <a:lnTo>
                      <a:pt x="6049" y="7382"/>
                    </a:lnTo>
                    <a:cubicBezTo>
                      <a:pt x="6085" y="7430"/>
                      <a:pt x="6121" y="7501"/>
                      <a:pt x="6121" y="7573"/>
                    </a:cubicBezTo>
                    <a:cubicBezTo>
                      <a:pt x="6121" y="7656"/>
                      <a:pt x="6085" y="7716"/>
                      <a:pt x="6049" y="7775"/>
                    </a:cubicBezTo>
                    <a:lnTo>
                      <a:pt x="4228" y="9585"/>
                    </a:lnTo>
                    <a:cubicBezTo>
                      <a:pt x="4174" y="9639"/>
                      <a:pt x="4103" y="9665"/>
                      <a:pt x="4033" y="9665"/>
                    </a:cubicBezTo>
                    <a:cubicBezTo>
                      <a:pt x="3963" y="9665"/>
                      <a:pt x="3894" y="9639"/>
                      <a:pt x="3847" y="9585"/>
                    </a:cubicBezTo>
                    <a:lnTo>
                      <a:pt x="2989" y="8740"/>
                    </a:lnTo>
                    <a:cubicBezTo>
                      <a:pt x="2960" y="8710"/>
                      <a:pt x="2921" y="8695"/>
                      <a:pt x="2879" y="8695"/>
                    </a:cubicBezTo>
                    <a:cubicBezTo>
                      <a:pt x="2838" y="8695"/>
                      <a:pt x="2793" y="8710"/>
                      <a:pt x="2751" y="8740"/>
                    </a:cubicBezTo>
                    <a:cubicBezTo>
                      <a:pt x="2692" y="8799"/>
                      <a:pt x="2692" y="8906"/>
                      <a:pt x="2751" y="8978"/>
                    </a:cubicBezTo>
                    <a:lnTo>
                      <a:pt x="3608" y="9823"/>
                    </a:lnTo>
                    <a:cubicBezTo>
                      <a:pt x="3728" y="9942"/>
                      <a:pt x="3870" y="10002"/>
                      <a:pt x="4025" y="10002"/>
                    </a:cubicBezTo>
                    <a:cubicBezTo>
                      <a:pt x="4168" y="10002"/>
                      <a:pt x="4335" y="9942"/>
                      <a:pt x="4442" y="9823"/>
                    </a:cubicBezTo>
                    <a:lnTo>
                      <a:pt x="6252" y="8013"/>
                    </a:lnTo>
                    <a:cubicBezTo>
                      <a:pt x="6371" y="7894"/>
                      <a:pt x="6430" y="7740"/>
                      <a:pt x="6430" y="7597"/>
                    </a:cubicBezTo>
                    <a:cubicBezTo>
                      <a:pt x="6430" y="7430"/>
                      <a:pt x="6371" y="7275"/>
                      <a:pt x="6252" y="7180"/>
                    </a:cubicBezTo>
                    <a:lnTo>
                      <a:pt x="4109" y="4977"/>
                    </a:lnTo>
                    <a:lnTo>
                      <a:pt x="6252" y="2834"/>
                    </a:lnTo>
                    <a:cubicBezTo>
                      <a:pt x="6371" y="2715"/>
                      <a:pt x="6430" y="2560"/>
                      <a:pt x="6430" y="2417"/>
                    </a:cubicBezTo>
                    <a:cubicBezTo>
                      <a:pt x="6430" y="2251"/>
                      <a:pt x="6371" y="2096"/>
                      <a:pt x="6252" y="2001"/>
                    </a:cubicBezTo>
                    <a:lnTo>
                      <a:pt x="4442" y="179"/>
                    </a:lnTo>
                    <a:cubicBezTo>
                      <a:pt x="4323" y="60"/>
                      <a:pt x="4168" y="0"/>
                      <a:pt x="40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Google Shape;2493;p41"/>
              <p:cNvSpPr/>
              <p:nvPr/>
            </p:nvSpPr>
            <p:spPr>
              <a:xfrm>
                <a:off x="5779408" y="3699191"/>
                <a:ext cx="195134" cy="316883"/>
              </a:xfrm>
              <a:custGeom>
                <a:avLst/>
                <a:gdLst/>
                <a:ahLst/>
                <a:cxnLst/>
                <a:rect l="l" t="t" r="r" b="b"/>
                <a:pathLst>
                  <a:path w="6145" h="9979" extrusionOk="0">
                    <a:moveTo>
                      <a:pt x="2477" y="1"/>
                    </a:moveTo>
                    <a:cubicBezTo>
                      <a:pt x="2311" y="1"/>
                      <a:pt x="2156" y="60"/>
                      <a:pt x="2061" y="179"/>
                    </a:cubicBezTo>
                    <a:lnTo>
                      <a:pt x="239" y="2001"/>
                    </a:lnTo>
                    <a:cubicBezTo>
                      <a:pt x="1" y="2239"/>
                      <a:pt x="1" y="2608"/>
                      <a:pt x="239" y="2846"/>
                    </a:cubicBezTo>
                    <a:lnTo>
                      <a:pt x="2382" y="4989"/>
                    </a:lnTo>
                    <a:lnTo>
                      <a:pt x="239" y="7133"/>
                    </a:lnTo>
                    <a:cubicBezTo>
                      <a:pt x="1" y="7371"/>
                      <a:pt x="1" y="7752"/>
                      <a:pt x="239" y="7990"/>
                    </a:cubicBezTo>
                    <a:lnTo>
                      <a:pt x="2061" y="9800"/>
                    </a:lnTo>
                    <a:cubicBezTo>
                      <a:pt x="2180" y="9919"/>
                      <a:pt x="2323" y="9978"/>
                      <a:pt x="2477" y="9978"/>
                    </a:cubicBezTo>
                    <a:cubicBezTo>
                      <a:pt x="2620" y="9978"/>
                      <a:pt x="2787" y="9919"/>
                      <a:pt x="2882" y="9800"/>
                    </a:cubicBezTo>
                    <a:lnTo>
                      <a:pt x="5037" y="7656"/>
                    </a:lnTo>
                    <a:lnTo>
                      <a:pt x="5859" y="8490"/>
                    </a:lnTo>
                    <a:cubicBezTo>
                      <a:pt x="5895" y="8520"/>
                      <a:pt x="5936" y="8535"/>
                      <a:pt x="5978" y="8535"/>
                    </a:cubicBezTo>
                    <a:cubicBezTo>
                      <a:pt x="6020" y="8535"/>
                      <a:pt x="6061" y="8520"/>
                      <a:pt x="6097" y="8490"/>
                    </a:cubicBezTo>
                    <a:cubicBezTo>
                      <a:pt x="6145" y="8430"/>
                      <a:pt x="6145" y="8323"/>
                      <a:pt x="6085" y="8264"/>
                    </a:cubicBezTo>
                    <a:lnTo>
                      <a:pt x="5156" y="7335"/>
                    </a:lnTo>
                    <a:cubicBezTo>
                      <a:pt x="5121" y="7299"/>
                      <a:pt x="5073" y="7287"/>
                      <a:pt x="5037" y="7287"/>
                    </a:cubicBezTo>
                    <a:cubicBezTo>
                      <a:pt x="4990" y="7287"/>
                      <a:pt x="4942" y="7299"/>
                      <a:pt x="4918" y="7335"/>
                    </a:cubicBezTo>
                    <a:lnTo>
                      <a:pt x="2656" y="9597"/>
                    </a:lnTo>
                    <a:cubicBezTo>
                      <a:pt x="2608" y="9633"/>
                      <a:pt x="2537" y="9669"/>
                      <a:pt x="2454" y="9669"/>
                    </a:cubicBezTo>
                    <a:cubicBezTo>
                      <a:pt x="2382" y="9669"/>
                      <a:pt x="2323" y="9633"/>
                      <a:pt x="2263" y="9597"/>
                    </a:cubicBezTo>
                    <a:lnTo>
                      <a:pt x="453" y="7776"/>
                    </a:lnTo>
                    <a:cubicBezTo>
                      <a:pt x="346" y="7668"/>
                      <a:pt x="346" y="7490"/>
                      <a:pt x="453" y="7395"/>
                    </a:cubicBezTo>
                    <a:lnTo>
                      <a:pt x="2716" y="5132"/>
                    </a:lnTo>
                    <a:cubicBezTo>
                      <a:pt x="2739" y="5097"/>
                      <a:pt x="2751" y="5049"/>
                      <a:pt x="2751" y="5013"/>
                    </a:cubicBezTo>
                    <a:cubicBezTo>
                      <a:pt x="2751" y="4966"/>
                      <a:pt x="2739" y="4918"/>
                      <a:pt x="2716" y="4894"/>
                    </a:cubicBezTo>
                    <a:lnTo>
                      <a:pt x="453" y="2632"/>
                    </a:lnTo>
                    <a:cubicBezTo>
                      <a:pt x="346" y="2525"/>
                      <a:pt x="346" y="2346"/>
                      <a:pt x="453" y="2239"/>
                    </a:cubicBezTo>
                    <a:lnTo>
                      <a:pt x="2263" y="417"/>
                    </a:lnTo>
                    <a:cubicBezTo>
                      <a:pt x="2311" y="382"/>
                      <a:pt x="2382" y="346"/>
                      <a:pt x="2454" y="346"/>
                    </a:cubicBezTo>
                    <a:cubicBezTo>
                      <a:pt x="2537" y="346"/>
                      <a:pt x="2597" y="382"/>
                      <a:pt x="2656" y="417"/>
                    </a:cubicBezTo>
                    <a:lnTo>
                      <a:pt x="3168" y="941"/>
                    </a:lnTo>
                    <a:cubicBezTo>
                      <a:pt x="3198" y="971"/>
                      <a:pt x="3239" y="986"/>
                      <a:pt x="3283" y="986"/>
                    </a:cubicBezTo>
                    <a:cubicBezTo>
                      <a:pt x="3326" y="986"/>
                      <a:pt x="3370" y="971"/>
                      <a:pt x="3406" y="941"/>
                    </a:cubicBezTo>
                    <a:cubicBezTo>
                      <a:pt x="3466" y="882"/>
                      <a:pt x="3466" y="775"/>
                      <a:pt x="3406" y="703"/>
                    </a:cubicBezTo>
                    <a:lnTo>
                      <a:pt x="2882" y="179"/>
                    </a:lnTo>
                    <a:cubicBezTo>
                      <a:pt x="2775" y="60"/>
                      <a:pt x="2620" y="1"/>
                      <a:pt x="24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4" name="Google Shape;2494;p41"/>
            <p:cNvGrpSpPr/>
            <p:nvPr/>
          </p:nvGrpSpPr>
          <p:grpSpPr>
            <a:xfrm>
              <a:off x="8639032" y="4138442"/>
              <a:ext cx="209383" cy="366778"/>
              <a:chOff x="6275635" y="4282651"/>
              <a:chExt cx="209383" cy="366778"/>
            </a:xfrm>
          </p:grpSpPr>
          <p:sp>
            <p:nvSpPr>
              <p:cNvPr id="2495" name="Google Shape;2495;p41"/>
              <p:cNvSpPr/>
              <p:nvPr/>
            </p:nvSpPr>
            <p:spPr>
              <a:xfrm>
                <a:off x="6275635" y="4282651"/>
                <a:ext cx="89162" cy="366778"/>
              </a:xfrm>
              <a:custGeom>
                <a:avLst/>
                <a:gdLst/>
                <a:ahLst/>
                <a:cxnLst/>
                <a:rect l="l" t="t" r="r" b="b"/>
                <a:pathLst>
                  <a:path w="2799" h="11514" extrusionOk="0">
                    <a:moveTo>
                      <a:pt x="1382" y="1751"/>
                    </a:moveTo>
                    <a:cubicBezTo>
                      <a:pt x="1667" y="1917"/>
                      <a:pt x="1929" y="2084"/>
                      <a:pt x="2132" y="2275"/>
                    </a:cubicBezTo>
                    <a:lnTo>
                      <a:pt x="620" y="2275"/>
                    </a:lnTo>
                    <a:cubicBezTo>
                      <a:pt x="822" y="2084"/>
                      <a:pt x="1084" y="1917"/>
                      <a:pt x="1382" y="1751"/>
                    </a:cubicBezTo>
                    <a:close/>
                    <a:moveTo>
                      <a:pt x="2370" y="2620"/>
                    </a:moveTo>
                    <a:cubicBezTo>
                      <a:pt x="2465" y="2822"/>
                      <a:pt x="2489" y="3048"/>
                      <a:pt x="2382" y="3298"/>
                    </a:cubicBezTo>
                    <a:lnTo>
                      <a:pt x="381" y="3298"/>
                    </a:lnTo>
                    <a:cubicBezTo>
                      <a:pt x="298" y="3084"/>
                      <a:pt x="286" y="2858"/>
                      <a:pt x="381" y="2620"/>
                    </a:cubicBezTo>
                    <a:close/>
                    <a:moveTo>
                      <a:pt x="2144" y="3644"/>
                    </a:moveTo>
                    <a:cubicBezTo>
                      <a:pt x="1953" y="3834"/>
                      <a:pt x="1679" y="4001"/>
                      <a:pt x="1382" y="4168"/>
                    </a:cubicBezTo>
                    <a:cubicBezTo>
                      <a:pt x="1096" y="4001"/>
                      <a:pt x="822" y="3834"/>
                      <a:pt x="620" y="3644"/>
                    </a:cubicBezTo>
                    <a:close/>
                    <a:moveTo>
                      <a:pt x="2441" y="5918"/>
                    </a:moveTo>
                    <a:cubicBezTo>
                      <a:pt x="2334" y="6394"/>
                      <a:pt x="1893" y="6680"/>
                      <a:pt x="1382" y="6966"/>
                    </a:cubicBezTo>
                    <a:cubicBezTo>
                      <a:pt x="881" y="6680"/>
                      <a:pt x="429" y="6394"/>
                      <a:pt x="346" y="5918"/>
                    </a:cubicBezTo>
                    <a:close/>
                    <a:moveTo>
                      <a:pt x="1382" y="7347"/>
                    </a:moveTo>
                    <a:cubicBezTo>
                      <a:pt x="1679" y="7513"/>
                      <a:pt x="1953" y="7680"/>
                      <a:pt x="2144" y="7870"/>
                    </a:cubicBezTo>
                    <a:lnTo>
                      <a:pt x="620" y="7870"/>
                    </a:lnTo>
                    <a:cubicBezTo>
                      <a:pt x="822" y="7680"/>
                      <a:pt x="1096" y="7513"/>
                      <a:pt x="1382" y="7347"/>
                    </a:cubicBezTo>
                    <a:close/>
                    <a:moveTo>
                      <a:pt x="2394" y="8216"/>
                    </a:moveTo>
                    <a:cubicBezTo>
                      <a:pt x="2489" y="8454"/>
                      <a:pt x="2489" y="8680"/>
                      <a:pt x="2382" y="8894"/>
                    </a:cubicBezTo>
                    <a:lnTo>
                      <a:pt x="405" y="8894"/>
                    </a:lnTo>
                    <a:cubicBezTo>
                      <a:pt x="298" y="8656"/>
                      <a:pt x="298" y="8442"/>
                      <a:pt x="405" y="8216"/>
                    </a:cubicBezTo>
                    <a:close/>
                    <a:moveTo>
                      <a:pt x="2132" y="9240"/>
                    </a:moveTo>
                    <a:cubicBezTo>
                      <a:pt x="1929" y="9430"/>
                      <a:pt x="1667" y="9597"/>
                      <a:pt x="1382" y="9764"/>
                    </a:cubicBezTo>
                    <a:cubicBezTo>
                      <a:pt x="1096" y="9597"/>
                      <a:pt x="834" y="9430"/>
                      <a:pt x="620" y="9240"/>
                    </a:cubicBezTo>
                    <a:close/>
                    <a:moveTo>
                      <a:pt x="167" y="0"/>
                    </a:moveTo>
                    <a:cubicBezTo>
                      <a:pt x="72" y="0"/>
                      <a:pt x="0" y="72"/>
                      <a:pt x="0" y="167"/>
                    </a:cubicBezTo>
                    <a:cubicBezTo>
                      <a:pt x="0" y="846"/>
                      <a:pt x="524" y="1251"/>
                      <a:pt x="1072" y="1560"/>
                    </a:cubicBezTo>
                    <a:cubicBezTo>
                      <a:pt x="500" y="1894"/>
                      <a:pt x="0" y="2310"/>
                      <a:pt x="0" y="2965"/>
                    </a:cubicBezTo>
                    <a:cubicBezTo>
                      <a:pt x="0" y="3644"/>
                      <a:pt x="524" y="4049"/>
                      <a:pt x="1072" y="4358"/>
                    </a:cubicBezTo>
                    <a:cubicBezTo>
                      <a:pt x="524" y="4668"/>
                      <a:pt x="0" y="5072"/>
                      <a:pt x="0" y="5763"/>
                    </a:cubicBezTo>
                    <a:cubicBezTo>
                      <a:pt x="0" y="6442"/>
                      <a:pt x="524" y="6847"/>
                      <a:pt x="1072" y="7156"/>
                    </a:cubicBezTo>
                    <a:cubicBezTo>
                      <a:pt x="524" y="7466"/>
                      <a:pt x="0" y="7870"/>
                      <a:pt x="0" y="8549"/>
                    </a:cubicBezTo>
                    <a:cubicBezTo>
                      <a:pt x="0" y="8799"/>
                      <a:pt x="72" y="9002"/>
                      <a:pt x="179" y="9180"/>
                    </a:cubicBezTo>
                    <a:cubicBezTo>
                      <a:pt x="227" y="9240"/>
                      <a:pt x="322" y="9525"/>
                      <a:pt x="1072" y="9954"/>
                    </a:cubicBezTo>
                    <a:cubicBezTo>
                      <a:pt x="524" y="10264"/>
                      <a:pt x="0" y="10668"/>
                      <a:pt x="0" y="11359"/>
                    </a:cubicBezTo>
                    <a:cubicBezTo>
                      <a:pt x="0" y="11442"/>
                      <a:pt x="72" y="11514"/>
                      <a:pt x="167" y="11514"/>
                    </a:cubicBezTo>
                    <a:cubicBezTo>
                      <a:pt x="250" y="11514"/>
                      <a:pt x="322" y="11442"/>
                      <a:pt x="322" y="11359"/>
                    </a:cubicBezTo>
                    <a:cubicBezTo>
                      <a:pt x="322" y="10776"/>
                      <a:pt x="834" y="10466"/>
                      <a:pt x="1393" y="10145"/>
                    </a:cubicBezTo>
                    <a:cubicBezTo>
                      <a:pt x="1965" y="10466"/>
                      <a:pt x="2465" y="10776"/>
                      <a:pt x="2465" y="11359"/>
                    </a:cubicBezTo>
                    <a:cubicBezTo>
                      <a:pt x="2465" y="11442"/>
                      <a:pt x="2548" y="11514"/>
                      <a:pt x="2632" y="11514"/>
                    </a:cubicBezTo>
                    <a:cubicBezTo>
                      <a:pt x="2727" y="11514"/>
                      <a:pt x="2798" y="11442"/>
                      <a:pt x="2798" y="11359"/>
                    </a:cubicBezTo>
                    <a:cubicBezTo>
                      <a:pt x="2798" y="10668"/>
                      <a:pt x="2274" y="10264"/>
                      <a:pt x="1727" y="9954"/>
                    </a:cubicBezTo>
                    <a:cubicBezTo>
                      <a:pt x="2286" y="9633"/>
                      <a:pt x="2798" y="9216"/>
                      <a:pt x="2798" y="8561"/>
                    </a:cubicBezTo>
                    <a:cubicBezTo>
                      <a:pt x="2798" y="7870"/>
                      <a:pt x="2274" y="7466"/>
                      <a:pt x="1727" y="7156"/>
                    </a:cubicBezTo>
                    <a:cubicBezTo>
                      <a:pt x="2274" y="6847"/>
                      <a:pt x="2798" y="6442"/>
                      <a:pt x="2798" y="5763"/>
                    </a:cubicBezTo>
                    <a:cubicBezTo>
                      <a:pt x="2798" y="5608"/>
                      <a:pt x="2763" y="5465"/>
                      <a:pt x="2727" y="5346"/>
                    </a:cubicBezTo>
                    <a:cubicBezTo>
                      <a:pt x="2699" y="5273"/>
                      <a:pt x="2629" y="5227"/>
                      <a:pt x="2560" y="5227"/>
                    </a:cubicBezTo>
                    <a:cubicBezTo>
                      <a:pt x="2539" y="5227"/>
                      <a:pt x="2519" y="5231"/>
                      <a:pt x="2501" y="5239"/>
                    </a:cubicBezTo>
                    <a:cubicBezTo>
                      <a:pt x="2405" y="5263"/>
                      <a:pt x="2370" y="5370"/>
                      <a:pt x="2394" y="5465"/>
                    </a:cubicBezTo>
                    <a:cubicBezTo>
                      <a:pt x="2405" y="5501"/>
                      <a:pt x="2405" y="5549"/>
                      <a:pt x="2405" y="5596"/>
                    </a:cubicBezTo>
                    <a:lnTo>
                      <a:pt x="322" y="5596"/>
                    </a:lnTo>
                    <a:cubicBezTo>
                      <a:pt x="417" y="5132"/>
                      <a:pt x="881" y="4834"/>
                      <a:pt x="1370" y="4549"/>
                    </a:cubicBezTo>
                    <a:cubicBezTo>
                      <a:pt x="1560" y="4656"/>
                      <a:pt x="1774" y="4775"/>
                      <a:pt x="1929" y="4906"/>
                    </a:cubicBezTo>
                    <a:cubicBezTo>
                      <a:pt x="1960" y="4932"/>
                      <a:pt x="1998" y="4944"/>
                      <a:pt x="2035" y="4944"/>
                    </a:cubicBezTo>
                    <a:cubicBezTo>
                      <a:pt x="2084" y="4944"/>
                      <a:pt x="2134" y="4923"/>
                      <a:pt x="2167" y="4882"/>
                    </a:cubicBezTo>
                    <a:cubicBezTo>
                      <a:pt x="2227" y="4811"/>
                      <a:pt x="2215" y="4703"/>
                      <a:pt x="2144" y="4644"/>
                    </a:cubicBezTo>
                    <a:cubicBezTo>
                      <a:pt x="2001" y="4537"/>
                      <a:pt x="1858" y="4453"/>
                      <a:pt x="1703" y="4358"/>
                    </a:cubicBezTo>
                    <a:cubicBezTo>
                      <a:pt x="2263" y="4049"/>
                      <a:pt x="2775" y="3644"/>
                      <a:pt x="2775" y="2965"/>
                    </a:cubicBezTo>
                    <a:cubicBezTo>
                      <a:pt x="2775" y="2727"/>
                      <a:pt x="2703" y="2513"/>
                      <a:pt x="2596" y="2334"/>
                    </a:cubicBezTo>
                    <a:cubicBezTo>
                      <a:pt x="2560" y="2275"/>
                      <a:pt x="2441" y="1989"/>
                      <a:pt x="1703" y="1560"/>
                    </a:cubicBezTo>
                    <a:cubicBezTo>
                      <a:pt x="2263" y="1239"/>
                      <a:pt x="2798" y="846"/>
                      <a:pt x="2798" y="167"/>
                    </a:cubicBezTo>
                    <a:cubicBezTo>
                      <a:pt x="2798" y="72"/>
                      <a:pt x="2727" y="0"/>
                      <a:pt x="2632" y="0"/>
                    </a:cubicBezTo>
                    <a:cubicBezTo>
                      <a:pt x="2548" y="0"/>
                      <a:pt x="2465" y="72"/>
                      <a:pt x="2465" y="167"/>
                    </a:cubicBezTo>
                    <a:cubicBezTo>
                      <a:pt x="2465" y="739"/>
                      <a:pt x="1965" y="1060"/>
                      <a:pt x="1393" y="1370"/>
                    </a:cubicBezTo>
                    <a:cubicBezTo>
                      <a:pt x="834" y="1060"/>
                      <a:pt x="322" y="727"/>
                      <a:pt x="322" y="167"/>
                    </a:cubicBezTo>
                    <a:cubicBezTo>
                      <a:pt x="322" y="72"/>
                      <a:pt x="250" y="0"/>
                      <a:pt x="1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Google Shape;2496;p41"/>
              <p:cNvSpPr/>
              <p:nvPr/>
            </p:nvSpPr>
            <p:spPr>
              <a:xfrm>
                <a:off x="6395474" y="4282651"/>
                <a:ext cx="89544" cy="366778"/>
              </a:xfrm>
              <a:custGeom>
                <a:avLst/>
                <a:gdLst/>
                <a:ahLst/>
                <a:cxnLst/>
                <a:rect l="l" t="t" r="r" b="b"/>
                <a:pathLst>
                  <a:path w="2811" h="11514" extrusionOk="0">
                    <a:moveTo>
                      <a:pt x="2799" y="2906"/>
                    </a:moveTo>
                    <a:cubicBezTo>
                      <a:pt x="2799" y="2912"/>
                      <a:pt x="2802" y="2914"/>
                      <a:pt x="2803" y="2914"/>
                    </a:cubicBezTo>
                    <a:cubicBezTo>
                      <a:pt x="2805" y="2914"/>
                      <a:pt x="2805" y="2912"/>
                      <a:pt x="2799" y="2906"/>
                    </a:cubicBezTo>
                    <a:close/>
                    <a:moveTo>
                      <a:pt x="2453" y="3096"/>
                    </a:moveTo>
                    <a:cubicBezTo>
                      <a:pt x="2382" y="3584"/>
                      <a:pt x="1918" y="3870"/>
                      <a:pt x="1406" y="4168"/>
                    </a:cubicBezTo>
                    <a:cubicBezTo>
                      <a:pt x="882" y="3870"/>
                      <a:pt x="417" y="3584"/>
                      <a:pt x="346" y="3096"/>
                    </a:cubicBezTo>
                    <a:close/>
                    <a:moveTo>
                      <a:pt x="1394" y="4549"/>
                    </a:moveTo>
                    <a:cubicBezTo>
                      <a:pt x="1680" y="4715"/>
                      <a:pt x="1965" y="4882"/>
                      <a:pt x="2156" y="5072"/>
                    </a:cubicBezTo>
                    <a:lnTo>
                      <a:pt x="644" y="5072"/>
                    </a:lnTo>
                    <a:cubicBezTo>
                      <a:pt x="834" y="4882"/>
                      <a:pt x="1120" y="4715"/>
                      <a:pt x="1394" y="4549"/>
                    </a:cubicBezTo>
                    <a:close/>
                    <a:moveTo>
                      <a:pt x="2394" y="5418"/>
                    </a:moveTo>
                    <a:cubicBezTo>
                      <a:pt x="2501" y="5644"/>
                      <a:pt x="2501" y="5858"/>
                      <a:pt x="2394" y="6096"/>
                    </a:cubicBezTo>
                    <a:lnTo>
                      <a:pt x="406" y="6096"/>
                    </a:lnTo>
                    <a:cubicBezTo>
                      <a:pt x="298" y="5858"/>
                      <a:pt x="298" y="5644"/>
                      <a:pt x="406" y="5418"/>
                    </a:cubicBezTo>
                    <a:close/>
                    <a:moveTo>
                      <a:pt x="2156" y="6442"/>
                    </a:moveTo>
                    <a:cubicBezTo>
                      <a:pt x="1965" y="6632"/>
                      <a:pt x="1680" y="6799"/>
                      <a:pt x="1406" y="6966"/>
                    </a:cubicBezTo>
                    <a:cubicBezTo>
                      <a:pt x="1120" y="6799"/>
                      <a:pt x="846" y="6632"/>
                      <a:pt x="644" y="6442"/>
                    </a:cubicBezTo>
                    <a:close/>
                    <a:moveTo>
                      <a:pt x="1406" y="7347"/>
                    </a:moveTo>
                    <a:cubicBezTo>
                      <a:pt x="1906" y="7632"/>
                      <a:pt x="2358" y="7918"/>
                      <a:pt x="2453" y="8382"/>
                    </a:cubicBezTo>
                    <a:lnTo>
                      <a:pt x="358" y="8382"/>
                    </a:lnTo>
                    <a:cubicBezTo>
                      <a:pt x="453" y="7918"/>
                      <a:pt x="906" y="7632"/>
                      <a:pt x="1406" y="7347"/>
                    </a:cubicBezTo>
                    <a:close/>
                    <a:moveTo>
                      <a:pt x="2442" y="8716"/>
                    </a:moveTo>
                    <a:cubicBezTo>
                      <a:pt x="2370" y="9180"/>
                      <a:pt x="1906" y="9478"/>
                      <a:pt x="1406" y="9764"/>
                    </a:cubicBezTo>
                    <a:cubicBezTo>
                      <a:pt x="894" y="9478"/>
                      <a:pt x="429" y="9192"/>
                      <a:pt x="346" y="8716"/>
                    </a:cubicBezTo>
                    <a:close/>
                    <a:moveTo>
                      <a:pt x="179" y="0"/>
                    </a:moveTo>
                    <a:cubicBezTo>
                      <a:pt x="96" y="0"/>
                      <a:pt x="13" y="72"/>
                      <a:pt x="13" y="167"/>
                    </a:cubicBezTo>
                    <a:cubicBezTo>
                      <a:pt x="13" y="858"/>
                      <a:pt x="548" y="1251"/>
                      <a:pt x="1084" y="1560"/>
                    </a:cubicBezTo>
                    <a:cubicBezTo>
                      <a:pt x="953" y="1632"/>
                      <a:pt x="834" y="1715"/>
                      <a:pt x="715" y="1786"/>
                    </a:cubicBezTo>
                    <a:cubicBezTo>
                      <a:pt x="584" y="1870"/>
                      <a:pt x="656" y="2096"/>
                      <a:pt x="822" y="2096"/>
                    </a:cubicBezTo>
                    <a:cubicBezTo>
                      <a:pt x="906" y="2096"/>
                      <a:pt x="870" y="2072"/>
                      <a:pt x="1430" y="1751"/>
                    </a:cubicBezTo>
                    <a:cubicBezTo>
                      <a:pt x="1918" y="2036"/>
                      <a:pt x="2370" y="2310"/>
                      <a:pt x="2477" y="2751"/>
                    </a:cubicBezTo>
                    <a:lnTo>
                      <a:pt x="406" y="2751"/>
                    </a:lnTo>
                    <a:cubicBezTo>
                      <a:pt x="417" y="2703"/>
                      <a:pt x="417" y="2644"/>
                      <a:pt x="429" y="2608"/>
                    </a:cubicBezTo>
                    <a:cubicBezTo>
                      <a:pt x="477" y="2513"/>
                      <a:pt x="429" y="2429"/>
                      <a:pt x="346" y="2382"/>
                    </a:cubicBezTo>
                    <a:cubicBezTo>
                      <a:pt x="320" y="2369"/>
                      <a:pt x="295" y="2363"/>
                      <a:pt x="271" y="2363"/>
                    </a:cubicBezTo>
                    <a:cubicBezTo>
                      <a:pt x="208" y="2363"/>
                      <a:pt x="154" y="2404"/>
                      <a:pt x="120" y="2465"/>
                    </a:cubicBezTo>
                    <a:cubicBezTo>
                      <a:pt x="60" y="2608"/>
                      <a:pt x="36" y="2751"/>
                      <a:pt x="13" y="2917"/>
                    </a:cubicBezTo>
                    <a:lnTo>
                      <a:pt x="13" y="2929"/>
                    </a:lnTo>
                    <a:cubicBezTo>
                      <a:pt x="1" y="3620"/>
                      <a:pt x="489" y="4013"/>
                      <a:pt x="1084" y="4358"/>
                    </a:cubicBezTo>
                    <a:cubicBezTo>
                      <a:pt x="537" y="4668"/>
                      <a:pt x="13" y="5072"/>
                      <a:pt x="13" y="5763"/>
                    </a:cubicBezTo>
                    <a:cubicBezTo>
                      <a:pt x="13" y="6442"/>
                      <a:pt x="537" y="6847"/>
                      <a:pt x="1084" y="7156"/>
                    </a:cubicBezTo>
                    <a:cubicBezTo>
                      <a:pt x="513" y="7501"/>
                      <a:pt x="13" y="7882"/>
                      <a:pt x="13" y="8561"/>
                    </a:cubicBezTo>
                    <a:cubicBezTo>
                      <a:pt x="13" y="9240"/>
                      <a:pt x="537" y="9644"/>
                      <a:pt x="1084" y="9954"/>
                    </a:cubicBezTo>
                    <a:cubicBezTo>
                      <a:pt x="537" y="10264"/>
                      <a:pt x="13" y="10668"/>
                      <a:pt x="13" y="11359"/>
                    </a:cubicBezTo>
                    <a:cubicBezTo>
                      <a:pt x="13" y="11442"/>
                      <a:pt x="96" y="11514"/>
                      <a:pt x="179" y="11514"/>
                    </a:cubicBezTo>
                    <a:cubicBezTo>
                      <a:pt x="275" y="11514"/>
                      <a:pt x="346" y="11442"/>
                      <a:pt x="346" y="11359"/>
                    </a:cubicBezTo>
                    <a:cubicBezTo>
                      <a:pt x="346" y="10776"/>
                      <a:pt x="846" y="10466"/>
                      <a:pt x="1418" y="10145"/>
                    </a:cubicBezTo>
                    <a:cubicBezTo>
                      <a:pt x="1977" y="10466"/>
                      <a:pt x="2489" y="10776"/>
                      <a:pt x="2489" y="11359"/>
                    </a:cubicBezTo>
                    <a:cubicBezTo>
                      <a:pt x="2489" y="11442"/>
                      <a:pt x="2561" y="11514"/>
                      <a:pt x="2656" y="11514"/>
                    </a:cubicBezTo>
                    <a:cubicBezTo>
                      <a:pt x="2739" y="11514"/>
                      <a:pt x="2811" y="11442"/>
                      <a:pt x="2811" y="11359"/>
                    </a:cubicBezTo>
                    <a:cubicBezTo>
                      <a:pt x="2811" y="10668"/>
                      <a:pt x="2299" y="10264"/>
                      <a:pt x="1739" y="9954"/>
                    </a:cubicBezTo>
                    <a:cubicBezTo>
                      <a:pt x="2322" y="9609"/>
                      <a:pt x="2811" y="9228"/>
                      <a:pt x="2811" y="8537"/>
                    </a:cubicBezTo>
                    <a:cubicBezTo>
                      <a:pt x="2811" y="7859"/>
                      <a:pt x="2299" y="7466"/>
                      <a:pt x="1739" y="7144"/>
                    </a:cubicBezTo>
                    <a:cubicBezTo>
                      <a:pt x="2299" y="6835"/>
                      <a:pt x="2811" y="6430"/>
                      <a:pt x="2811" y="5739"/>
                    </a:cubicBezTo>
                    <a:cubicBezTo>
                      <a:pt x="2811" y="5061"/>
                      <a:pt x="2299" y="4656"/>
                      <a:pt x="1739" y="4346"/>
                    </a:cubicBezTo>
                    <a:cubicBezTo>
                      <a:pt x="2358" y="4001"/>
                      <a:pt x="2799" y="3632"/>
                      <a:pt x="2799" y="2906"/>
                    </a:cubicBezTo>
                    <a:cubicBezTo>
                      <a:pt x="2775" y="2251"/>
                      <a:pt x="2263" y="1870"/>
                      <a:pt x="1739" y="1560"/>
                    </a:cubicBezTo>
                    <a:cubicBezTo>
                      <a:pt x="2299" y="1251"/>
                      <a:pt x="2811" y="846"/>
                      <a:pt x="2811" y="167"/>
                    </a:cubicBezTo>
                    <a:cubicBezTo>
                      <a:pt x="2811" y="72"/>
                      <a:pt x="2739" y="0"/>
                      <a:pt x="2656" y="0"/>
                    </a:cubicBezTo>
                    <a:cubicBezTo>
                      <a:pt x="2561" y="0"/>
                      <a:pt x="2489" y="72"/>
                      <a:pt x="2489" y="167"/>
                    </a:cubicBezTo>
                    <a:cubicBezTo>
                      <a:pt x="2489" y="739"/>
                      <a:pt x="1977" y="1060"/>
                      <a:pt x="1418" y="1370"/>
                    </a:cubicBezTo>
                    <a:cubicBezTo>
                      <a:pt x="846" y="1060"/>
                      <a:pt x="346" y="727"/>
                      <a:pt x="346" y="167"/>
                    </a:cubicBezTo>
                    <a:cubicBezTo>
                      <a:pt x="346" y="72"/>
                      <a:pt x="275" y="0"/>
                      <a:pt x="17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7" name="Google Shape;2497;p41"/>
            <p:cNvGrpSpPr/>
            <p:nvPr/>
          </p:nvGrpSpPr>
          <p:grpSpPr>
            <a:xfrm>
              <a:off x="7329584" y="4559597"/>
              <a:ext cx="359579" cy="355852"/>
              <a:chOff x="5309250" y="2903170"/>
              <a:chExt cx="359579" cy="355852"/>
            </a:xfrm>
          </p:grpSpPr>
          <p:sp>
            <p:nvSpPr>
              <p:cNvPr id="2498" name="Google Shape;2498;p41"/>
              <p:cNvSpPr/>
              <p:nvPr/>
            </p:nvSpPr>
            <p:spPr>
              <a:xfrm>
                <a:off x="5410517" y="3006317"/>
                <a:ext cx="77854" cy="76452"/>
              </a:xfrm>
              <a:custGeom>
                <a:avLst/>
                <a:gdLst/>
                <a:ahLst/>
                <a:cxnLst/>
                <a:rect l="l" t="t" r="r" b="b"/>
                <a:pathLst>
                  <a:path w="2444" h="2400" extrusionOk="0">
                    <a:moveTo>
                      <a:pt x="1345" y="315"/>
                    </a:moveTo>
                    <a:cubicBezTo>
                      <a:pt x="1450" y="315"/>
                      <a:pt x="1549" y="346"/>
                      <a:pt x="1631" y="420"/>
                    </a:cubicBezTo>
                    <a:cubicBezTo>
                      <a:pt x="1905" y="634"/>
                      <a:pt x="2060" y="1206"/>
                      <a:pt x="2096" y="1622"/>
                    </a:cubicBezTo>
                    <a:cubicBezTo>
                      <a:pt x="2104" y="1923"/>
                      <a:pt x="1755" y="2071"/>
                      <a:pt x="1406" y="2071"/>
                    </a:cubicBezTo>
                    <a:cubicBezTo>
                      <a:pt x="1257" y="2071"/>
                      <a:pt x="1109" y="2045"/>
                      <a:pt x="988" y="1991"/>
                    </a:cubicBezTo>
                    <a:cubicBezTo>
                      <a:pt x="560" y="1801"/>
                      <a:pt x="381" y="1313"/>
                      <a:pt x="560" y="872"/>
                    </a:cubicBezTo>
                    <a:cubicBezTo>
                      <a:pt x="693" y="580"/>
                      <a:pt x="1042" y="315"/>
                      <a:pt x="1345" y="315"/>
                    </a:cubicBezTo>
                    <a:close/>
                    <a:moveTo>
                      <a:pt x="1344" y="1"/>
                    </a:moveTo>
                    <a:cubicBezTo>
                      <a:pt x="906" y="1"/>
                      <a:pt x="447" y="320"/>
                      <a:pt x="262" y="741"/>
                    </a:cubicBezTo>
                    <a:cubicBezTo>
                      <a:pt x="0" y="1336"/>
                      <a:pt x="262" y="2027"/>
                      <a:pt x="857" y="2289"/>
                    </a:cubicBezTo>
                    <a:cubicBezTo>
                      <a:pt x="1022" y="2363"/>
                      <a:pt x="1214" y="2400"/>
                      <a:pt x="1407" y="2400"/>
                    </a:cubicBezTo>
                    <a:cubicBezTo>
                      <a:pt x="1925" y="2400"/>
                      <a:pt x="2443" y="2134"/>
                      <a:pt x="2417" y="1622"/>
                    </a:cubicBezTo>
                    <a:cubicBezTo>
                      <a:pt x="2405" y="1134"/>
                      <a:pt x="2203" y="479"/>
                      <a:pt x="1858" y="182"/>
                    </a:cubicBezTo>
                    <a:cubicBezTo>
                      <a:pt x="1704" y="56"/>
                      <a:pt x="1526" y="1"/>
                      <a:pt x="13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Google Shape;2499;p41"/>
              <p:cNvSpPr/>
              <p:nvPr/>
            </p:nvSpPr>
            <p:spPr>
              <a:xfrm>
                <a:off x="5309250" y="2903170"/>
                <a:ext cx="359579" cy="355852"/>
              </a:xfrm>
              <a:custGeom>
                <a:avLst/>
                <a:gdLst/>
                <a:ahLst/>
                <a:cxnLst/>
                <a:rect l="l" t="t" r="r" b="b"/>
                <a:pathLst>
                  <a:path w="11288" h="11171" extrusionOk="0">
                    <a:moveTo>
                      <a:pt x="3691" y="336"/>
                    </a:moveTo>
                    <a:cubicBezTo>
                      <a:pt x="3775" y="336"/>
                      <a:pt x="3846" y="383"/>
                      <a:pt x="3870" y="455"/>
                    </a:cubicBezTo>
                    <a:lnTo>
                      <a:pt x="4084" y="991"/>
                    </a:lnTo>
                    <a:cubicBezTo>
                      <a:pt x="3953" y="1003"/>
                      <a:pt x="3846" y="1050"/>
                      <a:pt x="3739" y="1122"/>
                    </a:cubicBezTo>
                    <a:lnTo>
                      <a:pt x="3536" y="586"/>
                    </a:lnTo>
                    <a:cubicBezTo>
                      <a:pt x="3489" y="455"/>
                      <a:pt x="3572" y="336"/>
                      <a:pt x="3691" y="336"/>
                    </a:cubicBezTo>
                    <a:close/>
                    <a:moveTo>
                      <a:pt x="7834" y="436"/>
                    </a:moveTo>
                    <a:cubicBezTo>
                      <a:pt x="7859" y="436"/>
                      <a:pt x="7883" y="442"/>
                      <a:pt x="7906" y="455"/>
                    </a:cubicBezTo>
                    <a:cubicBezTo>
                      <a:pt x="7989" y="503"/>
                      <a:pt x="8037" y="598"/>
                      <a:pt x="7989" y="693"/>
                    </a:cubicBezTo>
                    <a:lnTo>
                      <a:pt x="7763" y="1217"/>
                    </a:lnTo>
                    <a:cubicBezTo>
                      <a:pt x="7668" y="1134"/>
                      <a:pt x="7561" y="1086"/>
                      <a:pt x="7418" y="1062"/>
                    </a:cubicBezTo>
                    <a:lnTo>
                      <a:pt x="7668" y="538"/>
                    </a:lnTo>
                    <a:cubicBezTo>
                      <a:pt x="7702" y="478"/>
                      <a:pt x="7769" y="436"/>
                      <a:pt x="7834" y="436"/>
                    </a:cubicBezTo>
                    <a:close/>
                    <a:moveTo>
                      <a:pt x="698" y="3177"/>
                    </a:moveTo>
                    <a:cubicBezTo>
                      <a:pt x="775" y="3177"/>
                      <a:pt x="883" y="3247"/>
                      <a:pt x="1298" y="3431"/>
                    </a:cubicBezTo>
                    <a:cubicBezTo>
                      <a:pt x="1250" y="3479"/>
                      <a:pt x="1227" y="3539"/>
                      <a:pt x="1191" y="3586"/>
                    </a:cubicBezTo>
                    <a:cubicBezTo>
                      <a:pt x="1191" y="3586"/>
                      <a:pt x="1167" y="3658"/>
                      <a:pt x="1155" y="3765"/>
                    </a:cubicBezTo>
                    <a:lnTo>
                      <a:pt x="631" y="3527"/>
                    </a:lnTo>
                    <a:cubicBezTo>
                      <a:pt x="477" y="3479"/>
                      <a:pt x="477" y="3253"/>
                      <a:pt x="631" y="3193"/>
                    </a:cubicBezTo>
                    <a:cubicBezTo>
                      <a:pt x="655" y="3183"/>
                      <a:pt x="675" y="3177"/>
                      <a:pt x="698" y="3177"/>
                    </a:cubicBezTo>
                    <a:close/>
                    <a:moveTo>
                      <a:pt x="10679" y="3437"/>
                    </a:moveTo>
                    <a:cubicBezTo>
                      <a:pt x="10755" y="3437"/>
                      <a:pt x="10841" y="3482"/>
                      <a:pt x="10871" y="3551"/>
                    </a:cubicBezTo>
                    <a:cubicBezTo>
                      <a:pt x="10906" y="3646"/>
                      <a:pt x="10847" y="3765"/>
                      <a:pt x="10764" y="3789"/>
                    </a:cubicBezTo>
                    <a:lnTo>
                      <a:pt x="10228" y="4003"/>
                    </a:lnTo>
                    <a:cubicBezTo>
                      <a:pt x="10216" y="3848"/>
                      <a:pt x="10168" y="3741"/>
                      <a:pt x="10097" y="3658"/>
                    </a:cubicBezTo>
                    <a:lnTo>
                      <a:pt x="10633" y="3443"/>
                    </a:lnTo>
                    <a:cubicBezTo>
                      <a:pt x="10647" y="3439"/>
                      <a:pt x="10663" y="3437"/>
                      <a:pt x="10679" y="3437"/>
                    </a:cubicBezTo>
                    <a:close/>
                    <a:moveTo>
                      <a:pt x="1060" y="7134"/>
                    </a:moveTo>
                    <a:cubicBezTo>
                      <a:pt x="1072" y="7265"/>
                      <a:pt x="1119" y="7372"/>
                      <a:pt x="1191" y="7480"/>
                    </a:cubicBezTo>
                    <a:lnTo>
                      <a:pt x="655" y="7682"/>
                    </a:lnTo>
                    <a:cubicBezTo>
                      <a:pt x="635" y="7694"/>
                      <a:pt x="612" y="7699"/>
                      <a:pt x="589" y="7699"/>
                    </a:cubicBezTo>
                    <a:cubicBezTo>
                      <a:pt x="518" y="7699"/>
                      <a:pt x="444" y="7650"/>
                      <a:pt x="417" y="7587"/>
                    </a:cubicBezTo>
                    <a:cubicBezTo>
                      <a:pt x="381" y="7492"/>
                      <a:pt x="429" y="7372"/>
                      <a:pt x="524" y="7349"/>
                    </a:cubicBezTo>
                    <a:lnTo>
                      <a:pt x="1060" y="7134"/>
                    </a:lnTo>
                    <a:close/>
                    <a:moveTo>
                      <a:pt x="10144" y="7361"/>
                    </a:moveTo>
                    <a:lnTo>
                      <a:pt x="10656" y="7599"/>
                    </a:lnTo>
                    <a:cubicBezTo>
                      <a:pt x="10811" y="7658"/>
                      <a:pt x="10811" y="7884"/>
                      <a:pt x="10656" y="7944"/>
                    </a:cubicBezTo>
                    <a:cubicBezTo>
                      <a:pt x="10637" y="7950"/>
                      <a:pt x="10619" y="7953"/>
                      <a:pt x="10601" y="7953"/>
                    </a:cubicBezTo>
                    <a:cubicBezTo>
                      <a:pt x="10506" y="7953"/>
                      <a:pt x="10398" y="7875"/>
                      <a:pt x="9990" y="7706"/>
                    </a:cubicBezTo>
                    <a:cubicBezTo>
                      <a:pt x="10061" y="7611"/>
                      <a:pt x="10121" y="7515"/>
                      <a:pt x="10144" y="7361"/>
                    </a:cubicBezTo>
                    <a:close/>
                    <a:moveTo>
                      <a:pt x="3536" y="9920"/>
                    </a:moveTo>
                    <a:cubicBezTo>
                      <a:pt x="3620" y="9992"/>
                      <a:pt x="3727" y="10051"/>
                      <a:pt x="3870" y="10063"/>
                    </a:cubicBezTo>
                    <a:lnTo>
                      <a:pt x="3620" y="10587"/>
                    </a:lnTo>
                    <a:cubicBezTo>
                      <a:pt x="3584" y="10658"/>
                      <a:pt x="3522" y="10696"/>
                      <a:pt x="3454" y="10696"/>
                    </a:cubicBezTo>
                    <a:cubicBezTo>
                      <a:pt x="3430" y="10696"/>
                      <a:pt x="3406" y="10691"/>
                      <a:pt x="3382" y="10682"/>
                    </a:cubicBezTo>
                    <a:cubicBezTo>
                      <a:pt x="3298" y="10635"/>
                      <a:pt x="3251" y="10528"/>
                      <a:pt x="3298" y="10444"/>
                    </a:cubicBezTo>
                    <a:lnTo>
                      <a:pt x="3536" y="9920"/>
                    </a:lnTo>
                    <a:close/>
                    <a:moveTo>
                      <a:pt x="7549" y="10016"/>
                    </a:moveTo>
                    <a:cubicBezTo>
                      <a:pt x="7727" y="10528"/>
                      <a:pt x="7799" y="10575"/>
                      <a:pt x="7763" y="10694"/>
                    </a:cubicBezTo>
                    <a:cubicBezTo>
                      <a:pt x="7728" y="10770"/>
                      <a:pt x="7659" y="10809"/>
                      <a:pt x="7590" y="10809"/>
                    </a:cubicBezTo>
                    <a:cubicBezTo>
                      <a:pt x="7519" y="10809"/>
                      <a:pt x="7448" y="10767"/>
                      <a:pt x="7418" y="10682"/>
                    </a:cubicBezTo>
                    <a:lnTo>
                      <a:pt x="7204" y="10147"/>
                    </a:lnTo>
                    <a:cubicBezTo>
                      <a:pt x="7346" y="10123"/>
                      <a:pt x="7442" y="10087"/>
                      <a:pt x="7549" y="10016"/>
                    </a:cubicBezTo>
                    <a:close/>
                    <a:moveTo>
                      <a:pt x="3696" y="1"/>
                    </a:moveTo>
                    <a:cubicBezTo>
                      <a:pt x="3631" y="1"/>
                      <a:pt x="3565" y="13"/>
                      <a:pt x="3501" y="38"/>
                    </a:cubicBezTo>
                    <a:cubicBezTo>
                      <a:pt x="3239" y="145"/>
                      <a:pt x="3096" y="443"/>
                      <a:pt x="3203" y="705"/>
                    </a:cubicBezTo>
                    <a:lnTo>
                      <a:pt x="3477" y="1407"/>
                    </a:lnTo>
                    <a:cubicBezTo>
                      <a:pt x="3239" y="1753"/>
                      <a:pt x="3203" y="1765"/>
                      <a:pt x="2846" y="1824"/>
                    </a:cubicBezTo>
                    <a:cubicBezTo>
                      <a:pt x="2655" y="1848"/>
                      <a:pt x="2429" y="1896"/>
                      <a:pt x="2286" y="2050"/>
                    </a:cubicBezTo>
                    <a:cubicBezTo>
                      <a:pt x="2012" y="2300"/>
                      <a:pt x="2060" y="2741"/>
                      <a:pt x="1929" y="2955"/>
                    </a:cubicBezTo>
                    <a:cubicBezTo>
                      <a:pt x="1870" y="3027"/>
                      <a:pt x="1762" y="3098"/>
                      <a:pt x="1643" y="3181"/>
                    </a:cubicBezTo>
                    <a:cubicBezTo>
                      <a:pt x="1631" y="3193"/>
                      <a:pt x="1608" y="3205"/>
                      <a:pt x="1584" y="3217"/>
                    </a:cubicBezTo>
                    <a:lnTo>
                      <a:pt x="893" y="2920"/>
                    </a:lnTo>
                    <a:cubicBezTo>
                      <a:pt x="830" y="2888"/>
                      <a:pt x="761" y="2873"/>
                      <a:pt x="692" y="2873"/>
                    </a:cubicBezTo>
                    <a:cubicBezTo>
                      <a:pt x="630" y="2873"/>
                      <a:pt x="568" y="2885"/>
                      <a:pt x="512" y="2908"/>
                    </a:cubicBezTo>
                    <a:cubicBezTo>
                      <a:pt x="84" y="3074"/>
                      <a:pt x="60" y="3670"/>
                      <a:pt x="477" y="3860"/>
                    </a:cubicBezTo>
                    <a:lnTo>
                      <a:pt x="1167" y="4158"/>
                    </a:lnTo>
                    <a:cubicBezTo>
                      <a:pt x="1239" y="4563"/>
                      <a:pt x="1239" y="4586"/>
                      <a:pt x="1012" y="4920"/>
                    </a:cubicBezTo>
                    <a:cubicBezTo>
                      <a:pt x="893" y="5086"/>
                      <a:pt x="774" y="5265"/>
                      <a:pt x="774" y="5467"/>
                    </a:cubicBezTo>
                    <a:cubicBezTo>
                      <a:pt x="762" y="5825"/>
                      <a:pt x="1119" y="6122"/>
                      <a:pt x="1167" y="6360"/>
                    </a:cubicBezTo>
                    <a:cubicBezTo>
                      <a:pt x="1179" y="6479"/>
                      <a:pt x="1155" y="6646"/>
                      <a:pt x="1108" y="6777"/>
                    </a:cubicBezTo>
                    <a:lnTo>
                      <a:pt x="405" y="7051"/>
                    </a:lnTo>
                    <a:cubicBezTo>
                      <a:pt x="143" y="7146"/>
                      <a:pt x="0" y="7444"/>
                      <a:pt x="107" y="7718"/>
                    </a:cubicBezTo>
                    <a:cubicBezTo>
                      <a:pt x="190" y="7920"/>
                      <a:pt x="386" y="8051"/>
                      <a:pt x="592" y="8051"/>
                    </a:cubicBezTo>
                    <a:cubicBezTo>
                      <a:pt x="653" y="8051"/>
                      <a:pt x="714" y="8040"/>
                      <a:pt x="774" y="8015"/>
                    </a:cubicBezTo>
                    <a:lnTo>
                      <a:pt x="1477" y="7742"/>
                    </a:lnTo>
                    <a:cubicBezTo>
                      <a:pt x="1822" y="7980"/>
                      <a:pt x="1834" y="8015"/>
                      <a:pt x="1893" y="8373"/>
                    </a:cubicBezTo>
                    <a:cubicBezTo>
                      <a:pt x="1989" y="8932"/>
                      <a:pt x="2131" y="9075"/>
                      <a:pt x="2667" y="9194"/>
                    </a:cubicBezTo>
                    <a:cubicBezTo>
                      <a:pt x="3036" y="9277"/>
                      <a:pt x="3060" y="9289"/>
                      <a:pt x="3274" y="9647"/>
                    </a:cubicBezTo>
                    <a:lnTo>
                      <a:pt x="2977" y="10337"/>
                    </a:lnTo>
                    <a:cubicBezTo>
                      <a:pt x="2815" y="10691"/>
                      <a:pt x="3091" y="11053"/>
                      <a:pt x="3439" y="11053"/>
                    </a:cubicBezTo>
                    <a:cubicBezTo>
                      <a:pt x="3502" y="11053"/>
                      <a:pt x="3567" y="11041"/>
                      <a:pt x="3632" y="11016"/>
                    </a:cubicBezTo>
                    <a:cubicBezTo>
                      <a:pt x="3775" y="10980"/>
                      <a:pt x="3858" y="10873"/>
                      <a:pt x="3917" y="10754"/>
                    </a:cubicBezTo>
                    <a:lnTo>
                      <a:pt x="4215" y="10063"/>
                    </a:lnTo>
                    <a:cubicBezTo>
                      <a:pt x="4361" y="10038"/>
                      <a:pt x="4457" y="10021"/>
                      <a:pt x="4536" y="10021"/>
                    </a:cubicBezTo>
                    <a:cubicBezTo>
                      <a:pt x="4677" y="10021"/>
                      <a:pt x="4764" y="10073"/>
                      <a:pt x="4977" y="10218"/>
                    </a:cubicBezTo>
                    <a:cubicBezTo>
                      <a:pt x="5204" y="10377"/>
                      <a:pt x="5367" y="10458"/>
                      <a:pt x="5538" y="10458"/>
                    </a:cubicBezTo>
                    <a:cubicBezTo>
                      <a:pt x="5699" y="10458"/>
                      <a:pt x="5865" y="10386"/>
                      <a:pt x="6096" y="10242"/>
                    </a:cubicBezTo>
                    <a:cubicBezTo>
                      <a:pt x="6280" y="10126"/>
                      <a:pt x="6363" y="10080"/>
                      <a:pt x="6476" y="10080"/>
                    </a:cubicBezTo>
                    <a:cubicBezTo>
                      <a:pt x="6560" y="10080"/>
                      <a:pt x="6661" y="10106"/>
                      <a:pt x="6834" y="10147"/>
                    </a:cubicBezTo>
                    <a:lnTo>
                      <a:pt x="7108" y="10837"/>
                    </a:lnTo>
                    <a:cubicBezTo>
                      <a:pt x="7180" y="11051"/>
                      <a:pt x="7370" y="11171"/>
                      <a:pt x="7585" y="11171"/>
                    </a:cubicBezTo>
                    <a:cubicBezTo>
                      <a:pt x="7942" y="11171"/>
                      <a:pt x="8192" y="10813"/>
                      <a:pt x="8061" y="10468"/>
                    </a:cubicBezTo>
                    <a:lnTo>
                      <a:pt x="7787" y="9766"/>
                    </a:lnTo>
                    <a:cubicBezTo>
                      <a:pt x="8025" y="9432"/>
                      <a:pt x="8061" y="9408"/>
                      <a:pt x="8418" y="9349"/>
                    </a:cubicBezTo>
                    <a:cubicBezTo>
                      <a:pt x="8978" y="9266"/>
                      <a:pt x="9109" y="9111"/>
                      <a:pt x="9228" y="8575"/>
                    </a:cubicBezTo>
                    <a:cubicBezTo>
                      <a:pt x="9323" y="8206"/>
                      <a:pt x="9335" y="8194"/>
                      <a:pt x="9692" y="7968"/>
                    </a:cubicBezTo>
                    <a:cubicBezTo>
                      <a:pt x="10198" y="8180"/>
                      <a:pt x="10406" y="8313"/>
                      <a:pt x="10595" y="8313"/>
                    </a:cubicBezTo>
                    <a:cubicBezTo>
                      <a:pt x="10650" y="8313"/>
                      <a:pt x="10704" y="8302"/>
                      <a:pt x="10764" y="8277"/>
                    </a:cubicBezTo>
                    <a:cubicBezTo>
                      <a:pt x="11192" y="8075"/>
                      <a:pt x="11216" y="7480"/>
                      <a:pt x="10799" y="7301"/>
                    </a:cubicBezTo>
                    <a:lnTo>
                      <a:pt x="10109" y="7003"/>
                    </a:lnTo>
                    <a:cubicBezTo>
                      <a:pt x="10037" y="6599"/>
                      <a:pt x="10037" y="6575"/>
                      <a:pt x="10263" y="6241"/>
                    </a:cubicBezTo>
                    <a:cubicBezTo>
                      <a:pt x="10573" y="5801"/>
                      <a:pt x="10597" y="5622"/>
                      <a:pt x="10287" y="5134"/>
                    </a:cubicBezTo>
                    <a:cubicBezTo>
                      <a:pt x="10085" y="4801"/>
                      <a:pt x="10097" y="4789"/>
                      <a:pt x="10180" y="4384"/>
                    </a:cubicBezTo>
                    <a:lnTo>
                      <a:pt x="10883" y="4122"/>
                    </a:lnTo>
                    <a:cubicBezTo>
                      <a:pt x="11156" y="4015"/>
                      <a:pt x="11287" y="3717"/>
                      <a:pt x="11180" y="3443"/>
                    </a:cubicBezTo>
                    <a:cubicBezTo>
                      <a:pt x="11097" y="3239"/>
                      <a:pt x="10898" y="3115"/>
                      <a:pt x="10690" y="3115"/>
                    </a:cubicBezTo>
                    <a:cubicBezTo>
                      <a:pt x="10631" y="3115"/>
                      <a:pt x="10571" y="3125"/>
                      <a:pt x="10513" y="3146"/>
                    </a:cubicBezTo>
                    <a:lnTo>
                      <a:pt x="9811" y="3420"/>
                    </a:lnTo>
                    <a:cubicBezTo>
                      <a:pt x="9466" y="3181"/>
                      <a:pt x="9454" y="3146"/>
                      <a:pt x="9394" y="2789"/>
                    </a:cubicBezTo>
                    <a:cubicBezTo>
                      <a:pt x="9311" y="2229"/>
                      <a:pt x="9156" y="2086"/>
                      <a:pt x="8620" y="1979"/>
                    </a:cubicBezTo>
                    <a:cubicBezTo>
                      <a:pt x="8251" y="1884"/>
                      <a:pt x="8239" y="1872"/>
                      <a:pt x="8013" y="1515"/>
                    </a:cubicBezTo>
                    <a:lnTo>
                      <a:pt x="8311" y="824"/>
                    </a:lnTo>
                    <a:cubicBezTo>
                      <a:pt x="8430" y="574"/>
                      <a:pt x="8311" y="264"/>
                      <a:pt x="8037" y="157"/>
                    </a:cubicBezTo>
                    <a:cubicBezTo>
                      <a:pt x="7971" y="126"/>
                      <a:pt x="7901" y="111"/>
                      <a:pt x="7831" y="111"/>
                    </a:cubicBezTo>
                    <a:cubicBezTo>
                      <a:pt x="7638" y="111"/>
                      <a:pt x="7449" y="226"/>
                      <a:pt x="7370" y="419"/>
                    </a:cubicBezTo>
                    <a:lnTo>
                      <a:pt x="7073" y="1110"/>
                    </a:lnTo>
                    <a:cubicBezTo>
                      <a:pt x="6927" y="1135"/>
                      <a:pt x="6831" y="1152"/>
                      <a:pt x="6751" y="1152"/>
                    </a:cubicBezTo>
                    <a:cubicBezTo>
                      <a:pt x="6611" y="1152"/>
                      <a:pt x="6524" y="1100"/>
                      <a:pt x="6311" y="955"/>
                    </a:cubicBezTo>
                    <a:lnTo>
                      <a:pt x="6180" y="872"/>
                    </a:lnTo>
                    <a:cubicBezTo>
                      <a:pt x="6152" y="853"/>
                      <a:pt x="6119" y="844"/>
                      <a:pt x="6087" y="844"/>
                    </a:cubicBezTo>
                    <a:cubicBezTo>
                      <a:pt x="6034" y="844"/>
                      <a:pt x="5983" y="868"/>
                      <a:pt x="5953" y="919"/>
                    </a:cubicBezTo>
                    <a:cubicBezTo>
                      <a:pt x="5918" y="991"/>
                      <a:pt x="5930" y="1098"/>
                      <a:pt x="6001" y="1134"/>
                    </a:cubicBezTo>
                    <a:lnTo>
                      <a:pt x="6132" y="1229"/>
                    </a:lnTo>
                    <a:cubicBezTo>
                      <a:pt x="6389" y="1406"/>
                      <a:pt x="6533" y="1474"/>
                      <a:pt x="6731" y="1474"/>
                    </a:cubicBezTo>
                    <a:cubicBezTo>
                      <a:pt x="6826" y="1474"/>
                      <a:pt x="6933" y="1458"/>
                      <a:pt x="7073" y="1431"/>
                    </a:cubicBezTo>
                    <a:cubicBezTo>
                      <a:pt x="7189" y="1411"/>
                      <a:pt x="7278" y="1397"/>
                      <a:pt x="7350" y="1397"/>
                    </a:cubicBezTo>
                    <a:cubicBezTo>
                      <a:pt x="7531" y="1397"/>
                      <a:pt x="7614" y="1481"/>
                      <a:pt x="7775" y="1753"/>
                    </a:cubicBezTo>
                    <a:cubicBezTo>
                      <a:pt x="8013" y="2122"/>
                      <a:pt x="8120" y="2193"/>
                      <a:pt x="8561" y="2300"/>
                    </a:cubicBezTo>
                    <a:cubicBezTo>
                      <a:pt x="8966" y="2384"/>
                      <a:pt x="9013" y="2419"/>
                      <a:pt x="9085" y="2848"/>
                    </a:cubicBezTo>
                    <a:cubicBezTo>
                      <a:pt x="9109" y="3015"/>
                      <a:pt x="9144" y="3181"/>
                      <a:pt x="9228" y="3324"/>
                    </a:cubicBezTo>
                    <a:cubicBezTo>
                      <a:pt x="9370" y="3551"/>
                      <a:pt x="9621" y="3658"/>
                      <a:pt x="9799" y="3812"/>
                    </a:cubicBezTo>
                    <a:cubicBezTo>
                      <a:pt x="9882" y="3908"/>
                      <a:pt x="9906" y="3932"/>
                      <a:pt x="9906" y="3955"/>
                    </a:cubicBezTo>
                    <a:cubicBezTo>
                      <a:pt x="9906" y="3955"/>
                      <a:pt x="9930" y="4015"/>
                      <a:pt x="9906" y="4193"/>
                    </a:cubicBezTo>
                    <a:cubicBezTo>
                      <a:pt x="9859" y="4444"/>
                      <a:pt x="9787" y="4634"/>
                      <a:pt x="9823" y="4860"/>
                    </a:cubicBezTo>
                    <a:cubicBezTo>
                      <a:pt x="9882" y="5194"/>
                      <a:pt x="10216" y="5467"/>
                      <a:pt x="10204" y="5694"/>
                    </a:cubicBezTo>
                    <a:cubicBezTo>
                      <a:pt x="10204" y="5920"/>
                      <a:pt x="9859" y="6170"/>
                      <a:pt x="9787" y="6515"/>
                    </a:cubicBezTo>
                    <a:cubicBezTo>
                      <a:pt x="9704" y="6813"/>
                      <a:pt x="9906" y="7241"/>
                      <a:pt x="9811" y="7420"/>
                    </a:cubicBezTo>
                    <a:cubicBezTo>
                      <a:pt x="9728" y="7611"/>
                      <a:pt x="9275" y="7777"/>
                      <a:pt x="9109" y="8015"/>
                    </a:cubicBezTo>
                    <a:cubicBezTo>
                      <a:pt x="8918" y="8277"/>
                      <a:pt x="8954" y="8718"/>
                      <a:pt x="8787" y="8873"/>
                    </a:cubicBezTo>
                    <a:cubicBezTo>
                      <a:pt x="8620" y="9027"/>
                      <a:pt x="8192" y="8980"/>
                      <a:pt x="7906" y="9158"/>
                    </a:cubicBezTo>
                    <a:cubicBezTo>
                      <a:pt x="7644" y="9325"/>
                      <a:pt x="7477" y="9754"/>
                      <a:pt x="7287" y="9825"/>
                    </a:cubicBezTo>
                    <a:cubicBezTo>
                      <a:pt x="7254" y="9840"/>
                      <a:pt x="7210" y="9846"/>
                      <a:pt x="7163" y="9846"/>
                    </a:cubicBezTo>
                    <a:cubicBezTo>
                      <a:pt x="7058" y="9846"/>
                      <a:pt x="6936" y="9818"/>
                      <a:pt x="6870" y="9801"/>
                    </a:cubicBezTo>
                    <a:cubicBezTo>
                      <a:pt x="6712" y="9764"/>
                      <a:pt x="6595" y="9744"/>
                      <a:pt x="6493" y="9744"/>
                    </a:cubicBezTo>
                    <a:cubicBezTo>
                      <a:pt x="6304" y="9744"/>
                      <a:pt x="6170" y="9813"/>
                      <a:pt x="5930" y="9968"/>
                    </a:cubicBezTo>
                    <a:cubicBezTo>
                      <a:pt x="5756" y="10072"/>
                      <a:pt x="5655" y="10126"/>
                      <a:pt x="5557" y="10126"/>
                    </a:cubicBezTo>
                    <a:cubicBezTo>
                      <a:pt x="5453" y="10126"/>
                      <a:pt x="5351" y="10066"/>
                      <a:pt x="5168" y="9944"/>
                    </a:cubicBezTo>
                    <a:cubicBezTo>
                      <a:pt x="4918" y="9767"/>
                      <a:pt x="4777" y="9704"/>
                      <a:pt x="4576" y="9704"/>
                    </a:cubicBezTo>
                    <a:cubicBezTo>
                      <a:pt x="4480" y="9704"/>
                      <a:pt x="4370" y="9719"/>
                      <a:pt x="4227" y="9742"/>
                    </a:cubicBezTo>
                    <a:cubicBezTo>
                      <a:pt x="4095" y="9764"/>
                      <a:pt x="4008" y="9771"/>
                      <a:pt x="3947" y="9771"/>
                    </a:cubicBezTo>
                    <a:cubicBezTo>
                      <a:pt x="3843" y="9771"/>
                      <a:pt x="3821" y="9749"/>
                      <a:pt x="3798" y="9742"/>
                    </a:cubicBezTo>
                    <a:cubicBezTo>
                      <a:pt x="3608" y="9647"/>
                      <a:pt x="3453" y="9218"/>
                      <a:pt x="3203" y="9039"/>
                    </a:cubicBezTo>
                    <a:cubicBezTo>
                      <a:pt x="2941" y="8849"/>
                      <a:pt x="2501" y="8873"/>
                      <a:pt x="2346" y="8718"/>
                    </a:cubicBezTo>
                    <a:cubicBezTo>
                      <a:pt x="2191" y="8551"/>
                      <a:pt x="2239" y="8123"/>
                      <a:pt x="2060" y="7837"/>
                    </a:cubicBezTo>
                    <a:cubicBezTo>
                      <a:pt x="1941" y="7646"/>
                      <a:pt x="1750" y="7551"/>
                      <a:pt x="1548" y="7384"/>
                    </a:cubicBezTo>
                    <a:cubicBezTo>
                      <a:pt x="1417" y="7265"/>
                      <a:pt x="1393" y="7206"/>
                      <a:pt x="1393" y="7206"/>
                    </a:cubicBezTo>
                    <a:cubicBezTo>
                      <a:pt x="1310" y="7015"/>
                      <a:pt x="1524" y="6599"/>
                      <a:pt x="1465" y="6301"/>
                    </a:cubicBezTo>
                    <a:cubicBezTo>
                      <a:pt x="1405" y="5979"/>
                      <a:pt x="1072" y="5694"/>
                      <a:pt x="1096" y="5467"/>
                    </a:cubicBezTo>
                    <a:cubicBezTo>
                      <a:pt x="1096" y="5241"/>
                      <a:pt x="1429" y="4991"/>
                      <a:pt x="1512" y="4646"/>
                    </a:cubicBezTo>
                    <a:cubicBezTo>
                      <a:pt x="1584" y="4336"/>
                      <a:pt x="1393" y="3932"/>
                      <a:pt x="1477" y="3741"/>
                    </a:cubicBezTo>
                    <a:cubicBezTo>
                      <a:pt x="1572" y="3551"/>
                      <a:pt x="2001" y="3396"/>
                      <a:pt x="2179" y="3146"/>
                    </a:cubicBezTo>
                    <a:cubicBezTo>
                      <a:pt x="2370" y="2884"/>
                      <a:pt x="2346" y="2443"/>
                      <a:pt x="2501" y="2288"/>
                    </a:cubicBezTo>
                    <a:cubicBezTo>
                      <a:pt x="2667" y="2134"/>
                      <a:pt x="3096" y="2181"/>
                      <a:pt x="3382" y="2003"/>
                    </a:cubicBezTo>
                    <a:cubicBezTo>
                      <a:pt x="3608" y="1872"/>
                      <a:pt x="3715" y="1610"/>
                      <a:pt x="3870" y="1431"/>
                    </a:cubicBezTo>
                    <a:cubicBezTo>
                      <a:pt x="3944" y="1357"/>
                      <a:pt x="3995" y="1320"/>
                      <a:pt x="4116" y="1320"/>
                    </a:cubicBezTo>
                    <a:cubicBezTo>
                      <a:pt x="4189" y="1320"/>
                      <a:pt x="4287" y="1333"/>
                      <a:pt x="4429" y="1360"/>
                    </a:cubicBezTo>
                    <a:cubicBezTo>
                      <a:pt x="4543" y="1395"/>
                      <a:pt x="4662" y="1417"/>
                      <a:pt x="4784" y="1417"/>
                    </a:cubicBezTo>
                    <a:cubicBezTo>
                      <a:pt x="4828" y="1417"/>
                      <a:pt x="4873" y="1414"/>
                      <a:pt x="4918" y="1407"/>
                    </a:cubicBezTo>
                    <a:cubicBezTo>
                      <a:pt x="5144" y="1360"/>
                      <a:pt x="5322" y="1217"/>
                      <a:pt x="5513" y="1110"/>
                    </a:cubicBezTo>
                    <a:cubicBezTo>
                      <a:pt x="5584" y="1062"/>
                      <a:pt x="5620" y="955"/>
                      <a:pt x="5572" y="884"/>
                    </a:cubicBezTo>
                    <a:cubicBezTo>
                      <a:pt x="5540" y="835"/>
                      <a:pt x="5479" y="802"/>
                      <a:pt x="5421" y="802"/>
                    </a:cubicBezTo>
                    <a:cubicBezTo>
                      <a:pt x="5395" y="802"/>
                      <a:pt x="5369" y="809"/>
                      <a:pt x="5346" y="824"/>
                    </a:cubicBezTo>
                    <a:cubicBezTo>
                      <a:pt x="5023" y="1010"/>
                      <a:pt x="4963" y="1086"/>
                      <a:pt x="4794" y="1086"/>
                    </a:cubicBezTo>
                    <a:cubicBezTo>
                      <a:pt x="4714" y="1086"/>
                      <a:pt x="4610" y="1069"/>
                      <a:pt x="4441" y="1038"/>
                    </a:cubicBezTo>
                    <a:lnTo>
                      <a:pt x="4167" y="336"/>
                    </a:lnTo>
                    <a:cubicBezTo>
                      <a:pt x="4095" y="127"/>
                      <a:pt x="3904" y="1"/>
                      <a:pt x="36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Google Shape;2500;p41"/>
              <p:cNvSpPr/>
              <p:nvPr/>
            </p:nvSpPr>
            <p:spPr>
              <a:xfrm>
                <a:off x="5466263" y="3032979"/>
                <a:ext cx="127101" cy="146214"/>
              </a:xfrm>
              <a:custGeom>
                <a:avLst/>
                <a:gdLst/>
                <a:ahLst/>
                <a:cxnLst/>
                <a:rect l="l" t="t" r="r" b="b"/>
                <a:pathLst>
                  <a:path w="3990" h="4590" extrusionOk="0">
                    <a:moveTo>
                      <a:pt x="2681" y="1"/>
                    </a:moveTo>
                    <a:cubicBezTo>
                      <a:pt x="2422" y="1"/>
                      <a:pt x="2181" y="137"/>
                      <a:pt x="2120" y="428"/>
                    </a:cubicBezTo>
                    <a:cubicBezTo>
                      <a:pt x="2036" y="773"/>
                      <a:pt x="1941" y="1095"/>
                      <a:pt x="1786" y="1392"/>
                    </a:cubicBezTo>
                    <a:cubicBezTo>
                      <a:pt x="1739" y="1476"/>
                      <a:pt x="1786" y="1571"/>
                      <a:pt x="1858" y="1619"/>
                    </a:cubicBezTo>
                    <a:cubicBezTo>
                      <a:pt x="1881" y="1632"/>
                      <a:pt x="1905" y="1638"/>
                      <a:pt x="1929" y="1638"/>
                    </a:cubicBezTo>
                    <a:cubicBezTo>
                      <a:pt x="1991" y="1638"/>
                      <a:pt x="2050" y="1599"/>
                      <a:pt x="2084" y="1547"/>
                    </a:cubicBezTo>
                    <a:cubicBezTo>
                      <a:pt x="2251" y="1214"/>
                      <a:pt x="2358" y="880"/>
                      <a:pt x="2441" y="499"/>
                    </a:cubicBezTo>
                    <a:cubicBezTo>
                      <a:pt x="2466" y="387"/>
                      <a:pt x="2563" y="336"/>
                      <a:pt x="2676" y="336"/>
                    </a:cubicBezTo>
                    <a:cubicBezTo>
                      <a:pt x="2836" y="336"/>
                      <a:pt x="3028" y="439"/>
                      <a:pt x="3084" y="607"/>
                    </a:cubicBezTo>
                    <a:cubicBezTo>
                      <a:pt x="3287" y="1214"/>
                      <a:pt x="3632" y="2214"/>
                      <a:pt x="3072" y="3095"/>
                    </a:cubicBezTo>
                    <a:cubicBezTo>
                      <a:pt x="2512" y="3947"/>
                      <a:pt x="1615" y="4265"/>
                      <a:pt x="1007" y="4265"/>
                    </a:cubicBezTo>
                    <a:cubicBezTo>
                      <a:pt x="672" y="4265"/>
                      <a:pt x="425" y="4168"/>
                      <a:pt x="370" y="4012"/>
                    </a:cubicBezTo>
                    <a:cubicBezTo>
                      <a:pt x="334" y="3881"/>
                      <a:pt x="417" y="3678"/>
                      <a:pt x="643" y="3440"/>
                    </a:cubicBezTo>
                    <a:cubicBezTo>
                      <a:pt x="1060" y="2964"/>
                      <a:pt x="1405" y="2583"/>
                      <a:pt x="1679" y="2190"/>
                    </a:cubicBezTo>
                    <a:cubicBezTo>
                      <a:pt x="1739" y="2107"/>
                      <a:pt x="1715" y="2012"/>
                      <a:pt x="1644" y="1964"/>
                    </a:cubicBezTo>
                    <a:cubicBezTo>
                      <a:pt x="1611" y="1946"/>
                      <a:pt x="1576" y="1936"/>
                      <a:pt x="1542" y="1936"/>
                    </a:cubicBezTo>
                    <a:cubicBezTo>
                      <a:pt x="1488" y="1936"/>
                      <a:pt x="1439" y="1960"/>
                      <a:pt x="1417" y="2012"/>
                    </a:cubicBezTo>
                    <a:cubicBezTo>
                      <a:pt x="1143" y="2393"/>
                      <a:pt x="810" y="2762"/>
                      <a:pt x="405" y="3202"/>
                    </a:cubicBezTo>
                    <a:cubicBezTo>
                      <a:pt x="0" y="3607"/>
                      <a:pt x="0" y="3928"/>
                      <a:pt x="60" y="4119"/>
                    </a:cubicBezTo>
                    <a:cubicBezTo>
                      <a:pt x="171" y="4424"/>
                      <a:pt x="546" y="4589"/>
                      <a:pt x="1019" y="4589"/>
                    </a:cubicBezTo>
                    <a:cubicBezTo>
                      <a:pt x="1763" y="4589"/>
                      <a:pt x="2752" y="4179"/>
                      <a:pt x="3334" y="3262"/>
                    </a:cubicBezTo>
                    <a:cubicBezTo>
                      <a:pt x="3989" y="2250"/>
                      <a:pt x="3608" y="1095"/>
                      <a:pt x="3394" y="488"/>
                    </a:cubicBezTo>
                    <a:cubicBezTo>
                      <a:pt x="3287" y="172"/>
                      <a:pt x="2973" y="1"/>
                      <a:pt x="268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01" name="Google Shape;2501;p41"/>
          <p:cNvSpPr/>
          <p:nvPr/>
        </p:nvSpPr>
        <p:spPr>
          <a:xfrm>
            <a:off x="1097223" y="3509442"/>
            <a:ext cx="731400" cy="731400"/>
          </a:xfrm>
          <a:prstGeom prst="diamond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algn="bl" rotWithShape="0">
              <a:schemeClr val="accent2">
                <a:alpha val="8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02" name="Google Shape;2502;p41"/>
          <p:cNvSpPr/>
          <p:nvPr/>
        </p:nvSpPr>
        <p:spPr>
          <a:xfrm>
            <a:off x="1097223" y="2593756"/>
            <a:ext cx="731400" cy="731400"/>
          </a:xfrm>
          <a:prstGeom prst="diamond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algn="bl" rotWithShape="0">
              <a:schemeClr val="accent2">
                <a:alpha val="8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03" name="Google Shape;2503;p41"/>
          <p:cNvSpPr/>
          <p:nvPr/>
        </p:nvSpPr>
        <p:spPr>
          <a:xfrm>
            <a:off x="1097223" y="1679356"/>
            <a:ext cx="731400" cy="731400"/>
          </a:xfrm>
          <a:prstGeom prst="diamond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algn="bl" rotWithShape="0">
              <a:schemeClr val="accent2">
                <a:alpha val="8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05" name="Google Shape;2505;p41"/>
          <p:cNvSpPr/>
          <p:nvPr/>
        </p:nvSpPr>
        <p:spPr>
          <a:xfrm>
            <a:off x="4750598" y="2594406"/>
            <a:ext cx="731400" cy="731400"/>
          </a:xfrm>
          <a:prstGeom prst="diamond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algn="bl" rotWithShape="0">
              <a:schemeClr val="accent2">
                <a:alpha val="8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06" name="Google Shape;2506;p41"/>
          <p:cNvSpPr/>
          <p:nvPr/>
        </p:nvSpPr>
        <p:spPr>
          <a:xfrm>
            <a:off x="4750598" y="1680006"/>
            <a:ext cx="731400" cy="731400"/>
          </a:xfrm>
          <a:prstGeom prst="diamond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algn="bl" rotWithShape="0">
              <a:schemeClr val="accent2">
                <a:alpha val="8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07" name="Google Shape;2507;p41"/>
          <p:cNvSpPr txBox="1">
            <a:spLocks noGrp="1"/>
          </p:cNvSpPr>
          <p:nvPr>
            <p:ph type="title"/>
          </p:nvPr>
        </p:nvSpPr>
        <p:spPr>
          <a:xfrm>
            <a:off x="713250" y="539500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/>
              <a:t>Tok korištenja sistema</a:t>
            </a:r>
            <a:endParaRPr dirty="0"/>
          </a:p>
        </p:txBody>
      </p:sp>
      <p:sp>
        <p:nvSpPr>
          <p:cNvPr id="2510" name="Google Shape;2510;p41"/>
          <p:cNvSpPr txBox="1">
            <a:spLocks noGrp="1"/>
          </p:cNvSpPr>
          <p:nvPr>
            <p:ph type="title" idx="3"/>
          </p:nvPr>
        </p:nvSpPr>
        <p:spPr>
          <a:xfrm>
            <a:off x="4796198" y="2731177"/>
            <a:ext cx="6402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511" name="Google Shape;2511;p41"/>
          <p:cNvSpPr txBox="1">
            <a:spLocks noGrp="1"/>
          </p:cNvSpPr>
          <p:nvPr>
            <p:ph type="subTitle" idx="4"/>
          </p:nvPr>
        </p:nvSpPr>
        <p:spPr>
          <a:xfrm>
            <a:off x="5669277" y="2731177"/>
            <a:ext cx="2377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sz="1400" dirty="0"/>
              <a:t>Agent uči i prilagođava se</a:t>
            </a:r>
            <a:endParaRPr sz="1400" dirty="0"/>
          </a:p>
        </p:txBody>
      </p:sp>
      <p:sp>
        <p:nvSpPr>
          <p:cNvPr id="2512" name="Google Shape;2512;p41"/>
          <p:cNvSpPr txBox="1">
            <a:spLocks noGrp="1"/>
          </p:cNvSpPr>
          <p:nvPr>
            <p:ph type="title" idx="5"/>
          </p:nvPr>
        </p:nvSpPr>
        <p:spPr>
          <a:xfrm>
            <a:off x="4796198" y="1816777"/>
            <a:ext cx="6402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513" name="Google Shape;2513;p41"/>
          <p:cNvSpPr txBox="1">
            <a:spLocks noGrp="1"/>
          </p:cNvSpPr>
          <p:nvPr>
            <p:ph type="subTitle" idx="6"/>
          </p:nvPr>
        </p:nvSpPr>
        <p:spPr>
          <a:xfrm>
            <a:off x="5669277" y="1816777"/>
            <a:ext cx="2377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sz="1400" dirty="0"/>
              <a:t>Slanje </a:t>
            </a:r>
            <a:r>
              <a:rPr lang="bs-Latn-BA" sz="1400" dirty="0" err="1"/>
              <a:t>feedbacka</a:t>
            </a:r>
            <a:endParaRPr sz="1400" dirty="0"/>
          </a:p>
        </p:txBody>
      </p:sp>
      <p:sp>
        <p:nvSpPr>
          <p:cNvPr id="2514" name="Google Shape;2514;p41"/>
          <p:cNvSpPr txBox="1">
            <a:spLocks noGrp="1"/>
          </p:cNvSpPr>
          <p:nvPr>
            <p:ph type="title" idx="7"/>
          </p:nvPr>
        </p:nvSpPr>
        <p:spPr>
          <a:xfrm>
            <a:off x="1142823" y="3646857"/>
            <a:ext cx="6402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515" name="Google Shape;2515;p41"/>
          <p:cNvSpPr txBox="1">
            <a:spLocks noGrp="1"/>
          </p:cNvSpPr>
          <p:nvPr>
            <p:ph type="subTitle" idx="8"/>
          </p:nvPr>
        </p:nvSpPr>
        <p:spPr>
          <a:xfrm>
            <a:off x="2015903" y="3646861"/>
            <a:ext cx="2377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sz="1400" dirty="0"/>
              <a:t>Prikaz </a:t>
            </a:r>
            <a:r>
              <a:rPr lang="bs-Latn-BA" sz="1400" dirty="0" err="1"/>
              <a:t>rezuktata</a:t>
            </a:r>
            <a:endParaRPr sz="1400" dirty="0"/>
          </a:p>
        </p:txBody>
      </p:sp>
      <p:sp>
        <p:nvSpPr>
          <p:cNvPr id="2516" name="Google Shape;2516;p41"/>
          <p:cNvSpPr txBox="1">
            <a:spLocks noGrp="1"/>
          </p:cNvSpPr>
          <p:nvPr>
            <p:ph type="title" idx="9"/>
          </p:nvPr>
        </p:nvSpPr>
        <p:spPr>
          <a:xfrm>
            <a:off x="1142823" y="2731177"/>
            <a:ext cx="6402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517" name="Google Shape;2517;p41"/>
          <p:cNvSpPr txBox="1">
            <a:spLocks noGrp="1"/>
          </p:cNvSpPr>
          <p:nvPr>
            <p:ph type="subTitle" idx="13"/>
          </p:nvPr>
        </p:nvSpPr>
        <p:spPr>
          <a:xfrm>
            <a:off x="2015903" y="2731177"/>
            <a:ext cx="2377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sz="1400" dirty="0"/>
              <a:t>Agent obradi slučaj (</a:t>
            </a:r>
            <a:r>
              <a:rPr lang="bs-Latn-BA" sz="1400" dirty="0" err="1"/>
              <a:t>tick</a:t>
            </a:r>
            <a:r>
              <a:rPr lang="bs-Latn-BA" sz="1400" dirty="0"/>
              <a:t>)</a:t>
            </a:r>
            <a:endParaRPr sz="1400" dirty="0"/>
          </a:p>
        </p:txBody>
      </p:sp>
      <p:sp>
        <p:nvSpPr>
          <p:cNvPr id="2518" name="Google Shape;2518;p41"/>
          <p:cNvSpPr txBox="1">
            <a:spLocks noGrp="1"/>
          </p:cNvSpPr>
          <p:nvPr>
            <p:ph type="title" idx="14"/>
          </p:nvPr>
        </p:nvSpPr>
        <p:spPr>
          <a:xfrm>
            <a:off x="1142823" y="1816777"/>
            <a:ext cx="6402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519" name="Google Shape;2519;p41"/>
          <p:cNvSpPr txBox="1">
            <a:spLocks noGrp="1"/>
          </p:cNvSpPr>
          <p:nvPr>
            <p:ph type="subTitle" idx="15"/>
          </p:nvPr>
        </p:nvSpPr>
        <p:spPr>
          <a:xfrm>
            <a:off x="1970302" y="1813198"/>
            <a:ext cx="2377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sz="1400" dirty="0"/>
              <a:t>Unos </a:t>
            </a:r>
            <a:r>
              <a:rPr lang="bs-Latn-BA" sz="1400" dirty="0" err="1"/>
              <a:t>simptopma</a:t>
            </a:r>
            <a:endParaRPr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9" name="Google Shape;2859;p57"/>
          <p:cNvSpPr txBox="1">
            <a:spLocks noGrp="1"/>
          </p:cNvSpPr>
          <p:nvPr>
            <p:ph type="title"/>
          </p:nvPr>
        </p:nvSpPr>
        <p:spPr>
          <a:xfrm>
            <a:off x="713225" y="1046271"/>
            <a:ext cx="36759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/>
              <a:t>Zaključak</a:t>
            </a:r>
            <a:endParaRPr dirty="0"/>
          </a:p>
        </p:txBody>
      </p:sp>
      <p:sp>
        <p:nvSpPr>
          <p:cNvPr id="2860" name="Google Shape;2860;p57"/>
          <p:cNvSpPr txBox="1">
            <a:spLocks noGrp="1"/>
          </p:cNvSpPr>
          <p:nvPr>
            <p:ph type="subTitle" idx="1"/>
          </p:nvPr>
        </p:nvSpPr>
        <p:spPr>
          <a:xfrm>
            <a:off x="966223" y="2003897"/>
            <a:ext cx="3675900" cy="23735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bs-Latn-BA" sz="1600" dirty="0" err="1"/>
              <a:t>Agentički</a:t>
            </a:r>
            <a:r>
              <a:rPr lang="bs-Latn-BA" sz="1600" dirty="0"/>
              <a:t> pristup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bs-Latn-BA" sz="1600" dirty="0"/>
              <a:t>Kontinuirano učenje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bs-Latn-BA" sz="1600" dirty="0"/>
              <a:t>Proširiv sistem</a:t>
            </a:r>
            <a:endParaRPr sz="1600" dirty="0"/>
          </a:p>
        </p:txBody>
      </p:sp>
      <p:grpSp>
        <p:nvGrpSpPr>
          <p:cNvPr id="2861" name="Google Shape;2861;p57"/>
          <p:cNvGrpSpPr/>
          <p:nvPr/>
        </p:nvGrpSpPr>
        <p:grpSpPr>
          <a:xfrm>
            <a:off x="4755010" y="1468409"/>
            <a:ext cx="3675782" cy="2206673"/>
            <a:chOff x="4919973" y="1518650"/>
            <a:chExt cx="3509100" cy="2106609"/>
          </a:xfrm>
        </p:grpSpPr>
        <p:sp>
          <p:nvSpPr>
            <p:cNvPr id="2862" name="Google Shape;2862;p57"/>
            <p:cNvSpPr/>
            <p:nvPr/>
          </p:nvSpPr>
          <p:spPr>
            <a:xfrm>
              <a:off x="5053731" y="1518650"/>
              <a:ext cx="3241500" cy="1956600"/>
            </a:xfrm>
            <a:prstGeom prst="round2SameRect">
              <a:avLst>
                <a:gd name="adj1" fmla="val 4232"/>
                <a:gd name="adj2" fmla="val 0"/>
              </a:avLst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57"/>
            <p:cNvSpPr/>
            <p:nvPr/>
          </p:nvSpPr>
          <p:spPr>
            <a:xfrm rot="10800000">
              <a:off x="4919973" y="3475259"/>
              <a:ext cx="3509100" cy="150000"/>
            </a:xfrm>
            <a:prstGeom prst="round2SameRect">
              <a:avLst>
                <a:gd name="adj1" fmla="val 44955"/>
                <a:gd name="adj2" fmla="val 0"/>
              </a:avLst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57"/>
            <p:cNvSpPr/>
            <p:nvPr/>
          </p:nvSpPr>
          <p:spPr>
            <a:xfrm>
              <a:off x="6653781" y="1582000"/>
              <a:ext cx="41400" cy="414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F9C7A04-F08C-337E-7CD9-AF9843249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286" y="1640571"/>
            <a:ext cx="3031140" cy="1704959"/>
          </a:xfrm>
          <a:prstGeom prst="rect">
            <a:avLst/>
          </a:prstGeom>
          <a:solidFill>
            <a:srgbClr val="FFFFFF">
              <a:shade val="85000"/>
            </a:srgbClr>
          </a:solidFill>
          <a:ln w="19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4" name="Google Shape;2524;p42"/>
          <p:cNvSpPr txBox="1">
            <a:spLocks noGrp="1"/>
          </p:cNvSpPr>
          <p:nvPr>
            <p:ph type="title"/>
          </p:nvPr>
        </p:nvSpPr>
        <p:spPr>
          <a:xfrm>
            <a:off x="3488298" y="2571750"/>
            <a:ext cx="4572000" cy="12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/>
              <a:t>Hvala na pažnji!</a:t>
            </a:r>
            <a:endParaRPr dirty="0"/>
          </a:p>
        </p:txBody>
      </p:sp>
      <p:grpSp>
        <p:nvGrpSpPr>
          <p:cNvPr id="2527" name="Google Shape;2527;p42"/>
          <p:cNvGrpSpPr/>
          <p:nvPr/>
        </p:nvGrpSpPr>
        <p:grpSpPr>
          <a:xfrm>
            <a:off x="6717662" y="-361083"/>
            <a:ext cx="2792171" cy="1978364"/>
            <a:chOff x="6717662" y="-361083"/>
            <a:chExt cx="2792171" cy="1978364"/>
          </a:xfrm>
        </p:grpSpPr>
        <p:sp>
          <p:nvSpPr>
            <p:cNvPr id="2528" name="Google Shape;2528;p42"/>
            <p:cNvSpPr/>
            <p:nvPr/>
          </p:nvSpPr>
          <p:spPr>
            <a:xfrm rot="5400000">
              <a:off x="8370575" y="-360758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29" name="Google Shape;2529;p42"/>
            <p:cNvSpPr/>
            <p:nvPr/>
          </p:nvSpPr>
          <p:spPr>
            <a:xfrm rot="5400000">
              <a:off x="8778433" y="50692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30" name="Google Shape;2530;p42"/>
            <p:cNvSpPr/>
            <p:nvPr/>
          </p:nvSpPr>
          <p:spPr>
            <a:xfrm rot="-5400000" flipH="1">
              <a:off x="7544112" y="-361083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31" name="Google Shape;2531;p42"/>
            <p:cNvSpPr/>
            <p:nvPr/>
          </p:nvSpPr>
          <p:spPr>
            <a:xfrm rot="-5400000" flipH="1">
              <a:off x="7951970" y="50367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32" name="Google Shape;2532;p42"/>
            <p:cNvSpPr/>
            <p:nvPr/>
          </p:nvSpPr>
          <p:spPr>
            <a:xfrm rot="-5400000" flipH="1">
              <a:off x="7544112" y="461817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33" name="Google Shape;2533;p42"/>
            <p:cNvSpPr/>
            <p:nvPr/>
          </p:nvSpPr>
          <p:spPr>
            <a:xfrm rot="-5400000" flipH="1">
              <a:off x="7951970" y="885881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34" name="Google Shape;2534;p42"/>
            <p:cNvSpPr/>
            <p:nvPr/>
          </p:nvSpPr>
          <p:spPr>
            <a:xfrm rot="-5400000" flipH="1">
              <a:off x="6717662" y="461817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35" name="Google Shape;2535;p42"/>
            <p:cNvSpPr/>
            <p:nvPr/>
          </p:nvSpPr>
          <p:spPr>
            <a:xfrm>
              <a:off x="8013599" y="820640"/>
              <a:ext cx="46699" cy="46317"/>
            </a:xfrm>
            <a:custGeom>
              <a:avLst/>
              <a:gdLst/>
              <a:ahLst/>
              <a:cxnLst/>
              <a:rect l="l" t="t" r="r" b="b"/>
              <a:pathLst>
                <a:path w="1466" h="1454" extrusionOk="0">
                  <a:moveTo>
                    <a:pt x="715" y="334"/>
                  </a:moveTo>
                  <a:cubicBezTo>
                    <a:pt x="941" y="358"/>
                    <a:pt x="1108" y="513"/>
                    <a:pt x="1108" y="727"/>
                  </a:cubicBezTo>
                  <a:cubicBezTo>
                    <a:pt x="1108" y="929"/>
                    <a:pt x="929" y="1108"/>
                    <a:pt x="715" y="1108"/>
                  </a:cubicBezTo>
                  <a:cubicBezTo>
                    <a:pt x="513" y="1108"/>
                    <a:pt x="334" y="929"/>
                    <a:pt x="334" y="727"/>
                  </a:cubicBezTo>
                  <a:cubicBezTo>
                    <a:pt x="334" y="513"/>
                    <a:pt x="513" y="334"/>
                    <a:pt x="715" y="334"/>
                  </a:cubicBezTo>
                  <a:close/>
                  <a:moveTo>
                    <a:pt x="739" y="1"/>
                  </a:moveTo>
                  <a:cubicBezTo>
                    <a:pt x="334" y="13"/>
                    <a:pt x="1" y="334"/>
                    <a:pt x="1" y="727"/>
                  </a:cubicBezTo>
                  <a:cubicBezTo>
                    <a:pt x="1" y="1132"/>
                    <a:pt x="334" y="1453"/>
                    <a:pt x="739" y="1453"/>
                  </a:cubicBezTo>
                  <a:cubicBezTo>
                    <a:pt x="1132" y="1453"/>
                    <a:pt x="1465" y="1132"/>
                    <a:pt x="1465" y="727"/>
                  </a:cubicBezTo>
                  <a:cubicBezTo>
                    <a:pt x="1465" y="322"/>
                    <a:pt x="1132" y="1"/>
                    <a:pt x="7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42"/>
            <p:cNvSpPr/>
            <p:nvPr/>
          </p:nvSpPr>
          <p:spPr>
            <a:xfrm>
              <a:off x="7722998" y="643554"/>
              <a:ext cx="373627" cy="367925"/>
            </a:xfrm>
            <a:custGeom>
              <a:avLst/>
              <a:gdLst/>
              <a:ahLst/>
              <a:cxnLst/>
              <a:rect l="l" t="t" r="r" b="b"/>
              <a:pathLst>
                <a:path w="11729" h="11550" extrusionOk="0">
                  <a:moveTo>
                    <a:pt x="2525" y="358"/>
                  </a:moveTo>
                  <a:cubicBezTo>
                    <a:pt x="2835" y="358"/>
                    <a:pt x="3096" y="608"/>
                    <a:pt x="3096" y="929"/>
                  </a:cubicBezTo>
                  <a:lnTo>
                    <a:pt x="3096" y="941"/>
                  </a:lnTo>
                  <a:cubicBezTo>
                    <a:pt x="3096" y="1251"/>
                    <a:pt x="2835" y="1501"/>
                    <a:pt x="2525" y="1501"/>
                  </a:cubicBezTo>
                  <a:lnTo>
                    <a:pt x="2299" y="1501"/>
                  </a:lnTo>
                  <a:cubicBezTo>
                    <a:pt x="2227" y="1501"/>
                    <a:pt x="2168" y="1441"/>
                    <a:pt x="2168" y="1370"/>
                  </a:cubicBezTo>
                  <a:lnTo>
                    <a:pt x="2168" y="489"/>
                  </a:lnTo>
                  <a:cubicBezTo>
                    <a:pt x="2168" y="417"/>
                    <a:pt x="2227" y="358"/>
                    <a:pt x="2299" y="358"/>
                  </a:cubicBezTo>
                  <a:close/>
                  <a:moveTo>
                    <a:pt x="5704" y="358"/>
                  </a:moveTo>
                  <a:cubicBezTo>
                    <a:pt x="5787" y="358"/>
                    <a:pt x="5847" y="417"/>
                    <a:pt x="5847" y="512"/>
                  </a:cubicBezTo>
                  <a:lnTo>
                    <a:pt x="5847" y="1358"/>
                  </a:lnTo>
                  <a:cubicBezTo>
                    <a:pt x="5847" y="1429"/>
                    <a:pt x="5787" y="1501"/>
                    <a:pt x="5704" y="1501"/>
                  </a:cubicBezTo>
                  <a:lnTo>
                    <a:pt x="5490" y="1501"/>
                  </a:lnTo>
                  <a:cubicBezTo>
                    <a:pt x="5180" y="1501"/>
                    <a:pt x="4918" y="1251"/>
                    <a:pt x="4918" y="941"/>
                  </a:cubicBezTo>
                  <a:lnTo>
                    <a:pt x="4918" y="929"/>
                  </a:lnTo>
                  <a:cubicBezTo>
                    <a:pt x="4918" y="608"/>
                    <a:pt x="5180" y="358"/>
                    <a:pt x="5490" y="358"/>
                  </a:cubicBezTo>
                  <a:close/>
                  <a:moveTo>
                    <a:pt x="5478" y="0"/>
                  </a:moveTo>
                  <a:cubicBezTo>
                    <a:pt x="4966" y="0"/>
                    <a:pt x="4561" y="405"/>
                    <a:pt x="4561" y="905"/>
                  </a:cubicBezTo>
                  <a:lnTo>
                    <a:pt x="4561" y="929"/>
                  </a:lnTo>
                  <a:cubicBezTo>
                    <a:pt x="4561" y="1429"/>
                    <a:pt x="4966" y="1834"/>
                    <a:pt x="5478" y="1834"/>
                  </a:cubicBezTo>
                  <a:lnTo>
                    <a:pt x="5692" y="1834"/>
                  </a:lnTo>
                  <a:cubicBezTo>
                    <a:pt x="5966" y="1834"/>
                    <a:pt x="6168" y="1620"/>
                    <a:pt x="6168" y="1358"/>
                  </a:cubicBezTo>
                  <a:lnTo>
                    <a:pt x="6168" y="1084"/>
                  </a:lnTo>
                  <a:lnTo>
                    <a:pt x="6561" y="1084"/>
                  </a:lnTo>
                  <a:cubicBezTo>
                    <a:pt x="6930" y="1084"/>
                    <a:pt x="7228" y="1382"/>
                    <a:pt x="7228" y="1763"/>
                  </a:cubicBezTo>
                  <a:lnTo>
                    <a:pt x="7228" y="2667"/>
                  </a:lnTo>
                  <a:cubicBezTo>
                    <a:pt x="6966" y="2715"/>
                    <a:pt x="6740" y="2918"/>
                    <a:pt x="6692" y="3215"/>
                  </a:cubicBezTo>
                  <a:lnTo>
                    <a:pt x="6466" y="4953"/>
                  </a:lnTo>
                  <a:cubicBezTo>
                    <a:pt x="6383" y="5668"/>
                    <a:pt x="5775" y="6204"/>
                    <a:pt x="5061" y="6204"/>
                  </a:cubicBezTo>
                  <a:lnTo>
                    <a:pt x="4323" y="6204"/>
                  </a:lnTo>
                  <a:cubicBezTo>
                    <a:pt x="4239" y="6204"/>
                    <a:pt x="4168" y="6287"/>
                    <a:pt x="4168" y="6370"/>
                  </a:cubicBezTo>
                  <a:cubicBezTo>
                    <a:pt x="4168" y="6466"/>
                    <a:pt x="4239" y="6537"/>
                    <a:pt x="4323" y="6537"/>
                  </a:cubicBezTo>
                  <a:lnTo>
                    <a:pt x="5061" y="6537"/>
                  </a:lnTo>
                  <a:cubicBezTo>
                    <a:pt x="5954" y="6537"/>
                    <a:pt x="6704" y="5870"/>
                    <a:pt x="6811" y="4989"/>
                  </a:cubicBezTo>
                  <a:lnTo>
                    <a:pt x="7037" y="3251"/>
                  </a:lnTo>
                  <a:cubicBezTo>
                    <a:pt x="7049" y="3093"/>
                    <a:pt x="7189" y="2988"/>
                    <a:pt x="7335" y="2988"/>
                  </a:cubicBezTo>
                  <a:cubicBezTo>
                    <a:pt x="7343" y="2988"/>
                    <a:pt x="7351" y="2988"/>
                    <a:pt x="7359" y="2989"/>
                  </a:cubicBezTo>
                  <a:cubicBezTo>
                    <a:pt x="7526" y="3013"/>
                    <a:pt x="7633" y="3156"/>
                    <a:pt x="7621" y="3322"/>
                  </a:cubicBezTo>
                  <a:lnTo>
                    <a:pt x="7395" y="5061"/>
                  </a:lnTo>
                  <a:cubicBezTo>
                    <a:pt x="7240" y="6239"/>
                    <a:pt x="6252" y="7120"/>
                    <a:pt x="5061" y="7120"/>
                  </a:cubicBezTo>
                  <a:lnTo>
                    <a:pt x="4442" y="7120"/>
                  </a:lnTo>
                  <a:cubicBezTo>
                    <a:pt x="4359" y="7120"/>
                    <a:pt x="4287" y="7192"/>
                    <a:pt x="4287" y="7275"/>
                  </a:cubicBezTo>
                  <a:lnTo>
                    <a:pt x="4287" y="8156"/>
                  </a:lnTo>
                  <a:cubicBezTo>
                    <a:pt x="4287" y="8323"/>
                    <a:pt x="4144" y="8454"/>
                    <a:pt x="3989" y="8454"/>
                  </a:cubicBezTo>
                  <a:cubicBezTo>
                    <a:pt x="3823" y="8454"/>
                    <a:pt x="3692" y="8323"/>
                    <a:pt x="3692" y="8156"/>
                  </a:cubicBezTo>
                  <a:lnTo>
                    <a:pt x="3692" y="7275"/>
                  </a:lnTo>
                  <a:cubicBezTo>
                    <a:pt x="3692" y="7192"/>
                    <a:pt x="3608" y="7120"/>
                    <a:pt x="3525" y="7120"/>
                  </a:cubicBezTo>
                  <a:lnTo>
                    <a:pt x="2918" y="7120"/>
                  </a:lnTo>
                  <a:cubicBezTo>
                    <a:pt x="1727" y="7120"/>
                    <a:pt x="727" y="6227"/>
                    <a:pt x="572" y="5061"/>
                  </a:cubicBezTo>
                  <a:lnTo>
                    <a:pt x="358" y="3322"/>
                  </a:lnTo>
                  <a:cubicBezTo>
                    <a:pt x="334" y="3156"/>
                    <a:pt x="441" y="3013"/>
                    <a:pt x="608" y="2989"/>
                  </a:cubicBezTo>
                  <a:cubicBezTo>
                    <a:pt x="616" y="2988"/>
                    <a:pt x="625" y="2988"/>
                    <a:pt x="633" y="2988"/>
                  </a:cubicBezTo>
                  <a:cubicBezTo>
                    <a:pt x="789" y="2988"/>
                    <a:pt x="918" y="3093"/>
                    <a:pt x="930" y="3251"/>
                  </a:cubicBezTo>
                  <a:lnTo>
                    <a:pt x="1156" y="4989"/>
                  </a:lnTo>
                  <a:cubicBezTo>
                    <a:pt x="1263" y="5882"/>
                    <a:pt x="2025" y="6537"/>
                    <a:pt x="2918" y="6537"/>
                  </a:cubicBezTo>
                  <a:lnTo>
                    <a:pt x="3644" y="6537"/>
                  </a:lnTo>
                  <a:cubicBezTo>
                    <a:pt x="3727" y="6537"/>
                    <a:pt x="3811" y="6466"/>
                    <a:pt x="3811" y="6370"/>
                  </a:cubicBezTo>
                  <a:cubicBezTo>
                    <a:pt x="3811" y="6287"/>
                    <a:pt x="3727" y="6204"/>
                    <a:pt x="3644" y="6204"/>
                  </a:cubicBezTo>
                  <a:lnTo>
                    <a:pt x="2918" y="6204"/>
                  </a:lnTo>
                  <a:cubicBezTo>
                    <a:pt x="2203" y="6204"/>
                    <a:pt x="1584" y="5668"/>
                    <a:pt x="1501" y="4953"/>
                  </a:cubicBezTo>
                  <a:lnTo>
                    <a:pt x="1275" y="3215"/>
                  </a:lnTo>
                  <a:cubicBezTo>
                    <a:pt x="1251" y="2929"/>
                    <a:pt x="1025" y="2727"/>
                    <a:pt x="775" y="2679"/>
                  </a:cubicBezTo>
                  <a:lnTo>
                    <a:pt x="775" y="1775"/>
                  </a:lnTo>
                  <a:cubicBezTo>
                    <a:pt x="775" y="1405"/>
                    <a:pt x="1072" y="1108"/>
                    <a:pt x="1441" y="1108"/>
                  </a:cubicBezTo>
                  <a:lnTo>
                    <a:pt x="1822" y="1108"/>
                  </a:lnTo>
                  <a:lnTo>
                    <a:pt x="1822" y="1370"/>
                  </a:lnTo>
                  <a:cubicBezTo>
                    <a:pt x="1822" y="1644"/>
                    <a:pt x="2037" y="1846"/>
                    <a:pt x="2299" y="1846"/>
                  </a:cubicBezTo>
                  <a:lnTo>
                    <a:pt x="2525" y="1846"/>
                  </a:lnTo>
                  <a:cubicBezTo>
                    <a:pt x="3037" y="1846"/>
                    <a:pt x="3430" y="1441"/>
                    <a:pt x="3430" y="941"/>
                  </a:cubicBezTo>
                  <a:lnTo>
                    <a:pt x="3430" y="929"/>
                  </a:lnTo>
                  <a:cubicBezTo>
                    <a:pt x="3430" y="417"/>
                    <a:pt x="3037" y="12"/>
                    <a:pt x="2525" y="12"/>
                  </a:cubicBezTo>
                  <a:lnTo>
                    <a:pt x="2299" y="12"/>
                  </a:lnTo>
                  <a:cubicBezTo>
                    <a:pt x="2037" y="12"/>
                    <a:pt x="1822" y="227"/>
                    <a:pt x="1822" y="489"/>
                  </a:cubicBezTo>
                  <a:lnTo>
                    <a:pt x="1822" y="762"/>
                  </a:lnTo>
                  <a:lnTo>
                    <a:pt x="1441" y="762"/>
                  </a:lnTo>
                  <a:cubicBezTo>
                    <a:pt x="870" y="762"/>
                    <a:pt x="429" y="1227"/>
                    <a:pt x="429" y="1775"/>
                  </a:cubicBezTo>
                  <a:lnTo>
                    <a:pt x="429" y="2715"/>
                  </a:lnTo>
                  <a:cubicBezTo>
                    <a:pt x="156" y="2810"/>
                    <a:pt x="1" y="3084"/>
                    <a:pt x="25" y="3382"/>
                  </a:cubicBezTo>
                  <a:lnTo>
                    <a:pt x="251" y="5120"/>
                  </a:lnTo>
                  <a:cubicBezTo>
                    <a:pt x="418" y="6466"/>
                    <a:pt x="1561" y="7478"/>
                    <a:pt x="2918" y="7478"/>
                  </a:cubicBezTo>
                  <a:lnTo>
                    <a:pt x="3358" y="7478"/>
                  </a:lnTo>
                  <a:lnTo>
                    <a:pt x="3358" y="8192"/>
                  </a:lnTo>
                  <a:cubicBezTo>
                    <a:pt x="3358" y="8466"/>
                    <a:pt x="3549" y="8728"/>
                    <a:pt x="3823" y="8799"/>
                  </a:cubicBezTo>
                  <a:lnTo>
                    <a:pt x="3823" y="9418"/>
                  </a:lnTo>
                  <a:cubicBezTo>
                    <a:pt x="3823" y="10597"/>
                    <a:pt x="4775" y="11550"/>
                    <a:pt x="5954" y="11550"/>
                  </a:cubicBezTo>
                  <a:lnTo>
                    <a:pt x="7799" y="11550"/>
                  </a:lnTo>
                  <a:cubicBezTo>
                    <a:pt x="8966" y="11550"/>
                    <a:pt x="9919" y="10597"/>
                    <a:pt x="9919" y="9418"/>
                  </a:cubicBezTo>
                  <a:lnTo>
                    <a:pt x="9919" y="8454"/>
                  </a:lnTo>
                  <a:cubicBezTo>
                    <a:pt x="10335" y="8430"/>
                    <a:pt x="10740" y="8252"/>
                    <a:pt x="11038" y="7930"/>
                  </a:cubicBezTo>
                  <a:cubicBezTo>
                    <a:pt x="11633" y="7335"/>
                    <a:pt x="11728" y="6382"/>
                    <a:pt x="11264" y="5668"/>
                  </a:cubicBezTo>
                  <a:cubicBezTo>
                    <a:pt x="11235" y="5624"/>
                    <a:pt x="11184" y="5598"/>
                    <a:pt x="11129" y="5598"/>
                  </a:cubicBezTo>
                  <a:cubicBezTo>
                    <a:pt x="11095" y="5598"/>
                    <a:pt x="11058" y="5609"/>
                    <a:pt x="11026" y="5632"/>
                  </a:cubicBezTo>
                  <a:cubicBezTo>
                    <a:pt x="10955" y="5668"/>
                    <a:pt x="10919" y="5775"/>
                    <a:pt x="10978" y="5870"/>
                  </a:cubicBezTo>
                  <a:cubicBezTo>
                    <a:pt x="11609" y="6799"/>
                    <a:pt x="10966" y="8109"/>
                    <a:pt x="9740" y="8109"/>
                  </a:cubicBezTo>
                  <a:cubicBezTo>
                    <a:pt x="8478" y="8109"/>
                    <a:pt x="7823" y="6549"/>
                    <a:pt x="8728" y="5632"/>
                  </a:cubicBezTo>
                  <a:cubicBezTo>
                    <a:pt x="9013" y="5347"/>
                    <a:pt x="9379" y="5201"/>
                    <a:pt x="9749" y="5201"/>
                  </a:cubicBezTo>
                  <a:cubicBezTo>
                    <a:pt x="10029" y="5201"/>
                    <a:pt x="10311" y="5285"/>
                    <a:pt x="10562" y="5454"/>
                  </a:cubicBezTo>
                  <a:cubicBezTo>
                    <a:pt x="10587" y="5466"/>
                    <a:pt x="10618" y="5473"/>
                    <a:pt x="10649" y="5473"/>
                  </a:cubicBezTo>
                  <a:cubicBezTo>
                    <a:pt x="10704" y="5473"/>
                    <a:pt x="10762" y="5452"/>
                    <a:pt x="10800" y="5406"/>
                  </a:cubicBezTo>
                  <a:cubicBezTo>
                    <a:pt x="10847" y="5334"/>
                    <a:pt x="10836" y="5227"/>
                    <a:pt x="10752" y="5168"/>
                  </a:cubicBezTo>
                  <a:cubicBezTo>
                    <a:pt x="10439" y="4961"/>
                    <a:pt x="10099" y="4867"/>
                    <a:pt x="9768" y="4867"/>
                  </a:cubicBezTo>
                  <a:cubicBezTo>
                    <a:pt x="8839" y="4867"/>
                    <a:pt x="7978" y="5606"/>
                    <a:pt x="7978" y="6668"/>
                  </a:cubicBezTo>
                  <a:cubicBezTo>
                    <a:pt x="7978" y="7609"/>
                    <a:pt x="8692" y="8371"/>
                    <a:pt x="9585" y="8454"/>
                  </a:cubicBezTo>
                  <a:lnTo>
                    <a:pt x="9585" y="9406"/>
                  </a:lnTo>
                  <a:cubicBezTo>
                    <a:pt x="9585" y="10395"/>
                    <a:pt x="8776" y="11192"/>
                    <a:pt x="7799" y="11192"/>
                  </a:cubicBezTo>
                  <a:lnTo>
                    <a:pt x="5954" y="11192"/>
                  </a:lnTo>
                  <a:cubicBezTo>
                    <a:pt x="4966" y="11192"/>
                    <a:pt x="4168" y="10395"/>
                    <a:pt x="4168" y="9406"/>
                  </a:cubicBezTo>
                  <a:lnTo>
                    <a:pt x="4168" y="8787"/>
                  </a:lnTo>
                  <a:cubicBezTo>
                    <a:pt x="4430" y="8704"/>
                    <a:pt x="4620" y="8466"/>
                    <a:pt x="4620" y="8168"/>
                  </a:cubicBezTo>
                  <a:lnTo>
                    <a:pt x="4620" y="7478"/>
                  </a:lnTo>
                  <a:lnTo>
                    <a:pt x="5073" y="7478"/>
                  </a:lnTo>
                  <a:cubicBezTo>
                    <a:pt x="6418" y="7478"/>
                    <a:pt x="7573" y="6466"/>
                    <a:pt x="7740" y="5120"/>
                  </a:cubicBezTo>
                  <a:lnTo>
                    <a:pt x="7954" y="3382"/>
                  </a:lnTo>
                  <a:cubicBezTo>
                    <a:pt x="7990" y="3096"/>
                    <a:pt x="7823" y="2834"/>
                    <a:pt x="7573" y="2727"/>
                  </a:cubicBezTo>
                  <a:lnTo>
                    <a:pt x="7573" y="1763"/>
                  </a:lnTo>
                  <a:cubicBezTo>
                    <a:pt x="7573" y="1191"/>
                    <a:pt x="7109" y="751"/>
                    <a:pt x="6561" y="751"/>
                  </a:cubicBezTo>
                  <a:lnTo>
                    <a:pt x="6168" y="751"/>
                  </a:lnTo>
                  <a:lnTo>
                    <a:pt x="6168" y="477"/>
                  </a:lnTo>
                  <a:cubicBezTo>
                    <a:pt x="6168" y="215"/>
                    <a:pt x="5966" y="0"/>
                    <a:pt x="56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7" name="Google Shape;2537;p42"/>
          <p:cNvGrpSpPr/>
          <p:nvPr/>
        </p:nvGrpSpPr>
        <p:grpSpPr>
          <a:xfrm>
            <a:off x="393192" y="3540934"/>
            <a:ext cx="3628521" cy="1965750"/>
            <a:chOff x="766427" y="3540934"/>
            <a:chExt cx="3628521" cy="1965750"/>
          </a:xfrm>
        </p:grpSpPr>
        <p:sp>
          <p:nvSpPr>
            <p:cNvPr id="2538" name="Google Shape;2538;p42"/>
            <p:cNvSpPr/>
            <p:nvPr/>
          </p:nvSpPr>
          <p:spPr>
            <a:xfrm rot="5400000">
              <a:off x="2424290" y="4775284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39" name="Google Shape;2539;p42"/>
            <p:cNvSpPr/>
            <p:nvPr/>
          </p:nvSpPr>
          <p:spPr>
            <a:xfrm rot="5400000">
              <a:off x="2832148" y="4363834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40" name="Google Shape;2540;p42"/>
            <p:cNvSpPr/>
            <p:nvPr/>
          </p:nvSpPr>
          <p:spPr>
            <a:xfrm rot="5400000">
              <a:off x="2832148" y="3540934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41" name="Google Shape;2541;p42"/>
            <p:cNvSpPr/>
            <p:nvPr/>
          </p:nvSpPr>
          <p:spPr>
            <a:xfrm rot="5400000">
              <a:off x="3663548" y="4363834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42" name="Google Shape;2542;p42"/>
            <p:cNvSpPr/>
            <p:nvPr/>
          </p:nvSpPr>
          <p:spPr>
            <a:xfrm rot="-5400000" flipH="1">
              <a:off x="1597827" y="4774959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43" name="Google Shape;2543;p42"/>
            <p:cNvSpPr/>
            <p:nvPr/>
          </p:nvSpPr>
          <p:spPr>
            <a:xfrm rot="-5400000" flipH="1">
              <a:off x="2005686" y="4363509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44" name="Google Shape;2544;p42"/>
            <p:cNvSpPr/>
            <p:nvPr/>
          </p:nvSpPr>
          <p:spPr>
            <a:xfrm rot="-5400000" flipH="1">
              <a:off x="1597827" y="3952059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45" name="Google Shape;2545;p42"/>
            <p:cNvSpPr/>
            <p:nvPr/>
          </p:nvSpPr>
          <p:spPr>
            <a:xfrm rot="-5400000" flipH="1">
              <a:off x="766427" y="4774959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46" name="Google Shape;2546;p42"/>
            <p:cNvSpPr/>
            <p:nvPr/>
          </p:nvSpPr>
          <p:spPr>
            <a:xfrm>
              <a:off x="3006303" y="3799118"/>
              <a:ext cx="383088" cy="286472"/>
            </a:xfrm>
            <a:custGeom>
              <a:avLst/>
              <a:gdLst/>
              <a:ahLst/>
              <a:cxnLst/>
              <a:rect l="l" t="t" r="r" b="b"/>
              <a:pathLst>
                <a:path w="12026" h="8993" extrusionOk="0">
                  <a:moveTo>
                    <a:pt x="3929" y="0"/>
                  </a:moveTo>
                  <a:cubicBezTo>
                    <a:pt x="1691" y="0"/>
                    <a:pt x="0" y="2322"/>
                    <a:pt x="1167" y="4763"/>
                  </a:cubicBezTo>
                  <a:lnTo>
                    <a:pt x="453" y="4763"/>
                  </a:lnTo>
                  <a:cubicBezTo>
                    <a:pt x="369" y="4763"/>
                    <a:pt x="298" y="4834"/>
                    <a:pt x="298" y="4929"/>
                  </a:cubicBezTo>
                  <a:cubicBezTo>
                    <a:pt x="298" y="5013"/>
                    <a:pt x="369" y="5096"/>
                    <a:pt x="453" y="5096"/>
                  </a:cubicBezTo>
                  <a:lnTo>
                    <a:pt x="1346" y="5096"/>
                  </a:lnTo>
                  <a:cubicBezTo>
                    <a:pt x="2334" y="6727"/>
                    <a:pt x="4382" y="7918"/>
                    <a:pt x="5977" y="8965"/>
                  </a:cubicBezTo>
                  <a:cubicBezTo>
                    <a:pt x="6007" y="8983"/>
                    <a:pt x="6040" y="8992"/>
                    <a:pt x="6071" y="8992"/>
                  </a:cubicBezTo>
                  <a:cubicBezTo>
                    <a:pt x="6102" y="8992"/>
                    <a:pt x="6132" y="8983"/>
                    <a:pt x="6156" y="8965"/>
                  </a:cubicBezTo>
                  <a:cubicBezTo>
                    <a:pt x="7751" y="7930"/>
                    <a:pt x="9799" y="6739"/>
                    <a:pt x="10787" y="5096"/>
                  </a:cubicBezTo>
                  <a:lnTo>
                    <a:pt x="11680" y="5096"/>
                  </a:lnTo>
                  <a:cubicBezTo>
                    <a:pt x="11764" y="5096"/>
                    <a:pt x="11847" y="5013"/>
                    <a:pt x="11847" y="4929"/>
                  </a:cubicBezTo>
                  <a:cubicBezTo>
                    <a:pt x="11883" y="4774"/>
                    <a:pt x="11811" y="4703"/>
                    <a:pt x="11704" y="4703"/>
                  </a:cubicBezTo>
                  <a:lnTo>
                    <a:pt x="10990" y="4703"/>
                  </a:lnTo>
                  <a:cubicBezTo>
                    <a:pt x="12025" y="2572"/>
                    <a:pt x="10859" y="452"/>
                    <a:pt x="8930" y="12"/>
                  </a:cubicBezTo>
                  <a:cubicBezTo>
                    <a:pt x="8922" y="11"/>
                    <a:pt x="8914" y="10"/>
                    <a:pt x="8906" y="10"/>
                  </a:cubicBezTo>
                  <a:cubicBezTo>
                    <a:pt x="8821" y="10"/>
                    <a:pt x="8748" y="68"/>
                    <a:pt x="8716" y="155"/>
                  </a:cubicBezTo>
                  <a:cubicBezTo>
                    <a:pt x="8704" y="238"/>
                    <a:pt x="8763" y="333"/>
                    <a:pt x="8847" y="357"/>
                  </a:cubicBezTo>
                  <a:cubicBezTo>
                    <a:pt x="10609" y="762"/>
                    <a:pt x="11668" y="2738"/>
                    <a:pt x="10621" y="4715"/>
                  </a:cubicBezTo>
                  <a:lnTo>
                    <a:pt x="10001" y="4715"/>
                  </a:lnTo>
                  <a:lnTo>
                    <a:pt x="9418" y="3548"/>
                  </a:lnTo>
                  <a:cubicBezTo>
                    <a:pt x="9385" y="3483"/>
                    <a:pt x="9325" y="3452"/>
                    <a:pt x="9266" y="3452"/>
                  </a:cubicBezTo>
                  <a:cubicBezTo>
                    <a:pt x="9196" y="3452"/>
                    <a:pt x="9128" y="3495"/>
                    <a:pt x="9108" y="3572"/>
                  </a:cubicBezTo>
                  <a:lnTo>
                    <a:pt x="8573" y="5251"/>
                  </a:lnTo>
                  <a:lnTo>
                    <a:pt x="7954" y="3870"/>
                  </a:lnTo>
                  <a:cubicBezTo>
                    <a:pt x="7927" y="3808"/>
                    <a:pt x="7868" y="3772"/>
                    <a:pt x="7806" y="3772"/>
                  </a:cubicBezTo>
                  <a:cubicBezTo>
                    <a:pt x="7784" y="3772"/>
                    <a:pt x="7761" y="3777"/>
                    <a:pt x="7739" y="3786"/>
                  </a:cubicBezTo>
                  <a:cubicBezTo>
                    <a:pt x="7644" y="3822"/>
                    <a:pt x="7620" y="3917"/>
                    <a:pt x="7644" y="4001"/>
                  </a:cubicBezTo>
                  <a:lnTo>
                    <a:pt x="8430" y="5810"/>
                  </a:lnTo>
                  <a:cubicBezTo>
                    <a:pt x="8458" y="5877"/>
                    <a:pt x="8520" y="5910"/>
                    <a:pt x="8583" y="5910"/>
                  </a:cubicBezTo>
                  <a:cubicBezTo>
                    <a:pt x="8654" y="5910"/>
                    <a:pt x="8726" y="5869"/>
                    <a:pt x="8751" y="5786"/>
                  </a:cubicBezTo>
                  <a:lnTo>
                    <a:pt x="9299" y="4084"/>
                  </a:lnTo>
                  <a:lnTo>
                    <a:pt x="9739" y="4989"/>
                  </a:lnTo>
                  <a:cubicBezTo>
                    <a:pt x="9775" y="5048"/>
                    <a:pt x="9835" y="5072"/>
                    <a:pt x="9894" y="5072"/>
                  </a:cubicBezTo>
                  <a:lnTo>
                    <a:pt x="10418" y="5072"/>
                  </a:lnTo>
                  <a:cubicBezTo>
                    <a:pt x="9323" y="6715"/>
                    <a:pt x="6989" y="7965"/>
                    <a:pt x="6084" y="8584"/>
                  </a:cubicBezTo>
                  <a:cubicBezTo>
                    <a:pt x="4644" y="7656"/>
                    <a:pt x="2715" y="6537"/>
                    <a:pt x="1750" y="5072"/>
                  </a:cubicBezTo>
                  <a:lnTo>
                    <a:pt x="2572" y="5072"/>
                  </a:lnTo>
                  <a:cubicBezTo>
                    <a:pt x="2631" y="5072"/>
                    <a:pt x="2691" y="5036"/>
                    <a:pt x="2715" y="4989"/>
                  </a:cubicBezTo>
                  <a:lnTo>
                    <a:pt x="3453" y="3500"/>
                  </a:lnTo>
                  <a:lnTo>
                    <a:pt x="4358" y="6167"/>
                  </a:lnTo>
                  <a:cubicBezTo>
                    <a:pt x="4387" y="6243"/>
                    <a:pt x="4456" y="6279"/>
                    <a:pt x="4523" y="6279"/>
                  </a:cubicBezTo>
                  <a:cubicBezTo>
                    <a:pt x="4593" y="6279"/>
                    <a:pt x="4661" y="6240"/>
                    <a:pt x="4679" y="6167"/>
                  </a:cubicBezTo>
                  <a:lnTo>
                    <a:pt x="5394" y="3739"/>
                  </a:lnTo>
                  <a:lnTo>
                    <a:pt x="6049" y="4822"/>
                  </a:lnTo>
                  <a:cubicBezTo>
                    <a:pt x="6087" y="4877"/>
                    <a:pt x="6146" y="4904"/>
                    <a:pt x="6202" y="4904"/>
                  </a:cubicBezTo>
                  <a:cubicBezTo>
                    <a:pt x="6267" y="4904"/>
                    <a:pt x="6327" y="4868"/>
                    <a:pt x="6346" y="4798"/>
                  </a:cubicBezTo>
                  <a:lnTo>
                    <a:pt x="7120" y="2893"/>
                  </a:lnTo>
                  <a:lnTo>
                    <a:pt x="7358" y="3429"/>
                  </a:lnTo>
                  <a:cubicBezTo>
                    <a:pt x="7393" y="3491"/>
                    <a:pt x="7455" y="3526"/>
                    <a:pt x="7518" y="3526"/>
                  </a:cubicBezTo>
                  <a:cubicBezTo>
                    <a:pt x="7540" y="3526"/>
                    <a:pt x="7563" y="3522"/>
                    <a:pt x="7584" y="3512"/>
                  </a:cubicBezTo>
                  <a:cubicBezTo>
                    <a:pt x="7680" y="3465"/>
                    <a:pt x="7704" y="3381"/>
                    <a:pt x="7680" y="3286"/>
                  </a:cubicBezTo>
                  <a:lnTo>
                    <a:pt x="7287" y="2393"/>
                  </a:lnTo>
                  <a:cubicBezTo>
                    <a:pt x="7257" y="2328"/>
                    <a:pt x="7195" y="2295"/>
                    <a:pt x="7132" y="2295"/>
                  </a:cubicBezTo>
                  <a:cubicBezTo>
                    <a:pt x="7070" y="2295"/>
                    <a:pt x="7007" y="2328"/>
                    <a:pt x="6977" y="2393"/>
                  </a:cubicBezTo>
                  <a:lnTo>
                    <a:pt x="6168" y="4358"/>
                  </a:lnTo>
                  <a:lnTo>
                    <a:pt x="5501" y="3227"/>
                  </a:lnTo>
                  <a:cubicBezTo>
                    <a:pt x="5470" y="3171"/>
                    <a:pt x="5419" y="3145"/>
                    <a:pt x="5365" y="3145"/>
                  </a:cubicBezTo>
                  <a:cubicBezTo>
                    <a:pt x="5293" y="3145"/>
                    <a:pt x="5219" y="3192"/>
                    <a:pt x="5191" y="3274"/>
                  </a:cubicBezTo>
                  <a:lnTo>
                    <a:pt x="4501" y="5572"/>
                  </a:lnTo>
                  <a:lnTo>
                    <a:pt x="3643" y="3024"/>
                  </a:lnTo>
                  <a:cubicBezTo>
                    <a:pt x="3618" y="2942"/>
                    <a:pt x="3550" y="2900"/>
                    <a:pt x="3482" y="2900"/>
                  </a:cubicBezTo>
                  <a:cubicBezTo>
                    <a:pt x="3421" y="2900"/>
                    <a:pt x="3362" y="2933"/>
                    <a:pt x="3334" y="3000"/>
                  </a:cubicBezTo>
                  <a:lnTo>
                    <a:pt x="2465" y="4774"/>
                  </a:lnTo>
                  <a:lnTo>
                    <a:pt x="1548" y="4774"/>
                  </a:lnTo>
                  <a:cubicBezTo>
                    <a:pt x="357" y="2548"/>
                    <a:pt x="1869" y="345"/>
                    <a:pt x="3929" y="345"/>
                  </a:cubicBezTo>
                  <a:cubicBezTo>
                    <a:pt x="4703" y="345"/>
                    <a:pt x="5418" y="655"/>
                    <a:pt x="5953" y="1203"/>
                  </a:cubicBezTo>
                  <a:cubicBezTo>
                    <a:pt x="5989" y="1238"/>
                    <a:pt x="6034" y="1256"/>
                    <a:pt x="6078" y="1256"/>
                  </a:cubicBezTo>
                  <a:cubicBezTo>
                    <a:pt x="6123" y="1256"/>
                    <a:pt x="6168" y="1238"/>
                    <a:pt x="6203" y="1203"/>
                  </a:cubicBezTo>
                  <a:cubicBezTo>
                    <a:pt x="6668" y="714"/>
                    <a:pt x="7287" y="417"/>
                    <a:pt x="7954" y="357"/>
                  </a:cubicBezTo>
                  <a:cubicBezTo>
                    <a:pt x="8049" y="345"/>
                    <a:pt x="8120" y="262"/>
                    <a:pt x="8108" y="167"/>
                  </a:cubicBezTo>
                  <a:cubicBezTo>
                    <a:pt x="8097" y="78"/>
                    <a:pt x="8025" y="11"/>
                    <a:pt x="7939" y="11"/>
                  </a:cubicBezTo>
                  <a:cubicBezTo>
                    <a:pt x="7932" y="11"/>
                    <a:pt x="7925" y="11"/>
                    <a:pt x="7918" y="12"/>
                  </a:cubicBezTo>
                  <a:cubicBezTo>
                    <a:pt x="7215" y="83"/>
                    <a:pt x="6572" y="369"/>
                    <a:pt x="6072" y="845"/>
                  </a:cubicBezTo>
                  <a:cubicBezTo>
                    <a:pt x="5489" y="298"/>
                    <a:pt x="4727" y="0"/>
                    <a:pt x="39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47" name="Google Shape;2547;p42"/>
            <p:cNvGrpSpPr/>
            <p:nvPr/>
          </p:nvGrpSpPr>
          <p:grpSpPr>
            <a:xfrm>
              <a:off x="2228769" y="4551728"/>
              <a:ext cx="285230" cy="355597"/>
              <a:chOff x="8007400" y="2902278"/>
              <a:chExt cx="285230" cy="355597"/>
            </a:xfrm>
          </p:grpSpPr>
          <p:sp>
            <p:nvSpPr>
              <p:cNvPr id="2548" name="Google Shape;2548;p42"/>
              <p:cNvSpPr/>
              <p:nvPr/>
            </p:nvSpPr>
            <p:spPr>
              <a:xfrm>
                <a:off x="8134820" y="3165305"/>
                <a:ext cx="39851" cy="39851"/>
              </a:xfrm>
              <a:custGeom>
                <a:avLst/>
                <a:gdLst/>
                <a:ahLst/>
                <a:cxnLst/>
                <a:rect l="l" t="t" r="r" b="b"/>
                <a:pathLst>
                  <a:path w="1251" h="1251" extrusionOk="0">
                    <a:moveTo>
                      <a:pt x="632" y="310"/>
                    </a:moveTo>
                    <a:cubicBezTo>
                      <a:pt x="799" y="310"/>
                      <a:pt x="930" y="441"/>
                      <a:pt x="930" y="608"/>
                    </a:cubicBezTo>
                    <a:cubicBezTo>
                      <a:pt x="930" y="775"/>
                      <a:pt x="799" y="906"/>
                      <a:pt x="632" y="906"/>
                    </a:cubicBezTo>
                    <a:cubicBezTo>
                      <a:pt x="465" y="906"/>
                      <a:pt x="334" y="775"/>
                      <a:pt x="334" y="608"/>
                    </a:cubicBezTo>
                    <a:cubicBezTo>
                      <a:pt x="334" y="441"/>
                      <a:pt x="465" y="310"/>
                      <a:pt x="632" y="310"/>
                    </a:cubicBezTo>
                    <a:close/>
                    <a:moveTo>
                      <a:pt x="632" y="1"/>
                    </a:moveTo>
                    <a:cubicBezTo>
                      <a:pt x="287" y="1"/>
                      <a:pt x="1" y="275"/>
                      <a:pt x="1" y="620"/>
                    </a:cubicBezTo>
                    <a:cubicBezTo>
                      <a:pt x="1" y="965"/>
                      <a:pt x="287" y="1251"/>
                      <a:pt x="632" y="1251"/>
                    </a:cubicBezTo>
                    <a:cubicBezTo>
                      <a:pt x="977" y="1251"/>
                      <a:pt x="1251" y="965"/>
                      <a:pt x="1251" y="620"/>
                    </a:cubicBezTo>
                    <a:cubicBezTo>
                      <a:pt x="1251" y="275"/>
                      <a:pt x="977" y="1"/>
                      <a:pt x="6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Google Shape;2549;p42"/>
              <p:cNvSpPr/>
              <p:nvPr/>
            </p:nvSpPr>
            <p:spPr>
              <a:xfrm>
                <a:off x="8007400" y="2902278"/>
                <a:ext cx="285230" cy="355597"/>
              </a:xfrm>
              <a:custGeom>
                <a:avLst/>
                <a:gdLst/>
                <a:ahLst/>
                <a:cxnLst/>
                <a:rect l="l" t="t" r="r" b="b"/>
                <a:pathLst>
                  <a:path w="8954" h="11163" extrusionOk="0">
                    <a:moveTo>
                      <a:pt x="6528" y="337"/>
                    </a:moveTo>
                    <a:cubicBezTo>
                      <a:pt x="6549" y="337"/>
                      <a:pt x="6573" y="346"/>
                      <a:pt x="6596" y="364"/>
                    </a:cubicBezTo>
                    <a:lnTo>
                      <a:pt x="7632" y="1412"/>
                    </a:lnTo>
                    <a:cubicBezTo>
                      <a:pt x="7668" y="1435"/>
                      <a:pt x="7668" y="1483"/>
                      <a:pt x="7632" y="1519"/>
                    </a:cubicBezTo>
                    <a:lnTo>
                      <a:pt x="7489" y="1674"/>
                    </a:lnTo>
                    <a:cubicBezTo>
                      <a:pt x="7472" y="1691"/>
                      <a:pt x="7454" y="1700"/>
                      <a:pt x="7434" y="1700"/>
                    </a:cubicBezTo>
                    <a:cubicBezTo>
                      <a:pt x="7415" y="1700"/>
                      <a:pt x="7394" y="1691"/>
                      <a:pt x="7370" y="1674"/>
                    </a:cubicBezTo>
                    <a:lnTo>
                      <a:pt x="6323" y="626"/>
                    </a:lnTo>
                    <a:cubicBezTo>
                      <a:pt x="6299" y="590"/>
                      <a:pt x="6299" y="542"/>
                      <a:pt x="6323" y="519"/>
                    </a:cubicBezTo>
                    <a:lnTo>
                      <a:pt x="6477" y="364"/>
                    </a:lnTo>
                    <a:cubicBezTo>
                      <a:pt x="6489" y="346"/>
                      <a:pt x="6507" y="337"/>
                      <a:pt x="6528" y="337"/>
                    </a:cubicBezTo>
                    <a:close/>
                    <a:moveTo>
                      <a:pt x="6299" y="1066"/>
                    </a:moveTo>
                    <a:lnTo>
                      <a:pt x="7001" y="1769"/>
                    </a:lnTo>
                    <a:lnTo>
                      <a:pt x="6346" y="2424"/>
                    </a:lnTo>
                    <a:lnTo>
                      <a:pt x="5644" y="1721"/>
                    </a:lnTo>
                    <a:lnTo>
                      <a:pt x="6299" y="1066"/>
                    </a:lnTo>
                    <a:close/>
                    <a:moveTo>
                      <a:pt x="2155" y="4698"/>
                    </a:moveTo>
                    <a:lnTo>
                      <a:pt x="2453" y="4995"/>
                    </a:lnTo>
                    <a:lnTo>
                      <a:pt x="2215" y="5198"/>
                    </a:lnTo>
                    <a:cubicBezTo>
                      <a:pt x="2203" y="5216"/>
                      <a:pt x="2182" y="5225"/>
                      <a:pt x="2160" y="5225"/>
                    </a:cubicBezTo>
                    <a:cubicBezTo>
                      <a:pt x="2137" y="5225"/>
                      <a:pt x="2114" y="5216"/>
                      <a:pt x="2096" y="5198"/>
                    </a:cubicBezTo>
                    <a:lnTo>
                      <a:pt x="1941" y="5031"/>
                    </a:lnTo>
                    <a:cubicBezTo>
                      <a:pt x="1905" y="5007"/>
                      <a:pt x="1905" y="4948"/>
                      <a:pt x="1941" y="4924"/>
                    </a:cubicBezTo>
                    <a:lnTo>
                      <a:pt x="2155" y="4698"/>
                    </a:lnTo>
                    <a:close/>
                    <a:moveTo>
                      <a:pt x="2408" y="3865"/>
                    </a:moveTo>
                    <a:cubicBezTo>
                      <a:pt x="2416" y="3865"/>
                      <a:pt x="2422" y="3869"/>
                      <a:pt x="2429" y="3876"/>
                    </a:cubicBezTo>
                    <a:lnTo>
                      <a:pt x="2572" y="4031"/>
                    </a:lnTo>
                    <a:cubicBezTo>
                      <a:pt x="4203" y="5662"/>
                      <a:pt x="4144" y="5579"/>
                      <a:pt x="4108" y="5603"/>
                    </a:cubicBezTo>
                    <a:lnTo>
                      <a:pt x="3846" y="5876"/>
                    </a:lnTo>
                    <a:cubicBezTo>
                      <a:pt x="3842" y="5879"/>
                      <a:pt x="3839" y="5883"/>
                      <a:pt x="3835" y="5883"/>
                    </a:cubicBezTo>
                    <a:cubicBezTo>
                      <a:pt x="3804" y="5883"/>
                      <a:pt x="3678" y="5722"/>
                      <a:pt x="2120" y="4174"/>
                    </a:cubicBezTo>
                    <a:cubicBezTo>
                      <a:pt x="2096" y="4162"/>
                      <a:pt x="2096" y="4138"/>
                      <a:pt x="2120" y="4138"/>
                    </a:cubicBezTo>
                    <a:cubicBezTo>
                      <a:pt x="2328" y="3930"/>
                      <a:pt x="2378" y="3865"/>
                      <a:pt x="2408" y="3865"/>
                    </a:cubicBezTo>
                    <a:close/>
                    <a:moveTo>
                      <a:pt x="3025" y="5579"/>
                    </a:moveTo>
                    <a:lnTo>
                      <a:pt x="3322" y="5876"/>
                    </a:lnTo>
                    <a:lnTo>
                      <a:pt x="3084" y="6079"/>
                    </a:lnTo>
                    <a:cubicBezTo>
                      <a:pt x="3066" y="6097"/>
                      <a:pt x="3042" y="6106"/>
                      <a:pt x="3020" y="6106"/>
                    </a:cubicBezTo>
                    <a:cubicBezTo>
                      <a:pt x="2998" y="6106"/>
                      <a:pt x="2977" y="6097"/>
                      <a:pt x="2965" y="6079"/>
                    </a:cubicBezTo>
                    <a:lnTo>
                      <a:pt x="2798" y="5912"/>
                    </a:lnTo>
                    <a:cubicBezTo>
                      <a:pt x="2774" y="5888"/>
                      <a:pt x="2774" y="5829"/>
                      <a:pt x="2798" y="5793"/>
                    </a:cubicBezTo>
                    <a:lnTo>
                      <a:pt x="3025" y="5579"/>
                    </a:lnTo>
                    <a:close/>
                    <a:moveTo>
                      <a:pt x="3025" y="6936"/>
                    </a:moveTo>
                    <a:cubicBezTo>
                      <a:pt x="3072" y="6936"/>
                      <a:pt x="3096" y="6972"/>
                      <a:pt x="3096" y="7019"/>
                    </a:cubicBezTo>
                    <a:lnTo>
                      <a:pt x="3096" y="7269"/>
                    </a:lnTo>
                    <a:cubicBezTo>
                      <a:pt x="3096" y="7317"/>
                      <a:pt x="3072" y="7341"/>
                      <a:pt x="3025" y="7341"/>
                    </a:cubicBezTo>
                    <a:lnTo>
                      <a:pt x="405" y="7341"/>
                    </a:lnTo>
                    <a:cubicBezTo>
                      <a:pt x="369" y="7341"/>
                      <a:pt x="334" y="7305"/>
                      <a:pt x="334" y="7269"/>
                    </a:cubicBezTo>
                    <a:lnTo>
                      <a:pt x="334" y="7019"/>
                    </a:lnTo>
                    <a:cubicBezTo>
                      <a:pt x="334" y="6972"/>
                      <a:pt x="358" y="6936"/>
                      <a:pt x="405" y="6936"/>
                    </a:cubicBezTo>
                    <a:close/>
                    <a:moveTo>
                      <a:pt x="1834" y="7674"/>
                    </a:moveTo>
                    <a:cubicBezTo>
                      <a:pt x="2060" y="7960"/>
                      <a:pt x="2322" y="8210"/>
                      <a:pt x="2632" y="8401"/>
                    </a:cubicBezTo>
                    <a:cubicBezTo>
                      <a:pt x="2608" y="8448"/>
                      <a:pt x="2572" y="8496"/>
                      <a:pt x="2548" y="8520"/>
                    </a:cubicBezTo>
                    <a:cubicBezTo>
                      <a:pt x="2489" y="8591"/>
                      <a:pt x="2441" y="8663"/>
                      <a:pt x="2393" y="8746"/>
                    </a:cubicBezTo>
                    <a:cubicBezTo>
                      <a:pt x="2382" y="8770"/>
                      <a:pt x="2334" y="8805"/>
                      <a:pt x="2322" y="8853"/>
                    </a:cubicBezTo>
                    <a:cubicBezTo>
                      <a:pt x="1846" y="8555"/>
                      <a:pt x="1465" y="8151"/>
                      <a:pt x="1167" y="7674"/>
                    </a:cubicBezTo>
                    <a:close/>
                    <a:moveTo>
                      <a:pt x="4632" y="7793"/>
                    </a:moveTo>
                    <a:cubicBezTo>
                      <a:pt x="5870" y="7793"/>
                      <a:pt x="6846" y="8793"/>
                      <a:pt x="6918" y="9936"/>
                    </a:cubicBezTo>
                    <a:lnTo>
                      <a:pt x="2334" y="9936"/>
                    </a:lnTo>
                    <a:cubicBezTo>
                      <a:pt x="2417" y="8770"/>
                      <a:pt x="3406" y="7793"/>
                      <a:pt x="4632" y="7793"/>
                    </a:cubicBezTo>
                    <a:close/>
                    <a:moveTo>
                      <a:pt x="6525" y="1"/>
                    </a:moveTo>
                    <a:cubicBezTo>
                      <a:pt x="6421" y="1"/>
                      <a:pt x="6317" y="42"/>
                      <a:pt x="6239" y="126"/>
                    </a:cubicBezTo>
                    <a:lnTo>
                      <a:pt x="6084" y="269"/>
                    </a:lnTo>
                    <a:cubicBezTo>
                      <a:pt x="5942" y="423"/>
                      <a:pt x="5942" y="662"/>
                      <a:pt x="6073" y="804"/>
                    </a:cubicBezTo>
                    <a:lnTo>
                      <a:pt x="5406" y="1483"/>
                    </a:lnTo>
                    <a:lnTo>
                      <a:pt x="5251" y="1328"/>
                    </a:lnTo>
                    <a:cubicBezTo>
                      <a:pt x="5221" y="1299"/>
                      <a:pt x="5180" y="1284"/>
                      <a:pt x="5136" y="1284"/>
                    </a:cubicBezTo>
                    <a:cubicBezTo>
                      <a:pt x="5093" y="1284"/>
                      <a:pt x="5049" y="1299"/>
                      <a:pt x="5013" y="1328"/>
                    </a:cubicBezTo>
                    <a:lnTo>
                      <a:pt x="3977" y="2376"/>
                    </a:lnTo>
                    <a:cubicBezTo>
                      <a:pt x="3917" y="2436"/>
                      <a:pt x="3917" y="2531"/>
                      <a:pt x="3977" y="2614"/>
                    </a:cubicBezTo>
                    <a:cubicBezTo>
                      <a:pt x="4007" y="2644"/>
                      <a:pt x="4045" y="2659"/>
                      <a:pt x="4087" y="2659"/>
                    </a:cubicBezTo>
                    <a:cubicBezTo>
                      <a:pt x="4129" y="2659"/>
                      <a:pt x="4173" y="2644"/>
                      <a:pt x="4215" y="2614"/>
                    </a:cubicBezTo>
                    <a:lnTo>
                      <a:pt x="5132" y="1685"/>
                    </a:lnTo>
                    <a:lnTo>
                      <a:pt x="6299" y="2852"/>
                    </a:lnTo>
                    <a:lnTo>
                      <a:pt x="4060" y="5079"/>
                    </a:lnTo>
                    <a:lnTo>
                      <a:pt x="2905" y="3924"/>
                    </a:lnTo>
                    <a:lnTo>
                      <a:pt x="3739" y="3090"/>
                    </a:lnTo>
                    <a:cubicBezTo>
                      <a:pt x="3798" y="3031"/>
                      <a:pt x="3798" y="2924"/>
                      <a:pt x="3739" y="2864"/>
                    </a:cubicBezTo>
                    <a:cubicBezTo>
                      <a:pt x="3709" y="2834"/>
                      <a:pt x="3667" y="2820"/>
                      <a:pt x="3624" y="2820"/>
                    </a:cubicBezTo>
                    <a:cubicBezTo>
                      <a:pt x="3581" y="2820"/>
                      <a:pt x="3536" y="2834"/>
                      <a:pt x="3501" y="2864"/>
                    </a:cubicBezTo>
                    <a:lnTo>
                      <a:pt x="2667" y="3698"/>
                    </a:lnTo>
                    <a:lnTo>
                      <a:pt x="2632" y="3662"/>
                    </a:lnTo>
                    <a:cubicBezTo>
                      <a:pt x="2566" y="3596"/>
                      <a:pt x="2477" y="3564"/>
                      <a:pt x="2388" y="3564"/>
                    </a:cubicBezTo>
                    <a:cubicBezTo>
                      <a:pt x="2298" y="3564"/>
                      <a:pt x="2209" y="3596"/>
                      <a:pt x="2143" y="3662"/>
                    </a:cubicBezTo>
                    <a:lnTo>
                      <a:pt x="1870" y="3936"/>
                    </a:lnTo>
                    <a:cubicBezTo>
                      <a:pt x="1739" y="4067"/>
                      <a:pt x="1739" y="4293"/>
                      <a:pt x="1870" y="4424"/>
                    </a:cubicBezTo>
                    <a:lnTo>
                      <a:pt x="1905" y="4460"/>
                    </a:lnTo>
                    <a:cubicBezTo>
                      <a:pt x="1751" y="4638"/>
                      <a:pt x="1548" y="4722"/>
                      <a:pt x="1548" y="4972"/>
                    </a:cubicBezTo>
                    <a:cubicBezTo>
                      <a:pt x="1548" y="5079"/>
                      <a:pt x="1596" y="5186"/>
                      <a:pt x="1667" y="5269"/>
                    </a:cubicBezTo>
                    <a:cubicBezTo>
                      <a:pt x="1786" y="5376"/>
                      <a:pt x="1870" y="5555"/>
                      <a:pt x="2132" y="5555"/>
                    </a:cubicBezTo>
                    <a:cubicBezTo>
                      <a:pt x="2382" y="5555"/>
                      <a:pt x="2465" y="5353"/>
                      <a:pt x="2644" y="5198"/>
                    </a:cubicBezTo>
                    <a:lnTo>
                      <a:pt x="2763" y="5317"/>
                    </a:lnTo>
                    <a:cubicBezTo>
                      <a:pt x="2620" y="5495"/>
                      <a:pt x="2405" y="5591"/>
                      <a:pt x="2405" y="5841"/>
                    </a:cubicBezTo>
                    <a:cubicBezTo>
                      <a:pt x="2405" y="6079"/>
                      <a:pt x="2608" y="6186"/>
                      <a:pt x="2691" y="6305"/>
                    </a:cubicBezTo>
                    <a:cubicBezTo>
                      <a:pt x="2763" y="6377"/>
                      <a:pt x="2870" y="6424"/>
                      <a:pt x="2989" y="6424"/>
                    </a:cubicBezTo>
                    <a:cubicBezTo>
                      <a:pt x="3239" y="6424"/>
                      <a:pt x="3334" y="6210"/>
                      <a:pt x="3513" y="6067"/>
                    </a:cubicBezTo>
                    <a:cubicBezTo>
                      <a:pt x="3525" y="6079"/>
                      <a:pt x="3620" y="6198"/>
                      <a:pt x="3798" y="6198"/>
                    </a:cubicBezTo>
                    <a:cubicBezTo>
                      <a:pt x="3882" y="6198"/>
                      <a:pt x="3977" y="6162"/>
                      <a:pt x="4048" y="6091"/>
                    </a:cubicBezTo>
                    <a:lnTo>
                      <a:pt x="4310" y="5829"/>
                    </a:lnTo>
                    <a:cubicBezTo>
                      <a:pt x="4453" y="5686"/>
                      <a:pt x="4453" y="5472"/>
                      <a:pt x="4310" y="5329"/>
                    </a:cubicBezTo>
                    <a:lnTo>
                      <a:pt x="4287" y="5305"/>
                    </a:lnTo>
                    <a:lnTo>
                      <a:pt x="6239" y="3352"/>
                    </a:lnTo>
                    <a:cubicBezTo>
                      <a:pt x="6930" y="3924"/>
                      <a:pt x="7335" y="4733"/>
                      <a:pt x="7335" y="5626"/>
                    </a:cubicBezTo>
                    <a:cubicBezTo>
                      <a:pt x="7335" y="6555"/>
                      <a:pt x="6906" y="7412"/>
                      <a:pt x="6156" y="7984"/>
                    </a:cubicBezTo>
                    <a:cubicBezTo>
                      <a:pt x="5690" y="7638"/>
                      <a:pt x="5153" y="7470"/>
                      <a:pt x="4619" y="7470"/>
                    </a:cubicBezTo>
                    <a:cubicBezTo>
                      <a:pt x="3993" y="7470"/>
                      <a:pt x="3371" y="7701"/>
                      <a:pt x="2870" y="8151"/>
                    </a:cubicBezTo>
                    <a:cubicBezTo>
                      <a:pt x="2644" y="8008"/>
                      <a:pt x="2453" y="7853"/>
                      <a:pt x="2274" y="7650"/>
                    </a:cubicBezTo>
                    <a:lnTo>
                      <a:pt x="3025" y="7650"/>
                    </a:lnTo>
                    <a:cubicBezTo>
                      <a:pt x="3239" y="7650"/>
                      <a:pt x="3417" y="7472"/>
                      <a:pt x="3417" y="7258"/>
                    </a:cubicBezTo>
                    <a:lnTo>
                      <a:pt x="3417" y="6996"/>
                    </a:lnTo>
                    <a:cubicBezTo>
                      <a:pt x="3417" y="6781"/>
                      <a:pt x="3239" y="6603"/>
                      <a:pt x="3025" y="6603"/>
                    </a:cubicBezTo>
                    <a:lnTo>
                      <a:pt x="405" y="6603"/>
                    </a:lnTo>
                    <a:cubicBezTo>
                      <a:pt x="179" y="6603"/>
                      <a:pt x="0" y="6781"/>
                      <a:pt x="0" y="6996"/>
                    </a:cubicBezTo>
                    <a:lnTo>
                      <a:pt x="0" y="7258"/>
                    </a:lnTo>
                    <a:cubicBezTo>
                      <a:pt x="0" y="7472"/>
                      <a:pt x="179" y="7650"/>
                      <a:pt x="405" y="7650"/>
                    </a:cubicBezTo>
                    <a:lnTo>
                      <a:pt x="774" y="7650"/>
                    </a:lnTo>
                    <a:cubicBezTo>
                      <a:pt x="1036" y="8162"/>
                      <a:pt x="1548" y="8722"/>
                      <a:pt x="2191" y="9127"/>
                    </a:cubicBezTo>
                    <a:cubicBezTo>
                      <a:pt x="2084" y="9377"/>
                      <a:pt x="2036" y="9651"/>
                      <a:pt x="2012" y="9936"/>
                    </a:cubicBezTo>
                    <a:lnTo>
                      <a:pt x="846" y="9936"/>
                    </a:lnTo>
                    <a:cubicBezTo>
                      <a:pt x="774" y="9936"/>
                      <a:pt x="715" y="9972"/>
                      <a:pt x="703" y="10032"/>
                    </a:cubicBezTo>
                    <a:lnTo>
                      <a:pt x="346" y="10948"/>
                    </a:lnTo>
                    <a:cubicBezTo>
                      <a:pt x="298" y="11044"/>
                      <a:pt x="381" y="11163"/>
                      <a:pt x="488" y="11163"/>
                    </a:cubicBezTo>
                    <a:lnTo>
                      <a:pt x="1393" y="11163"/>
                    </a:lnTo>
                    <a:cubicBezTo>
                      <a:pt x="1489" y="11163"/>
                      <a:pt x="1560" y="11091"/>
                      <a:pt x="1560" y="11008"/>
                    </a:cubicBezTo>
                    <a:cubicBezTo>
                      <a:pt x="1560" y="10913"/>
                      <a:pt x="1489" y="10841"/>
                      <a:pt x="1393" y="10841"/>
                    </a:cubicBezTo>
                    <a:lnTo>
                      <a:pt x="739" y="10841"/>
                    </a:lnTo>
                    <a:lnTo>
                      <a:pt x="965" y="10258"/>
                    </a:lnTo>
                    <a:lnTo>
                      <a:pt x="8299" y="10258"/>
                    </a:lnTo>
                    <a:lnTo>
                      <a:pt x="8525" y="10841"/>
                    </a:lnTo>
                    <a:lnTo>
                      <a:pt x="2167" y="10841"/>
                    </a:lnTo>
                    <a:cubicBezTo>
                      <a:pt x="2084" y="10841"/>
                      <a:pt x="2012" y="10913"/>
                      <a:pt x="2012" y="11008"/>
                    </a:cubicBezTo>
                    <a:cubicBezTo>
                      <a:pt x="2012" y="11091"/>
                      <a:pt x="2084" y="11163"/>
                      <a:pt x="2167" y="11163"/>
                    </a:cubicBezTo>
                    <a:lnTo>
                      <a:pt x="8763" y="11163"/>
                    </a:lnTo>
                    <a:cubicBezTo>
                      <a:pt x="8882" y="11163"/>
                      <a:pt x="8954" y="11044"/>
                      <a:pt x="8918" y="10948"/>
                    </a:cubicBezTo>
                    <a:lnTo>
                      <a:pt x="8561" y="10044"/>
                    </a:lnTo>
                    <a:cubicBezTo>
                      <a:pt x="8525" y="9984"/>
                      <a:pt x="8466" y="9936"/>
                      <a:pt x="8406" y="9936"/>
                    </a:cubicBezTo>
                    <a:lnTo>
                      <a:pt x="7251" y="9936"/>
                    </a:lnTo>
                    <a:cubicBezTo>
                      <a:pt x="7216" y="9555"/>
                      <a:pt x="7132" y="9198"/>
                      <a:pt x="6965" y="8889"/>
                    </a:cubicBezTo>
                    <a:cubicBezTo>
                      <a:pt x="7847" y="8210"/>
                      <a:pt x="8430" y="7174"/>
                      <a:pt x="8525" y="6067"/>
                    </a:cubicBezTo>
                    <a:cubicBezTo>
                      <a:pt x="8537" y="5972"/>
                      <a:pt x="8466" y="5900"/>
                      <a:pt x="8382" y="5888"/>
                    </a:cubicBezTo>
                    <a:cubicBezTo>
                      <a:pt x="8371" y="5886"/>
                      <a:pt x="8360" y="5884"/>
                      <a:pt x="8350" y="5884"/>
                    </a:cubicBezTo>
                    <a:cubicBezTo>
                      <a:pt x="8271" y="5884"/>
                      <a:pt x="8214" y="5958"/>
                      <a:pt x="8204" y="6031"/>
                    </a:cubicBezTo>
                    <a:cubicBezTo>
                      <a:pt x="8097" y="7043"/>
                      <a:pt x="7597" y="7972"/>
                      <a:pt x="6799" y="8603"/>
                    </a:cubicBezTo>
                    <a:cubicBezTo>
                      <a:pt x="6751" y="8543"/>
                      <a:pt x="6715" y="8508"/>
                      <a:pt x="6668" y="8460"/>
                    </a:cubicBezTo>
                    <a:cubicBezTo>
                      <a:pt x="6608" y="8389"/>
                      <a:pt x="6537" y="8293"/>
                      <a:pt x="6454" y="8222"/>
                    </a:cubicBezTo>
                    <a:lnTo>
                      <a:pt x="6430" y="8186"/>
                    </a:lnTo>
                    <a:cubicBezTo>
                      <a:pt x="8037" y="6912"/>
                      <a:pt x="8097" y="4460"/>
                      <a:pt x="6477" y="3114"/>
                    </a:cubicBezTo>
                    <a:lnTo>
                      <a:pt x="6632" y="2948"/>
                    </a:lnTo>
                    <a:cubicBezTo>
                      <a:pt x="6692" y="2888"/>
                      <a:pt x="6692" y="2793"/>
                      <a:pt x="6632" y="2733"/>
                    </a:cubicBezTo>
                    <a:lnTo>
                      <a:pt x="6561" y="2650"/>
                    </a:lnTo>
                    <a:lnTo>
                      <a:pt x="6656" y="2567"/>
                    </a:lnTo>
                    <a:cubicBezTo>
                      <a:pt x="7013" y="2793"/>
                      <a:pt x="7489" y="3305"/>
                      <a:pt x="7799" y="3900"/>
                    </a:cubicBezTo>
                    <a:cubicBezTo>
                      <a:pt x="8037" y="4352"/>
                      <a:pt x="8168" y="4876"/>
                      <a:pt x="8216" y="5376"/>
                    </a:cubicBezTo>
                    <a:cubicBezTo>
                      <a:pt x="8216" y="5465"/>
                      <a:pt x="8287" y="5532"/>
                      <a:pt x="8373" y="5532"/>
                    </a:cubicBezTo>
                    <a:cubicBezTo>
                      <a:pt x="8380" y="5532"/>
                      <a:pt x="8387" y="5532"/>
                      <a:pt x="8394" y="5531"/>
                    </a:cubicBezTo>
                    <a:cubicBezTo>
                      <a:pt x="8478" y="5531"/>
                      <a:pt x="8561" y="5436"/>
                      <a:pt x="8537" y="5353"/>
                    </a:cubicBezTo>
                    <a:cubicBezTo>
                      <a:pt x="8454" y="4138"/>
                      <a:pt x="7858" y="3055"/>
                      <a:pt x="6894" y="2328"/>
                    </a:cubicBezTo>
                    <a:lnTo>
                      <a:pt x="7251" y="1971"/>
                    </a:lnTo>
                    <a:cubicBezTo>
                      <a:pt x="7317" y="2002"/>
                      <a:pt x="7384" y="2017"/>
                      <a:pt x="7446" y="2017"/>
                    </a:cubicBezTo>
                    <a:cubicBezTo>
                      <a:pt x="7551" y="2017"/>
                      <a:pt x="7644" y="1975"/>
                      <a:pt x="7704" y="1900"/>
                    </a:cubicBezTo>
                    <a:lnTo>
                      <a:pt x="7858" y="1745"/>
                    </a:lnTo>
                    <a:cubicBezTo>
                      <a:pt x="8025" y="1578"/>
                      <a:pt x="8025" y="1328"/>
                      <a:pt x="7858" y="1162"/>
                    </a:cubicBezTo>
                    <a:lnTo>
                      <a:pt x="6811" y="126"/>
                    </a:lnTo>
                    <a:cubicBezTo>
                      <a:pt x="6733" y="42"/>
                      <a:pt x="6629" y="1"/>
                      <a:pt x="652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" name="Google Shape;2537;p42">
            <a:extLst>
              <a:ext uri="{FF2B5EF4-FFF2-40B4-BE49-F238E27FC236}">
                <a16:creationId xmlns:a16="http://schemas.microsoft.com/office/drawing/2014/main" id="{58725BEF-95BC-56CE-F85F-707AC99F57A8}"/>
              </a:ext>
            </a:extLst>
          </p:cNvPr>
          <p:cNvGrpSpPr/>
          <p:nvPr/>
        </p:nvGrpSpPr>
        <p:grpSpPr>
          <a:xfrm>
            <a:off x="545592" y="3693334"/>
            <a:ext cx="3628521" cy="1965750"/>
            <a:chOff x="766427" y="3540934"/>
            <a:chExt cx="3628521" cy="1965750"/>
          </a:xfrm>
        </p:grpSpPr>
        <p:sp>
          <p:nvSpPr>
            <p:cNvPr id="5" name="Google Shape;2538;p42">
              <a:extLst>
                <a:ext uri="{FF2B5EF4-FFF2-40B4-BE49-F238E27FC236}">
                  <a16:creationId xmlns:a16="http://schemas.microsoft.com/office/drawing/2014/main" id="{89A5FB32-7A0F-64F6-6997-C5DE0139672F}"/>
                </a:ext>
              </a:extLst>
            </p:cNvPr>
            <p:cNvSpPr/>
            <p:nvPr/>
          </p:nvSpPr>
          <p:spPr>
            <a:xfrm rot="5400000">
              <a:off x="2424290" y="4775284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6" name="Google Shape;2539;p42">
              <a:extLst>
                <a:ext uri="{FF2B5EF4-FFF2-40B4-BE49-F238E27FC236}">
                  <a16:creationId xmlns:a16="http://schemas.microsoft.com/office/drawing/2014/main" id="{B68FB1D5-A30E-4333-302B-5D93EAECA539}"/>
                </a:ext>
              </a:extLst>
            </p:cNvPr>
            <p:cNvSpPr/>
            <p:nvPr/>
          </p:nvSpPr>
          <p:spPr>
            <a:xfrm rot="5400000">
              <a:off x="2832148" y="4363834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7" name="Google Shape;2540;p42">
              <a:extLst>
                <a:ext uri="{FF2B5EF4-FFF2-40B4-BE49-F238E27FC236}">
                  <a16:creationId xmlns:a16="http://schemas.microsoft.com/office/drawing/2014/main" id="{472BA417-C495-ACB4-50A9-1DF6C6B0A737}"/>
                </a:ext>
              </a:extLst>
            </p:cNvPr>
            <p:cNvSpPr/>
            <p:nvPr/>
          </p:nvSpPr>
          <p:spPr>
            <a:xfrm rot="5400000">
              <a:off x="2832148" y="3540934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8" name="Google Shape;2541;p42">
              <a:extLst>
                <a:ext uri="{FF2B5EF4-FFF2-40B4-BE49-F238E27FC236}">
                  <a16:creationId xmlns:a16="http://schemas.microsoft.com/office/drawing/2014/main" id="{F39CA2ED-5D65-BE2D-95FC-3D78AFFA11AD}"/>
                </a:ext>
              </a:extLst>
            </p:cNvPr>
            <p:cNvSpPr/>
            <p:nvPr/>
          </p:nvSpPr>
          <p:spPr>
            <a:xfrm rot="5400000">
              <a:off x="3663548" y="4363834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9" name="Google Shape;2542;p42">
              <a:extLst>
                <a:ext uri="{FF2B5EF4-FFF2-40B4-BE49-F238E27FC236}">
                  <a16:creationId xmlns:a16="http://schemas.microsoft.com/office/drawing/2014/main" id="{AA93BBB6-ABF5-281F-51EF-C7D416D277E5}"/>
                </a:ext>
              </a:extLst>
            </p:cNvPr>
            <p:cNvSpPr/>
            <p:nvPr/>
          </p:nvSpPr>
          <p:spPr>
            <a:xfrm rot="-5400000" flipH="1">
              <a:off x="1597827" y="4774959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0" name="Google Shape;2543;p42">
              <a:extLst>
                <a:ext uri="{FF2B5EF4-FFF2-40B4-BE49-F238E27FC236}">
                  <a16:creationId xmlns:a16="http://schemas.microsoft.com/office/drawing/2014/main" id="{99088787-44B2-0C01-CE2C-E9A33CA1C5F5}"/>
                </a:ext>
              </a:extLst>
            </p:cNvPr>
            <p:cNvSpPr/>
            <p:nvPr/>
          </p:nvSpPr>
          <p:spPr>
            <a:xfrm rot="-5400000" flipH="1">
              <a:off x="2005686" y="4363509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1" name="Google Shape;2544;p42">
              <a:extLst>
                <a:ext uri="{FF2B5EF4-FFF2-40B4-BE49-F238E27FC236}">
                  <a16:creationId xmlns:a16="http://schemas.microsoft.com/office/drawing/2014/main" id="{4FF8D83D-0FB2-E57F-C5B3-2E38A72E6053}"/>
                </a:ext>
              </a:extLst>
            </p:cNvPr>
            <p:cNvSpPr/>
            <p:nvPr/>
          </p:nvSpPr>
          <p:spPr>
            <a:xfrm rot="-5400000" flipH="1">
              <a:off x="1597827" y="3952059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2" name="Google Shape;2545;p42">
              <a:extLst>
                <a:ext uri="{FF2B5EF4-FFF2-40B4-BE49-F238E27FC236}">
                  <a16:creationId xmlns:a16="http://schemas.microsoft.com/office/drawing/2014/main" id="{35F85E25-D266-3613-A38C-6FAF5A1D98F8}"/>
                </a:ext>
              </a:extLst>
            </p:cNvPr>
            <p:cNvSpPr/>
            <p:nvPr/>
          </p:nvSpPr>
          <p:spPr>
            <a:xfrm rot="-5400000" flipH="1">
              <a:off x="766427" y="4774959"/>
              <a:ext cx="731400" cy="7314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3" name="Google Shape;2546;p42">
              <a:extLst>
                <a:ext uri="{FF2B5EF4-FFF2-40B4-BE49-F238E27FC236}">
                  <a16:creationId xmlns:a16="http://schemas.microsoft.com/office/drawing/2014/main" id="{C804CD14-B276-C7F7-85E0-C1E32BD1255D}"/>
                </a:ext>
              </a:extLst>
            </p:cNvPr>
            <p:cNvSpPr/>
            <p:nvPr/>
          </p:nvSpPr>
          <p:spPr>
            <a:xfrm>
              <a:off x="3006303" y="3799118"/>
              <a:ext cx="383088" cy="286472"/>
            </a:xfrm>
            <a:custGeom>
              <a:avLst/>
              <a:gdLst/>
              <a:ahLst/>
              <a:cxnLst/>
              <a:rect l="l" t="t" r="r" b="b"/>
              <a:pathLst>
                <a:path w="12026" h="8993" extrusionOk="0">
                  <a:moveTo>
                    <a:pt x="3929" y="0"/>
                  </a:moveTo>
                  <a:cubicBezTo>
                    <a:pt x="1691" y="0"/>
                    <a:pt x="0" y="2322"/>
                    <a:pt x="1167" y="4763"/>
                  </a:cubicBezTo>
                  <a:lnTo>
                    <a:pt x="453" y="4763"/>
                  </a:lnTo>
                  <a:cubicBezTo>
                    <a:pt x="369" y="4763"/>
                    <a:pt x="298" y="4834"/>
                    <a:pt x="298" y="4929"/>
                  </a:cubicBezTo>
                  <a:cubicBezTo>
                    <a:pt x="298" y="5013"/>
                    <a:pt x="369" y="5096"/>
                    <a:pt x="453" y="5096"/>
                  </a:cubicBezTo>
                  <a:lnTo>
                    <a:pt x="1346" y="5096"/>
                  </a:lnTo>
                  <a:cubicBezTo>
                    <a:pt x="2334" y="6727"/>
                    <a:pt x="4382" y="7918"/>
                    <a:pt x="5977" y="8965"/>
                  </a:cubicBezTo>
                  <a:cubicBezTo>
                    <a:pt x="6007" y="8983"/>
                    <a:pt x="6040" y="8992"/>
                    <a:pt x="6071" y="8992"/>
                  </a:cubicBezTo>
                  <a:cubicBezTo>
                    <a:pt x="6102" y="8992"/>
                    <a:pt x="6132" y="8983"/>
                    <a:pt x="6156" y="8965"/>
                  </a:cubicBezTo>
                  <a:cubicBezTo>
                    <a:pt x="7751" y="7930"/>
                    <a:pt x="9799" y="6739"/>
                    <a:pt x="10787" y="5096"/>
                  </a:cubicBezTo>
                  <a:lnTo>
                    <a:pt x="11680" y="5096"/>
                  </a:lnTo>
                  <a:cubicBezTo>
                    <a:pt x="11764" y="5096"/>
                    <a:pt x="11847" y="5013"/>
                    <a:pt x="11847" y="4929"/>
                  </a:cubicBezTo>
                  <a:cubicBezTo>
                    <a:pt x="11883" y="4774"/>
                    <a:pt x="11811" y="4703"/>
                    <a:pt x="11704" y="4703"/>
                  </a:cubicBezTo>
                  <a:lnTo>
                    <a:pt x="10990" y="4703"/>
                  </a:lnTo>
                  <a:cubicBezTo>
                    <a:pt x="12025" y="2572"/>
                    <a:pt x="10859" y="452"/>
                    <a:pt x="8930" y="12"/>
                  </a:cubicBezTo>
                  <a:cubicBezTo>
                    <a:pt x="8922" y="11"/>
                    <a:pt x="8914" y="10"/>
                    <a:pt x="8906" y="10"/>
                  </a:cubicBezTo>
                  <a:cubicBezTo>
                    <a:pt x="8821" y="10"/>
                    <a:pt x="8748" y="68"/>
                    <a:pt x="8716" y="155"/>
                  </a:cubicBezTo>
                  <a:cubicBezTo>
                    <a:pt x="8704" y="238"/>
                    <a:pt x="8763" y="333"/>
                    <a:pt x="8847" y="357"/>
                  </a:cubicBezTo>
                  <a:cubicBezTo>
                    <a:pt x="10609" y="762"/>
                    <a:pt x="11668" y="2738"/>
                    <a:pt x="10621" y="4715"/>
                  </a:cubicBezTo>
                  <a:lnTo>
                    <a:pt x="10001" y="4715"/>
                  </a:lnTo>
                  <a:lnTo>
                    <a:pt x="9418" y="3548"/>
                  </a:lnTo>
                  <a:cubicBezTo>
                    <a:pt x="9385" y="3483"/>
                    <a:pt x="9325" y="3452"/>
                    <a:pt x="9266" y="3452"/>
                  </a:cubicBezTo>
                  <a:cubicBezTo>
                    <a:pt x="9196" y="3452"/>
                    <a:pt x="9128" y="3495"/>
                    <a:pt x="9108" y="3572"/>
                  </a:cubicBezTo>
                  <a:lnTo>
                    <a:pt x="8573" y="5251"/>
                  </a:lnTo>
                  <a:lnTo>
                    <a:pt x="7954" y="3870"/>
                  </a:lnTo>
                  <a:cubicBezTo>
                    <a:pt x="7927" y="3808"/>
                    <a:pt x="7868" y="3772"/>
                    <a:pt x="7806" y="3772"/>
                  </a:cubicBezTo>
                  <a:cubicBezTo>
                    <a:pt x="7784" y="3772"/>
                    <a:pt x="7761" y="3777"/>
                    <a:pt x="7739" y="3786"/>
                  </a:cubicBezTo>
                  <a:cubicBezTo>
                    <a:pt x="7644" y="3822"/>
                    <a:pt x="7620" y="3917"/>
                    <a:pt x="7644" y="4001"/>
                  </a:cubicBezTo>
                  <a:lnTo>
                    <a:pt x="8430" y="5810"/>
                  </a:lnTo>
                  <a:cubicBezTo>
                    <a:pt x="8458" y="5877"/>
                    <a:pt x="8520" y="5910"/>
                    <a:pt x="8583" y="5910"/>
                  </a:cubicBezTo>
                  <a:cubicBezTo>
                    <a:pt x="8654" y="5910"/>
                    <a:pt x="8726" y="5869"/>
                    <a:pt x="8751" y="5786"/>
                  </a:cubicBezTo>
                  <a:lnTo>
                    <a:pt x="9299" y="4084"/>
                  </a:lnTo>
                  <a:lnTo>
                    <a:pt x="9739" y="4989"/>
                  </a:lnTo>
                  <a:cubicBezTo>
                    <a:pt x="9775" y="5048"/>
                    <a:pt x="9835" y="5072"/>
                    <a:pt x="9894" y="5072"/>
                  </a:cubicBezTo>
                  <a:lnTo>
                    <a:pt x="10418" y="5072"/>
                  </a:lnTo>
                  <a:cubicBezTo>
                    <a:pt x="9323" y="6715"/>
                    <a:pt x="6989" y="7965"/>
                    <a:pt x="6084" y="8584"/>
                  </a:cubicBezTo>
                  <a:cubicBezTo>
                    <a:pt x="4644" y="7656"/>
                    <a:pt x="2715" y="6537"/>
                    <a:pt x="1750" y="5072"/>
                  </a:cubicBezTo>
                  <a:lnTo>
                    <a:pt x="2572" y="5072"/>
                  </a:lnTo>
                  <a:cubicBezTo>
                    <a:pt x="2631" y="5072"/>
                    <a:pt x="2691" y="5036"/>
                    <a:pt x="2715" y="4989"/>
                  </a:cubicBezTo>
                  <a:lnTo>
                    <a:pt x="3453" y="3500"/>
                  </a:lnTo>
                  <a:lnTo>
                    <a:pt x="4358" y="6167"/>
                  </a:lnTo>
                  <a:cubicBezTo>
                    <a:pt x="4387" y="6243"/>
                    <a:pt x="4456" y="6279"/>
                    <a:pt x="4523" y="6279"/>
                  </a:cubicBezTo>
                  <a:cubicBezTo>
                    <a:pt x="4593" y="6279"/>
                    <a:pt x="4661" y="6240"/>
                    <a:pt x="4679" y="6167"/>
                  </a:cubicBezTo>
                  <a:lnTo>
                    <a:pt x="5394" y="3739"/>
                  </a:lnTo>
                  <a:lnTo>
                    <a:pt x="6049" y="4822"/>
                  </a:lnTo>
                  <a:cubicBezTo>
                    <a:pt x="6087" y="4877"/>
                    <a:pt x="6146" y="4904"/>
                    <a:pt x="6202" y="4904"/>
                  </a:cubicBezTo>
                  <a:cubicBezTo>
                    <a:pt x="6267" y="4904"/>
                    <a:pt x="6327" y="4868"/>
                    <a:pt x="6346" y="4798"/>
                  </a:cubicBezTo>
                  <a:lnTo>
                    <a:pt x="7120" y="2893"/>
                  </a:lnTo>
                  <a:lnTo>
                    <a:pt x="7358" y="3429"/>
                  </a:lnTo>
                  <a:cubicBezTo>
                    <a:pt x="7393" y="3491"/>
                    <a:pt x="7455" y="3526"/>
                    <a:pt x="7518" y="3526"/>
                  </a:cubicBezTo>
                  <a:cubicBezTo>
                    <a:pt x="7540" y="3526"/>
                    <a:pt x="7563" y="3522"/>
                    <a:pt x="7584" y="3512"/>
                  </a:cubicBezTo>
                  <a:cubicBezTo>
                    <a:pt x="7680" y="3465"/>
                    <a:pt x="7704" y="3381"/>
                    <a:pt x="7680" y="3286"/>
                  </a:cubicBezTo>
                  <a:lnTo>
                    <a:pt x="7287" y="2393"/>
                  </a:lnTo>
                  <a:cubicBezTo>
                    <a:pt x="7257" y="2328"/>
                    <a:pt x="7195" y="2295"/>
                    <a:pt x="7132" y="2295"/>
                  </a:cubicBezTo>
                  <a:cubicBezTo>
                    <a:pt x="7070" y="2295"/>
                    <a:pt x="7007" y="2328"/>
                    <a:pt x="6977" y="2393"/>
                  </a:cubicBezTo>
                  <a:lnTo>
                    <a:pt x="6168" y="4358"/>
                  </a:lnTo>
                  <a:lnTo>
                    <a:pt x="5501" y="3227"/>
                  </a:lnTo>
                  <a:cubicBezTo>
                    <a:pt x="5470" y="3171"/>
                    <a:pt x="5419" y="3145"/>
                    <a:pt x="5365" y="3145"/>
                  </a:cubicBezTo>
                  <a:cubicBezTo>
                    <a:pt x="5293" y="3145"/>
                    <a:pt x="5219" y="3192"/>
                    <a:pt x="5191" y="3274"/>
                  </a:cubicBezTo>
                  <a:lnTo>
                    <a:pt x="4501" y="5572"/>
                  </a:lnTo>
                  <a:lnTo>
                    <a:pt x="3643" y="3024"/>
                  </a:lnTo>
                  <a:cubicBezTo>
                    <a:pt x="3618" y="2942"/>
                    <a:pt x="3550" y="2900"/>
                    <a:pt x="3482" y="2900"/>
                  </a:cubicBezTo>
                  <a:cubicBezTo>
                    <a:pt x="3421" y="2900"/>
                    <a:pt x="3362" y="2933"/>
                    <a:pt x="3334" y="3000"/>
                  </a:cubicBezTo>
                  <a:lnTo>
                    <a:pt x="2465" y="4774"/>
                  </a:lnTo>
                  <a:lnTo>
                    <a:pt x="1548" y="4774"/>
                  </a:lnTo>
                  <a:cubicBezTo>
                    <a:pt x="357" y="2548"/>
                    <a:pt x="1869" y="345"/>
                    <a:pt x="3929" y="345"/>
                  </a:cubicBezTo>
                  <a:cubicBezTo>
                    <a:pt x="4703" y="345"/>
                    <a:pt x="5418" y="655"/>
                    <a:pt x="5953" y="1203"/>
                  </a:cubicBezTo>
                  <a:cubicBezTo>
                    <a:pt x="5989" y="1238"/>
                    <a:pt x="6034" y="1256"/>
                    <a:pt x="6078" y="1256"/>
                  </a:cubicBezTo>
                  <a:cubicBezTo>
                    <a:pt x="6123" y="1256"/>
                    <a:pt x="6168" y="1238"/>
                    <a:pt x="6203" y="1203"/>
                  </a:cubicBezTo>
                  <a:cubicBezTo>
                    <a:pt x="6668" y="714"/>
                    <a:pt x="7287" y="417"/>
                    <a:pt x="7954" y="357"/>
                  </a:cubicBezTo>
                  <a:cubicBezTo>
                    <a:pt x="8049" y="345"/>
                    <a:pt x="8120" y="262"/>
                    <a:pt x="8108" y="167"/>
                  </a:cubicBezTo>
                  <a:cubicBezTo>
                    <a:pt x="8097" y="78"/>
                    <a:pt x="8025" y="11"/>
                    <a:pt x="7939" y="11"/>
                  </a:cubicBezTo>
                  <a:cubicBezTo>
                    <a:pt x="7932" y="11"/>
                    <a:pt x="7925" y="11"/>
                    <a:pt x="7918" y="12"/>
                  </a:cubicBezTo>
                  <a:cubicBezTo>
                    <a:pt x="7215" y="83"/>
                    <a:pt x="6572" y="369"/>
                    <a:pt x="6072" y="845"/>
                  </a:cubicBezTo>
                  <a:cubicBezTo>
                    <a:pt x="5489" y="298"/>
                    <a:pt x="4727" y="0"/>
                    <a:pt x="39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142875" algn="bl" rotWithShape="0">
                <a:schemeClr val="accent2">
                  <a:alpha val="8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" name="Google Shape;2547;p42">
              <a:extLst>
                <a:ext uri="{FF2B5EF4-FFF2-40B4-BE49-F238E27FC236}">
                  <a16:creationId xmlns:a16="http://schemas.microsoft.com/office/drawing/2014/main" id="{1B4D955E-0261-00E7-570E-8C668E17E38A}"/>
                </a:ext>
              </a:extLst>
            </p:cNvPr>
            <p:cNvGrpSpPr/>
            <p:nvPr/>
          </p:nvGrpSpPr>
          <p:grpSpPr>
            <a:xfrm>
              <a:off x="2228769" y="4551728"/>
              <a:ext cx="285230" cy="355597"/>
              <a:chOff x="8007400" y="2902278"/>
              <a:chExt cx="285230" cy="355597"/>
            </a:xfrm>
          </p:grpSpPr>
          <p:sp>
            <p:nvSpPr>
              <p:cNvPr id="15" name="Google Shape;2548;p42">
                <a:extLst>
                  <a:ext uri="{FF2B5EF4-FFF2-40B4-BE49-F238E27FC236}">
                    <a16:creationId xmlns:a16="http://schemas.microsoft.com/office/drawing/2014/main" id="{71F1203B-E332-F9E4-8F8C-1289F0D51285}"/>
                  </a:ext>
                </a:extLst>
              </p:cNvPr>
              <p:cNvSpPr/>
              <p:nvPr/>
            </p:nvSpPr>
            <p:spPr>
              <a:xfrm>
                <a:off x="8134820" y="3165305"/>
                <a:ext cx="39851" cy="39851"/>
              </a:xfrm>
              <a:custGeom>
                <a:avLst/>
                <a:gdLst/>
                <a:ahLst/>
                <a:cxnLst/>
                <a:rect l="l" t="t" r="r" b="b"/>
                <a:pathLst>
                  <a:path w="1251" h="1251" extrusionOk="0">
                    <a:moveTo>
                      <a:pt x="632" y="310"/>
                    </a:moveTo>
                    <a:cubicBezTo>
                      <a:pt x="799" y="310"/>
                      <a:pt x="930" y="441"/>
                      <a:pt x="930" y="608"/>
                    </a:cubicBezTo>
                    <a:cubicBezTo>
                      <a:pt x="930" y="775"/>
                      <a:pt x="799" y="906"/>
                      <a:pt x="632" y="906"/>
                    </a:cubicBezTo>
                    <a:cubicBezTo>
                      <a:pt x="465" y="906"/>
                      <a:pt x="334" y="775"/>
                      <a:pt x="334" y="608"/>
                    </a:cubicBezTo>
                    <a:cubicBezTo>
                      <a:pt x="334" y="441"/>
                      <a:pt x="465" y="310"/>
                      <a:pt x="632" y="310"/>
                    </a:cubicBezTo>
                    <a:close/>
                    <a:moveTo>
                      <a:pt x="632" y="1"/>
                    </a:moveTo>
                    <a:cubicBezTo>
                      <a:pt x="287" y="1"/>
                      <a:pt x="1" y="275"/>
                      <a:pt x="1" y="620"/>
                    </a:cubicBezTo>
                    <a:cubicBezTo>
                      <a:pt x="1" y="965"/>
                      <a:pt x="287" y="1251"/>
                      <a:pt x="632" y="1251"/>
                    </a:cubicBezTo>
                    <a:cubicBezTo>
                      <a:pt x="977" y="1251"/>
                      <a:pt x="1251" y="965"/>
                      <a:pt x="1251" y="620"/>
                    </a:cubicBezTo>
                    <a:cubicBezTo>
                      <a:pt x="1251" y="275"/>
                      <a:pt x="977" y="1"/>
                      <a:pt x="6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2549;p42">
                <a:extLst>
                  <a:ext uri="{FF2B5EF4-FFF2-40B4-BE49-F238E27FC236}">
                    <a16:creationId xmlns:a16="http://schemas.microsoft.com/office/drawing/2014/main" id="{256C56CC-7589-120F-2BB1-7777F42B2D20}"/>
                  </a:ext>
                </a:extLst>
              </p:cNvPr>
              <p:cNvSpPr/>
              <p:nvPr/>
            </p:nvSpPr>
            <p:spPr>
              <a:xfrm>
                <a:off x="8007400" y="2902278"/>
                <a:ext cx="285230" cy="355597"/>
              </a:xfrm>
              <a:custGeom>
                <a:avLst/>
                <a:gdLst/>
                <a:ahLst/>
                <a:cxnLst/>
                <a:rect l="l" t="t" r="r" b="b"/>
                <a:pathLst>
                  <a:path w="8954" h="11163" extrusionOk="0">
                    <a:moveTo>
                      <a:pt x="6528" y="337"/>
                    </a:moveTo>
                    <a:cubicBezTo>
                      <a:pt x="6549" y="337"/>
                      <a:pt x="6573" y="346"/>
                      <a:pt x="6596" y="364"/>
                    </a:cubicBezTo>
                    <a:lnTo>
                      <a:pt x="7632" y="1412"/>
                    </a:lnTo>
                    <a:cubicBezTo>
                      <a:pt x="7668" y="1435"/>
                      <a:pt x="7668" y="1483"/>
                      <a:pt x="7632" y="1519"/>
                    </a:cubicBezTo>
                    <a:lnTo>
                      <a:pt x="7489" y="1674"/>
                    </a:lnTo>
                    <a:cubicBezTo>
                      <a:pt x="7472" y="1691"/>
                      <a:pt x="7454" y="1700"/>
                      <a:pt x="7434" y="1700"/>
                    </a:cubicBezTo>
                    <a:cubicBezTo>
                      <a:pt x="7415" y="1700"/>
                      <a:pt x="7394" y="1691"/>
                      <a:pt x="7370" y="1674"/>
                    </a:cubicBezTo>
                    <a:lnTo>
                      <a:pt x="6323" y="626"/>
                    </a:lnTo>
                    <a:cubicBezTo>
                      <a:pt x="6299" y="590"/>
                      <a:pt x="6299" y="542"/>
                      <a:pt x="6323" y="519"/>
                    </a:cubicBezTo>
                    <a:lnTo>
                      <a:pt x="6477" y="364"/>
                    </a:lnTo>
                    <a:cubicBezTo>
                      <a:pt x="6489" y="346"/>
                      <a:pt x="6507" y="337"/>
                      <a:pt x="6528" y="337"/>
                    </a:cubicBezTo>
                    <a:close/>
                    <a:moveTo>
                      <a:pt x="6299" y="1066"/>
                    </a:moveTo>
                    <a:lnTo>
                      <a:pt x="7001" y="1769"/>
                    </a:lnTo>
                    <a:lnTo>
                      <a:pt x="6346" y="2424"/>
                    </a:lnTo>
                    <a:lnTo>
                      <a:pt x="5644" y="1721"/>
                    </a:lnTo>
                    <a:lnTo>
                      <a:pt x="6299" y="1066"/>
                    </a:lnTo>
                    <a:close/>
                    <a:moveTo>
                      <a:pt x="2155" y="4698"/>
                    </a:moveTo>
                    <a:lnTo>
                      <a:pt x="2453" y="4995"/>
                    </a:lnTo>
                    <a:lnTo>
                      <a:pt x="2215" y="5198"/>
                    </a:lnTo>
                    <a:cubicBezTo>
                      <a:pt x="2203" y="5216"/>
                      <a:pt x="2182" y="5225"/>
                      <a:pt x="2160" y="5225"/>
                    </a:cubicBezTo>
                    <a:cubicBezTo>
                      <a:pt x="2137" y="5225"/>
                      <a:pt x="2114" y="5216"/>
                      <a:pt x="2096" y="5198"/>
                    </a:cubicBezTo>
                    <a:lnTo>
                      <a:pt x="1941" y="5031"/>
                    </a:lnTo>
                    <a:cubicBezTo>
                      <a:pt x="1905" y="5007"/>
                      <a:pt x="1905" y="4948"/>
                      <a:pt x="1941" y="4924"/>
                    </a:cubicBezTo>
                    <a:lnTo>
                      <a:pt x="2155" y="4698"/>
                    </a:lnTo>
                    <a:close/>
                    <a:moveTo>
                      <a:pt x="2408" y="3865"/>
                    </a:moveTo>
                    <a:cubicBezTo>
                      <a:pt x="2416" y="3865"/>
                      <a:pt x="2422" y="3869"/>
                      <a:pt x="2429" y="3876"/>
                    </a:cubicBezTo>
                    <a:lnTo>
                      <a:pt x="2572" y="4031"/>
                    </a:lnTo>
                    <a:cubicBezTo>
                      <a:pt x="4203" y="5662"/>
                      <a:pt x="4144" y="5579"/>
                      <a:pt x="4108" y="5603"/>
                    </a:cubicBezTo>
                    <a:lnTo>
                      <a:pt x="3846" y="5876"/>
                    </a:lnTo>
                    <a:cubicBezTo>
                      <a:pt x="3842" y="5879"/>
                      <a:pt x="3839" y="5883"/>
                      <a:pt x="3835" y="5883"/>
                    </a:cubicBezTo>
                    <a:cubicBezTo>
                      <a:pt x="3804" y="5883"/>
                      <a:pt x="3678" y="5722"/>
                      <a:pt x="2120" y="4174"/>
                    </a:cubicBezTo>
                    <a:cubicBezTo>
                      <a:pt x="2096" y="4162"/>
                      <a:pt x="2096" y="4138"/>
                      <a:pt x="2120" y="4138"/>
                    </a:cubicBezTo>
                    <a:cubicBezTo>
                      <a:pt x="2328" y="3930"/>
                      <a:pt x="2378" y="3865"/>
                      <a:pt x="2408" y="3865"/>
                    </a:cubicBezTo>
                    <a:close/>
                    <a:moveTo>
                      <a:pt x="3025" y="5579"/>
                    </a:moveTo>
                    <a:lnTo>
                      <a:pt x="3322" y="5876"/>
                    </a:lnTo>
                    <a:lnTo>
                      <a:pt x="3084" y="6079"/>
                    </a:lnTo>
                    <a:cubicBezTo>
                      <a:pt x="3066" y="6097"/>
                      <a:pt x="3042" y="6106"/>
                      <a:pt x="3020" y="6106"/>
                    </a:cubicBezTo>
                    <a:cubicBezTo>
                      <a:pt x="2998" y="6106"/>
                      <a:pt x="2977" y="6097"/>
                      <a:pt x="2965" y="6079"/>
                    </a:cubicBezTo>
                    <a:lnTo>
                      <a:pt x="2798" y="5912"/>
                    </a:lnTo>
                    <a:cubicBezTo>
                      <a:pt x="2774" y="5888"/>
                      <a:pt x="2774" y="5829"/>
                      <a:pt x="2798" y="5793"/>
                    </a:cubicBezTo>
                    <a:lnTo>
                      <a:pt x="3025" y="5579"/>
                    </a:lnTo>
                    <a:close/>
                    <a:moveTo>
                      <a:pt x="3025" y="6936"/>
                    </a:moveTo>
                    <a:cubicBezTo>
                      <a:pt x="3072" y="6936"/>
                      <a:pt x="3096" y="6972"/>
                      <a:pt x="3096" y="7019"/>
                    </a:cubicBezTo>
                    <a:lnTo>
                      <a:pt x="3096" y="7269"/>
                    </a:lnTo>
                    <a:cubicBezTo>
                      <a:pt x="3096" y="7317"/>
                      <a:pt x="3072" y="7341"/>
                      <a:pt x="3025" y="7341"/>
                    </a:cubicBezTo>
                    <a:lnTo>
                      <a:pt x="405" y="7341"/>
                    </a:lnTo>
                    <a:cubicBezTo>
                      <a:pt x="369" y="7341"/>
                      <a:pt x="334" y="7305"/>
                      <a:pt x="334" y="7269"/>
                    </a:cubicBezTo>
                    <a:lnTo>
                      <a:pt x="334" y="7019"/>
                    </a:lnTo>
                    <a:cubicBezTo>
                      <a:pt x="334" y="6972"/>
                      <a:pt x="358" y="6936"/>
                      <a:pt x="405" y="6936"/>
                    </a:cubicBezTo>
                    <a:close/>
                    <a:moveTo>
                      <a:pt x="1834" y="7674"/>
                    </a:moveTo>
                    <a:cubicBezTo>
                      <a:pt x="2060" y="7960"/>
                      <a:pt x="2322" y="8210"/>
                      <a:pt x="2632" y="8401"/>
                    </a:cubicBezTo>
                    <a:cubicBezTo>
                      <a:pt x="2608" y="8448"/>
                      <a:pt x="2572" y="8496"/>
                      <a:pt x="2548" y="8520"/>
                    </a:cubicBezTo>
                    <a:cubicBezTo>
                      <a:pt x="2489" y="8591"/>
                      <a:pt x="2441" y="8663"/>
                      <a:pt x="2393" y="8746"/>
                    </a:cubicBezTo>
                    <a:cubicBezTo>
                      <a:pt x="2382" y="8770"/>
                      <a:pt x="2334" y="8805"/>
                      <a:pt x="2322" y="8853"/>
                    </a:cubicBezTo>
                    <a:cubicBezTo>
                      <a:pt x="1846" y="8555"/>
                      <a:pt x="1465" y="8151"/>
                      <a:pt x="1167" y="7674"/>
                    </a:cubicBezTo>
                    <a:close/>
                    <a:moveTo>
                      <a:pt x="4632" y="7793"/>
                    </a:moveTo>
                    <a:cubicBezTo>
                      <a:pt x="5870" y="7793"/>
                      <a:pt x="6846" y="8793"/>
                      <a:pt x="6918" y="9936"/>
                    </a:cubicBezTo>
                    <a:lnTo>
                      <a:pt x="2334" y="9936"/>
                    </a:lnTo>
                    <a:cubicBezTo>
                      <a:pt x="2417" y="8770"/>
                      <a:pt x="3406" y="7793"/>
                      <a:pt x="4632" y="7793"/>
                    </a:cubicBezTo>
                    <a:close/>
                    <a:moveTo>
                      <a:pt x="6525" y="1"/>
                    </a:moveTo>
                    <a:cubicBezTo>
                      <a:pt x="6421" y="1"/>
                      <a:pt x="6317" y="42"/>
                      <a:pt x="6239" y="126"/>
                    </a:cubicBezTo>
                    <a:lnTo>
                      <a:pt x="6084" y="269"/>
                    </a:lnTo>
                    <a:cubicBezTo>
                      <a:pt x="5942" y="423"/>
                      <a:pt x="5942" y="662"/>
                      <a:pt x="6073" y="804"/>
                    </a:cubicBezTo>
                    <a:lnTo>
                      <a:pt x="5406" y="1483"/>
                    </a:lnTo>
                    <a:lnTo>
                      <a:pt x="5251" y="1328"/>
                    </a:lnTo>
                    <a:cubicBezTo>
                      <a:pt x="5221" y="1299"/>
                      <a:pt x="5180" y="1284"/>
                      <a:pt x="5136" y="1284"/>
                    </a:cubicBezTo>
                    <a:cubicBezTo>
                      <a:pt x="5093" y="1284"/>
                      <a:pt x="5049" y="1299"/>
                      <a:pt x="5013" y="1328"/>
                    </a:cubicBezTo>
                    <a:lnTo>
                      <a:pt x="3977" y="2376"/>
                    </a:lnTo>
                    <a:cubicBezTo>
                      <a:pt x="3917" y="2436"/>
                      <a:pt x="3917" y="2531"/>
                      <a:pt x="3977" y="2614"/>
                    </a:cubicBezTo>
                    <a:cubicBezTo>
                      <a:pt x="4007" y="2644"/>
                      <a:pt x="4045" y="2659"/>
                      <a:pt x="4087" y="2659"/>
                    </a:cubicBezTo>
                    <a:cubicBezTo>
                      <a:pt x="4129" y="2659"/>
                      <a:pt x="4173" y="2644"/>
                      <a:pt x="4215" y="2614"/>
                    </a:cubicBezTo>
                    <a:lnTo>
                      <a:pt x="5132" y="1685"/>
                    </a:lnTo>
                    <a:lnTo>
                      <a:pt x="6299" y="2852"/>
                    </a:lnTo>
                    <a:lnTo>
                      <a:pt x="4060" y="5079"/>
                    </a:lnTo>
                    <a:lnTo>
                      <a:pt x="2905" y="3924"/>
                    </a:lnTo>
                    <a:lnTo>
                      <a:pt x="3739" y="3090"/>
                    </a:lnTo>
                    <a:cubicBezTo>
                      <a:pt x="3798" y="3031"/>
                      <a:pt x="3798" y="2924"/>
                      <a:pt x="3739" y="2864"/>
                    </a:cubicBezTo>
                    <a:cubicBezTo>
                      <a:pt x="3709" y="2834"/>
                      <a:pt x="3667" y="2820"/>
                      <a:pt x="3624" y="2820"/>
                    </a:cubicBezTo>
                    <a:cubicBezTo>
                      <a:pt x="3581" y="2820"/>
                      <a:pt x="3536" y="2834"/>
                      <a:pt x="3501" y="2864"/>
                    </a:cubicBezTo>
                    <a:lnTo>
                      <a:pt x="2667" y="3698"/>
                    </a:lnTo>
                    <a:lnTo>
                      <a:pt x="2632" y="3662"/>
                    </a:lnTo>
                    <a:cubicBezTo>
                      <a:pt x="2566" y="3596"/>
                      <a:pt x="2477" y="3564"/>
                      <a:pt x="2388" y="3564"/>
                    </a:cubicBezTo>
                    <a:cubicBezTo>
                      <a:pt x="2298" y="3564"/>
                      <a:pt x="2209" y="3596"/>
                      <a:pt x="2143" y="3662"/>
                    </a:cubicBezTo>
                    <a:lnTo>
                      <a:pt x="1870" y="3936"/>
                    </a:lnTo>
                    <a:cubicBezTo>
                      <a:pt x="1739" y="4067"/>
                      <a:pt x="1739" y="4293"/>
                      <a:pt x="1870" y="4424"/>
                    </a:cubicBezTo>
                    <a:lnTo>
                      <a:pt x="1905" y="4460"/>
                    </a:lnTo>
                    <a:cubicBezTo>
                      <a:pt x="1751" y="4638"/>
                      <a:pt x="1548" y="4722"/>
                      <a:pt x="1548" y="4972"/>
                    </a:cubicBezTo>
                    <a:cubicBezTo>
                      <a:pt x="1548" y="5079"/>
                      <a:pt x="1596" y="5186"/>
                      <a:pt x="1667" y="5269"/>
                    </a:cubicBezTo>
                    <a:cubicBezTo>
                      <a:pt x="1786" y="5376"/>
                      <a:pt x="1870" y="5555"/>
                      <a:pt x="2132" y="5555"/>
                    </a:cubicBezTo>
                    <a:cubicBezTo>
                      <a:pt x="2382" y="5555"/>
                      <a:pt x="2465" y="5353"/>
                      <a:pt x="2644" y="5198"/>
                    </a:cubicBezTo>
                    <a:lnTo>
                      <a:pt x="2763" y="5317"/>
                    </a:lnTo>
                    <a:cubicBezTo>
                      <a:pt x="2620" y="5495"/>
                      <a:pt x="2405" y="5591"/>
                      <a:pt x="2405" y="5841"/>
                    </a:cubicBezTo>
                    <a:cubicBezTo>
                      <a:pt x="2405" y="6079"/>
                      <a:pt x="2608" y="6186"/>
                      <a:pt x="2691" y="6305"/>
                    </a:cubicBezTo>
                    <a:cubicBezTo>
                      <a:pt x="2763" y="6377"/>
                      <a:pt x="2870" y="6424"/>
                      <a:pt x="2989" y="6424"/>
                    </a:cubicBezTo>
                    <a:cubicBezTo>
                      <a:pt x="3239" y="6424"/>
                      <a:pt x="3334" y="6210"/>
                      <a:pt x="3513" y="6067"/>
                    </a:cubicBezTo>
                    <a:cubicBezTo>
                      <a:pt x="3525" y="6079"/>
                      <a:pt x="3620" y="6198"/>
                      <a:pt x="3798" y="6198"/>
                    </a:cubicBezTo>
                    <a:cubicBezTo>
                      <a:pt x="3882" y="6198"/>
                      <a:pt x="3977" y="6162"/>
                      <a:pt x="4048" y="6091"/>
                    </a:cubicBezTo>
                    <a:lnTo>
                      <a:pt x="4310" y="5829"/>
                    </a:lnTo>
                    <a:cubicBezTo>
                      <a:pt x="4453" y="5686"/>
                      <a:pt x="4453" y="5472"/>
                      <a:pt x="4310" y="5329"/>
                    </a:cubicBezTo>
                    <a:lnTo>
                      <a:pt x="4287" y="5305"/>
                    </a:lnTo>
                    <a:lnTo>
                      <a:pt x="6239" y="3352"/>
                    </a:lnTo>
                    <a:cubicBezTo>
                      <a:pt x="6930" y="3924"/>
                      <a:pt x="7335" y="4733"/>
                      <a:pt x="7335" y="5626"/>
                    </a:cubicBezTo>
                    <a:cubicBezTo>
                      <a:pt x="7335" y="6555"/>
                      <a:pt x="6906" y="7412"/>
                      <a:pt x="6156" y="7984"/>
                    </a:cubicBezTo>
                    <a:cubicBezTo>
                      <a:pt x="5690" y="7638"/>
                      <a:pt x="5153" y="7470"/>
                      <a:pt x="4619" y="7470"/>
                    </a:cubicBezTo>
                    <a:cubicBezTo>
                      <a:pt x="3993" y="7470"/>
                      <a:pt x="3371" y="7701"/>
                      <a:pt x="2870" y="8151"/>
                    </a:cubicBezTo>
                    <a:cubicBezTo>
                      <a:pt x="2644" y="8008"/>
                      <a:pt x="2453" y="7853"/>
                      <a:pt x="2274" y="7650"/>
                    </a:cubicBezTo>
                    <a:lnTo>
                      <a:pt x="3025" y="7650"/>
                    </a:lnTo>
                    <a:cubicBezTo>
                      <a:pt x="3239" y="7650"/>
                      <a:pt x="3417" y="7472"/>
                      <a:pt x="3417" y="7258"/>
                    </a:cubicBezTo>
                    <a:lnTo>
                      <a:pt x="3417" y="6996"/>
                    </a:lnTo>
                    <a:cubicBezTo>
                      <a:pt x="3417" y="6781"/>
                      <a:pt x="3239" y="6603"/>
                      <a:pt x="3025" y="6603"/>
                    </a:cubicBezTo>
                    <a:lnTo>
                      <a:pt x="405" y="6603"/>
                    </a:lnTo>
                    <a:cubicBezTo>
                      <a:pt x="179" y="6603"/>
                      <a:pt x="0" y="6781"/>
                      <a:pt x="0" y="6996"/>
                    </a:cubicBezTo>
                    <a:lnTo>
                      <a:pt x="0" y="7258"/>
                    </a:lnTo>
                    <a:cubicBezTo>
                      <a:pt x="0" y="7472"/>
                      <a:pt x="179" y="7650"/>
                      <a:pt x="405" y="7650"/>
                    </a:cubicBezTo>
                    <a:lnTo>
                      <a:pt x="774" y="7650"/>
                    </a:lnTo>
                    <a:cubicBezTo>
                      <a:pt x="1036" y="8162"/>
                      <a:pt x="1548" y="8722"/>
                      <a:pt x="2191" y="9127"/>
                    </a:cubicBezTo>
                    <a:cubicBezTo>
                      <a:pt x="2084" y="9377"/>
                      <a:pt x="2036" y="9651"/>
                      <a:pt x="2012" y="9936"/>
                    </a:cubicBezTo>
                    <a:lnTo>
                      <a:pt x="846" y="9936"/>
                    </a:lnTo>
                    <a:cubicBezTo>
                      <a:pt x="774" y="9936"/>
                      <a:pt x="715" y="9972"/>
                      <a:pt x="703" y="10032"/>
                    </a:cubicBezTo>
                    <a:lnTo>
                      <a:pt x="346" y="10948"/>
                    </a:lnTo>
                    <a:cubicBezTo>
                      <a:pt x="298" y="11044"/>
                      <a:pt x="381" y="11163"/>
                      <a:pt x="488" y="11163"/>
                    </a:cubicBezTo>
                    <a:lnTo>
                      <a:pt x="1393" y="11163"/>
                    </a:lnTo>
                    <a:cubicBezTo>
                      <a:pt x="1489" y="11163"/>
                      <a:pt x="1560" y="11091"/>
                      <a:pt x="1560" y="11008"/>
                    </a:cubicBezTo>
                    <a:cubicBezTo>
                      <a:pt x="1560" y="10913"/>
                      <a:pt x="1489" y="10841"/>
                      <a:pt x="1393" y="10841"/>
                    </a:cubicBezTo>
                    <a:lnTo>
                      <a:pt x="739" y="10841"/>
                    </a:lnTo>
                    <a:lnTo>
                      <a:pt x="965" y="10258"/>
                    </a:lnTo>
                    <a:lnTo>
                      <a:pt x="8299" y="10258"/>
                    </a:lnTo>
                    <a:lnTo>
                      <a:pt x="8525" y="10841"/>
                    </a:lnTo>
                    <a:lnTo>
                      <a:pt x="2167" y="10841"/>
                    </a:lnTo>
                    <a:cubicBezTo>
                      <a:pt x="2084" y="10841"/>
                      <a:pt x="2012" y="10913"/>
                      <a:pt x="2012" y="11008"/>
                    </a:cubicBezTo>
                    <a:cubicBezTo>
                      <a:pt x="2012" y="11091"/>
                      <a:pt x="2084" y="11163"/>
                      <a:pt x="2167" y="11163"/>
                    </a:cubicBezTo>
                    <a:lnTo>
                      <a:pt x="8763" y="11163"/>
                    </a:lnTo>
                    <a:cubicBezTo>
                      <a:pt x="8882" y="11163"/>
                      <a:pt x="8954" y="11044"/>
                      <a:pt x="8918" y="10948"/>
                    </a:cubicBezTo>
                    <a:lnTo>
                      <a:pt x="8561" y="10044"/>
                    </a:lnTo>
                    <a:cubicBezTo>
                      <a:pt x="8525" y="9984"/>
                      <a:pt x="8466" y="9936"/>
                      <a:pt x="8406" y="9936"/>
                    </a:cubicBezTo>
                    <a:lnTo>
                      <a:pt x="7251" y="9936"/>
                    </a:lnTo>
                    <a:cubicBezTo>
                      <a:pt x="7216" y="9555"/>
                      <a:pt x="7132" y="9198"/>
                      <a:pt x="6965" y="8889"/>
                    </a:cubicBezTo>
                    <a:cubicBezTo>
                      <a:pt x="7847" y="8210"/>
                      <a:pt x="8430" y="7174"/>
                      <a:pt x="8525" y="6067"/>
                    </a:cubicBezTo>
                    <a:cubicBezTo>
                      <a:pt x="8537" y="5972"/>
                      <a:pt x="8466" y="5900"/>
                      <a:pt x="8382" y="5888"/>
                    </a:cubicBezTo>
                    <a:cubicBezTo>
                      <a:pt x="8371" y="5886"/>
                      <a:pt x="8360" y="5884"/>
                      <a:pt x="8350" y="5884"/>
                    </a:cubicBezTo>
                    <a:cubicBezTo>
                      <a:pt x="8271" y="5884"/>
                      <a:pt x="8214" y="5958"/>
                      <a:pt x="8204" y="6031"/>
                    </a:cubicBezTo>
                    <a:cubicBezTo>
                      <a:pt x="8097" y="7043"/>
                      <a:pt x="7597" y="7972"/>
                      <a:pt x="6799" y="8603"/>
                    </a:cubicBezTo>
                    <a:cubicBezTo>
                      <a:pt x="6751" y="8543"/>
                      <a:pt x="6715" y="8508"/>
                      <a:pt x="6668" y="8460"/>
                    </a:cubicBezTo>
                    <a:cubicBezTo>
                      <a:pt x="6608" y="8389"/>
                      <a:pt x="6537" y="8293"/>
                      <a:pt x="6454" y="8222"/>
                    </a:cubicBezTo>
                    <a:lnTo>
                      <a:pt x="6430" y="8186"/>
                    </a:lnTo>
                    <a:cubicBezTo>
                      <a:pt x="8037" y="6912"/>
                      <a:pt x="8097" y="4460"/>
                      <a:pt x="6477" y="3114"/>
                    </a:cubicBezTo>
                    <a:lnTo>
                      <a:pt x="6632" y="2948"/>
                    </a:lnTo>
                    <a:cubicBezTo>
                      <a:pt x="6692" y="2888"/>
                      <a:pt x="6692" y="2793"/>
                      <a:pt x="6632" y="2733"/>
                    </a:cubicBezTo>
                    <a:lnTo>
                      <a:pt x="6561" y="2650"/>
                    </a:lnTo>
                    <a:lnTo>
                      <a:pt x="6656" y="2567"/>
                    </a:lnTo>
                    <a:cubicBezTo>
                      <a:pt x="7013" y="2793"/>
                      <a:pt x="7489" y="3305"/>
                      <a:pt x="7799" y="3900"/>
                    </a:cubicBezTo>
                    <a:cubicBezTo>
                      <a:pt x="8037" y="4352"/>
                      <a:pt x="8168" y="4876"/>
                      <a:pt x="8216" y="5376"/>
                    </a:cubicBezTo>
                    <a:cubicBezTo>
                      <a:pt x="8216" y="5465"/>
                      <a:pt x="8287" y="5532"/>
                      <a:pt x="8373" y="5532"/>
                    </a:cubicBezTo>
                    <a:cubicBezTo>
                      <a:pt x="8380" y="5532"/>
                      <a:pt x="8387" y="5532"/>
                      <a:pt x="8394" y="5531"/>
                    </a:cubicBezTo>
                    <a:cubicBezTo>
                      <a:pt x="8478" y="5531"/>
                      <a:pt x="8561" y="5436"/>
                      <a:pt x="8537" y="5353"/>
                    </a:cubicBezTo>
                    <a:cubicBezTo>
                      <a:pt x="8454" y="4138"/>
                      <a:pt x="7858" y="3055"/>
                      <a:pt x="6894" y="2328"/>
                    </a:cubicBezTo>
                    <a:lnTo>
                      <a:pt x="7251" y="1971"/>
                    </a:lnTo>
                    <a:cubicBezTo>
                      <a:pt x="7317" y="2002"/>
                      <a:pt x="7384" y="2017"/>
                      <a:pt x="7446" y="2017"/>
                    </a:cubicBezTo>
                    <a:cubicBezTo>
                      <a:pt x="7551" y="2017"/>
                      <a:pt x="7644" y="1975"/>
                      <a:pt x="7704" y="1900"/>
                    </a:cubicBezTo>
                    <a:lnTo>
                      <a:pt x="7858" y="1745"/>
                    </a:lnTo>
                    <a:cubicBezTo>
                      <a:pt x="8025" y="1578"/>
                      <a:pt x="8025" y="1328"/>
                      <a:pt x="7858" y="1162"/>
                    </a:cubicBezTo>
                    <a:lnTo>
                      <a:pt x="6811" y="126"/>
                    </a:lnTo>
                    <a:cubicBezTo>
                      <a:pt x="6733" y="42"/>
                      <a:pt x="6629" y="1"/>
                      <a:pt x="652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42875" algn="bl" rotWithShape="0">
                  <a:schemeClr val="accent2">
                    <a:alpha val="8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Medical Dark Theme by Slidesgo">
  <a:themeElements>
    <a:clrScheme name="Simple Light">
      <a:dk1>
        <a:srgbClr val="FFFFFF"/>
      </a:dk1>
      <a:lt1>
        <a:srgbClr val="00030D"/>
      </a:lt1>
      <a:dk2>
        <a:srgbClr val="012340"/>
      </a:dk2>
      <a:lt2>
        <a:srgbClr val="406473"/>
      </a:lt2>
      <a:accent1>
        <a:srgbClr val="A8B9BF"/>
      </a:accent1>
      <a:accent2>
        <a:srgbClr val="E4F2F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157</Words>
  <Application>Microsoft Office PowerPoint</Application>
  <PresentationFormat>On-screen Show (16:9)</PresentationFormat>
  <Paragraphs>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Nunito Light</vt:lpstr>
      <vt:lpstr>Arial</vt:lpstr>
      <vt:lpstr>Lato</vt:lpstr>
      <vt:lpstr>Wingdings</vt:lpstr>
      <vt:lpstr>Raleway</vt:lpstr>
      <vt:lpstr>Anaheim</vt:lpstr>
      <vt:lpstr>Medical Dark Theme by Slidesgo</vt:lpstr>
      <vt:lpstr>Medical Case Analysis Agent</vt:lpstr>
      <vt:lpstr>Uvod</vt:lpstr>
      <vt:lpstr>KLJUČNE FUNKCIONALNOSTI AGENTA</vt:lpstr>
      <vt:lpstr>Komponente AI agenta</vt:lpstr>
      <vt:lpstr>Detalji treniranja</vt:lpstr>
      <vt:lpstr>Korištene tehnologije</vt:lpstr>
      <vt:lpstr>Struktura baze podataka</vt:lpstr>
      <vt:lpstr>Tok korištenja sistema</vt:lpstr>
      <vt:lpstr>Zaključak</vt:lpstr>
      <vt:lpstr>Hvala na pažnji!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Amar Amar</dc:creator>
  <cp:lastModifiedBy>Amar Kodro</cp:lastModifiedBy>
  <cp:revision>2</cp:revision>
  <dcterms:modified xsi:type="dcterms:W3CDTF">2026-01-05T17:39:43Z</dcterms:modified>
</cp:coreProperties>
</file>